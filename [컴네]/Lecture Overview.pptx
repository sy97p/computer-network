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50" r:id="rId2"/>
  </p:sldMasterIdLst>
  <p:notesMasterIdLst>
    <p:notesMasterId r:id="rId9"/>
  </p:notesMasterIdLst>
  <p:handoutMasterIdLst>
    <p:handoutMasterId r:id="rId10"/>
  </p:handoutMasterIdLst>
  <p:sldIdLst>
    <p:sldId id="346" r:id="rId3"/>
    <p:sldId id="502" r:id="rId4"/>
    <p:sldId id="521" r:id="rId5"/>
    <p:sldId id="535" r:id="rId6"/>
    <p:sldId id="522" r:id="rId7"/>
    <p:sldId id="523" r:id="rId8"/>
  </p:sldIdLst>
  <p:sldSz cx="9144000" cy="6858000" type="screen4x3"/>
  <p:notesSz cx="7099300" cy="10234613"/>
  <p:defaultTextStyle>
    <a:defPPr>
      <a:defRPr lang="ko-KR"/>
    </a:defPPr>
    <a:lvl1pPr algn="l" rtl="0" fontAlgn="ctr" latinLnBrk="1">
      <a:lnSpc>
        <a:spcPct val="140000"/>
      </a:lnSpc>
      <a:spcBef>
        <a:spcPct val="20000"/>
      </a:spcBef>
      <a:spcAft>
        <a:spcPct val="0"/>
      </a:spcAft>
      <a:buClr>
        <a:srgbClr val="660066"/>
      </a:buClr>
      <a:buFont typeface="Wingdings" pitchFamily="2" charset="2"/>
      <a:buChar char="v"/>
      <a:defRPr kumimoji="1" sz="1600" b="1" kern="1200">
        <a:solidFill>
          <a:schemeClr val="tx1"/>
        </a:solidFill>
        <a:latin typeface="Trebuchet MS" pitchFamily="34" charset="0"/>
        <a:ea typeface="굴림체" pitchFamily="49" charset="-127"/>
        <a:cs typeface="+mn-cs"/>
      </a:defRPr>
    </a:lvl1pPr>
    <a:lvl2pPr marL="457200" algn="l" rtl="0" fontAlgn="ctr" latinLnBrk="1">
      <a:lnSpc>
        <a:spcPct val="140000"/>
      </a:lnSpc>
      <a:spcBef>
        <a:spcPct val="20000"/>
      </a:spcBef>
      <a:spcAft>
        <a:spcPct val="0"/>
      </a:spcAft>
      <a:buClr>
        <a:srgbClr val="660066"/>
      </a:buClr>
      <a:buFont typeface="Wingdings" pitchFamily="2" charset="2"/>
      <a:buChar char="v"/>
      <a:defRPr kumimoji="1" sz="1600" b="1" kern="1200">
        <a:solidFill>
          <a:schemeClr val="tx1"/>
        </a:solidFill>
        <a:latin typeface="Trebuchet MS" pitchFamily="34" charset="0"/>
        <a:ea typeface="굴림체" pitchFamily="49" charset="-127"/>
        <a:cs typeface="+mn-cs"/>
      </a:defRPr>
    </a:lvl2pPr>
    <a:lvl3pPr marL="914400" algn="l" rtl="0" fontAlgn="ctr" latinLnBrk="1">
      <a:lnSpc>
        <a:spcPct val="140000"/>
      </a:lnSpc>
      <a:spcBef>
        <a:spcPct val="20000"/>
      </a:spcBef>
      <a:spcAft>
        <a:spcPct val="0"/>
      </a:spcAft>
      <a:buClr>
        <a:srgbClr val="660066"/>
      </a:buClr>
      <a:buFont typeface="Wingdings" pitchFamily="2" charset="2"/>
      <a:buChar char="v"/>
      <a:defRPr kumimoji="1" sz="1600" b="1" kern="1200">
        <a:solidFill>
          <a:schemeClr val="tx1"/>
        </a:solidFill>
        <a:latin typeface="Trebuchet MS" pitchFamily="34" charset="0"/>
        <a:ea typeface="굴림체" pitchFamily="49" charset="-127"/>
        <a:cs typeface="+mn-cs"/>
      </a:defRPr>
    </a:lvl3pPr>
    <a:lvl4pPr marL="1371600" algn="l" rtl="0" fontAlgn="ctr" latinLnBrk="1">
      <a:lnSpc>
        <a:spcPct val="140000"/>
      </a:lnSpc>
      <a:spcBef>
        <a:spcPct val="20000"/>
      </a:spcBef>
      <a:spcAft>
        <a:spcPct val="0"/>
      </a:spcAft>
      <a:buClr>
        <a:srgbClr val="660066"/>
      </a:buClr>
      <a:buFont typeface="Wingdings" pitchFamily="2" charset="2"/>
      <a:buChar char="v"/>
      <a:defRPr kumimoji="1" sz="1600" b="1" kern="1200">
        <a:solidFill>
          <a:schemeClr val="tx1"/>
        </a:solidFill>
        <a:latin typeface="Trebuchet MS" pitchFamily="34" charset="0"/>
        <a:ea typeface="굴림체" pitchFamily="49" charset="-127"/>
        <a:cs typeface="+mn-cs"/>
      </a:defRPr>
    </a:lvl4pPr>
    <a:lvl5pPr marL="1828800" algn="l" rtl="0" fontAlgn="ctr" latinLnBrk="1">
      <a:lnSpc>
        <a:spcPct val="140000"/>
      </a:lnSpc>
      <a:spcBef>
        <a:spcPct val="20000"/>
      </a:spcBef>
      <a:spcAft>
        <a:spcPct val="0"/>
      </a:spcAft>
      <a:buClr>
        <a:srgbClr val="660066"/>
      </a:buClr>
      <a:buFont typeface="Wingdings" pitchFamily="2" charset="2"/>
      <a:buChar char="v"/>
      <a:defRPr kumimoji="1" sz="1600" b="1" kern="1200">
        <a:solidFill>
          <a:schemeClr val="tx1"/>
        </a:solidFill>
        <a:latin typeface="Trebuchet MS" pitchFamily="34" charset="0"/>
        <a:ea typeface="굴림체" pitchFamily="49" charset="-127"/>
        <a:cs typeface="+mn-cs"/>
      </a:defRPr>
    </a:lvl5pPr>
    <a:lvl6pPr marL="2286000" algn="l" defTabSz="914400" rtl="0" eaLnBrk="1" latinLnBrk="1" hangingPunct="1">
      <a:defRPr kumimoji="1" sz="1600" b="1" kern="1200">
        <a:solidFill>
          <a:schemeClr val="tx1"/>
        </a:solidFill>
        <a:latin typeface="Trebuchet MS" pitchFamily="34" charset="0"/>
        <a:ea typeface="굴림체" pitchFamily="49" charset="-127"/>
        <a:cs typeface="+mn-cs"/>
      </a:defRPr>
    </a:lvl6pPr>
    <a:lvl7pPr marL="2743200" algn="l" defTabSz="914400" rtl="0" eaLnBrk="1" latinLnBrk="1" hangingPunct="1">
      <a:defRPr kumimoji="1" sz="1600" b="1" kern="1200">
        <a:solidFill>
          <a:schemeClr val="tx1"/>
        </a:solidFill>
        <a:latin typeface="Trebuchet MS" pitchFamily="34" charset="0"/>
        <a:ea typeface="굴림체" pitchFamily="49" charset="-127"/>
        <a:cs typeface="+mn-cs"/>
      </a:defRPr>
    </a:lvl7pPr>
    <a:lvl8pPr marL="3200400" algn="l" defTabSz="914400" rtl="0" eaLnBrk="1" latinLnBrk="1" hangingPunct="1">
      <a:defRPr kumimoji="1" sz="1600" b="1" kern="1200">
        <a:solidFill>
          <a:schemeClr val="tx1"/>
        </a:solidFill>
        <a:latin typeface="Trebuchet MS" pitchFamily="34" charset="0"/>
        <a:ea typeface="굴림체" pitchFamily="49" charset="-127"/>
        <a:cs typeface="+mn-cs"/>
      </a:defRPr>
    </a:lvl8pPr>
    <a:lvl9pPr marL="3657600" algn="l" defTabSz="914400" rtl="0" eaLnBrk="1" latinLnBrk="1" hangingPunct="1">
      <a:defRPr kumimoji="1" sz="1600" b="1" kern="1200">
        <a:solidFill>
          <a:schemeClr val="tx1"/>
        </a:solidFill>
        <a:latin typeface="Trebuchet MS" pitchFamily="34" charset="0"/>
        <a:ea typeface="굴림체" pitchFamily="49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3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D5D0"/>
    <a:srgbClr val="6095CA"/>
    <a:srgbClr val="B2B2B2"/>
    <a:srgbClr val="FF0000"/>
    <a:srgbClr val="DDDDDD"/>
    <a:srgbClr val="FF9933"/>
    <a:srgbClr val="CC9900"/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81" autoAdjust="0"/>
    <p:restoredTop sz="79682" autoAdjust="0"/>
  </p:normalViewPr>
  <p:slideViewPr>
    <p:cSldViewPr>
      <p:cViewPr varScale="1">
        <p:scale>
          <a:sx n="115" d="100"/>
          <a:sy n="115" d="100"/>
        </p:scale>
        <p:origin x="1560" y="102"/>
      </p:cViewPr>
      <p:guideLst>
        <p:guide orient="horz" pos="2931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475" cy="5127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5" tIns="47282" rIns="94565" bIns="47282" numCol="1" anchor="t" anchorCtr="0" compatLnSpc="1">
            <a:prstTxWarp prst="textNoShape">
              <a:avLst/>
            </a:prstTxWarp>
          </a:bodyPr>
          <a:lstStyle>
            <a:lvl1pPr defTabSz="945396" fontAlgn="base">
              <a:lnSpc>
                <a:spcPct val="160000"/>
              </a:lnSpc>
              <a:spcBef>
                <a:spcPct val="40000"/>
              </a:spcBef>
              <a:buFont typeface="Wingdings" pitchFamily="2" charset="2"/>
              <a:buNone/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505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827" y="0"/>
            <a:ext cx="3076473" cy="5127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5" tIns="47282" rIns="94565" bIns="47282" numCol="1" anchor="t" anchorCtr="0" compatLnSpc="1">
            <a:prstTxWarp prst="textNoShape">
              <a:avLst/>
            </a:prstTxWarp>
          </a:bodyPr>
          <a:lstStyle>
            <a:lvl1pPr algn="r" defTabSz="945396" fontAlgn="base">
              <a:lnSpc>
                <a:spcPct val="160000"/>
              </a:lnSpc>
              <a:spcBef>
                <a:spcPct val="40000"/>
              </a:spcBef>
              <a:buFont typeface="Wingdings" pitchFamily="2" charset="2"/>
              <a:buNone/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505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901"/>
            <a:ext cx="3076475" cy="512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5" tIns="47282" rIns="94565" bIns="47282" numCol="1" anchor="b" anchorCtr="0" compatLnSpc="1">
            <a:prstTxWarp prst="textNoShape">
              <a:avLst/>
            </a:prstTxWarp>
          </a:bodyPr>
          <a:lstStyle>
            <a:lvl1pPr defTabSz="945396" fontAlgn="base">
              <a:lnSpc>
                <a:spcPct val="160000"/>
              </a:lnSpc>
              <a:spcBef>
                <a:spcPct val="40000"/>
              </a:spcBef>
              <a:buFont typeface="Wingdings" pitchFamily="2" charset="2"/>
              <a:buNone/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505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827" y="9721901"/>
            <a:ext cx="3076473" cy="512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5" tIns="47282" rIns="94565" bIns="47282" numCol="1" anchor="b" anchorCtr="0" compatLnSpc="1">
            <a:prstTxWarp prst="textNoShape">
              <a:avLst/>
            </a:prstTxWarp>
          </a:bodyPr>
          <a:lstStyle>
            <a:lvl1pPr algn="r" defTabSz="945396" fontAlgn="base">
              <a:lnSpc>
                <a:spcPct val="160000"/>
              </a:lnSpc>
              <a:spcBef>
                <a:spcPct val="40000"/>
              </a:spcBef>
              <a:buFont typeface="Wingdings" pitchFamily="2" charset="2"/>
              <a:buNone/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fld id="{56E4BE81-5EF3-479A-9A7C-A712BF9B92B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935993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475" cy="5127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5" tIns="47282" rIns="94565" bIns="47282" numCol="1" anchor="t" anchorCtr="0" compatLnSpc="1">
            <a:prstTxWarp prst="textNoShape">
              <a:avLst/>
            </a:prstTxWarp>
          </a:bodyPr>
          <a:lstStyle>
            <a:lvl1pPr defTabSz="945396" fontAlgn="base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 b="0" smtClean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827" y="0"/>
            <a:ext cx="3076473" cy="5127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5" tIns="47282" rIns="94565" bIns="47282" numCol="1" anchor="t" anchorCtr="0" compatLnSpc="1">
            <a:prstTxWarp prst="textNoShape">
              <a:avLst/>
            </a:prstTxWarp>
          </a:bodyPr>
          <a:lstStyle>
            <a:lvl1pPr algn="r" defTabSz="945396" fontAlgn="base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 b="0" smtClean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3775" y="768350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352" y="4861769"/>
            <a:ext cx="5206596" cy="4604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5" tIns="47282" rIns="94565" bIns="4728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901"/>
            <a:ext cx="3076475" cy="512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5" tIns="47282" rIns="94565" bIns="47282" numCol="1" anchor="b" anchorCtr="0" compatLnSpc="1">
            <a:prstTxWarp prst="textNoShape">
              <a:avLst/>
            </a:prstTxWarp>
          </a:bodyPr>
          <a:lstStyle>
            <a:lvl1pPr defTabSz="945396" fontAlgn="base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 b="0" smtClean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63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827" y="9721901"/>
            <a:ext cx="3076473" cy="512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5" tIns="47282" rIns="94565" bIns="47282" numCol="1" anchor="b" anchorCtr="0" compatLnSpc="1">
            <a:prstTxWarp prst="textNoShape">
              <a:avLst/>
            </a:prstTxWarp>
          </a:bodyPr>
          <a:lstStyle>
            <a:lvl1pPr algn="r" defTabSz="945396" fontAlgn="base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 b="0" smtClean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4B30816A-BEEE-42D3-A466-AFB4EBC6000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6066735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6689B7D-807A-4A74-B38C-814DD3D78871}" type="slidenum">
              <a:rPr lang="en-US" altLang="ko-KR"/>
              <a:pPr/>
              <a:t>2</a:t>
            </a:fld>
            <a:endParaRPr lang="en-US" altLang="ko-KR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4888" y="798513"/>
            <a:ext cx="5116512" cy="3836987"/>
          </a:xfrm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8013" y="4840475"/>
            <a:ext cx="5209917" cy="4596403"/>
          </a:xfrm>
          <a:noFill/>
          <a:ln/>
        </p:spPr>
        <p:txBody>
          <a:bodyPr/>
          <a:lstStyle/>
          <a:p>
            <a:pPr eaLnBrk="1" hangingPunct="1"/>
            <a:endParaRPr lang="ko-KR" altLang="ko-K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A65EE0C-E470-49D7-84F5-18F5D43119DD}" type="slidenum">
              <a:rPr lang="en-US" altLang="ko-KR"/>
              <a:pPr/>
              <a:t>3</a:t>
            </a:fld>
            <a:endParaRPr lang="en-US" altLang="ko-KR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4888" y="798513"/>
            <a:ext cx="5116512" cy="3836987"/>
          </a:xfrm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8013" y="4840475"/>
            <a:ext cx="5209917" cy="4596403"/>
          </a:xfrm>
          <a:noFill/>
          <a:ln/>
        </p:spPr>
        <p:txBody>
          <a:bodyPr/>
          <a:lstStyle/>
          <a:p>
            <a:pPr eaLnBrk="1" hangingPunct="1"/>
            <a:endParaRPr lang="ko-KR" altLang="ko-K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A65EE0C-E470-49D7-84F5-18F5D43119DD}" type="slidenum">
              <a:rPr lang="en-US" altLang="ko-KR"/>
              <a:pPr/>
              <a:t>4</a:t>
            </a:fld>
            <a:endParaRPr lang="en-US" altLang="ko-KR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4888" y="798513"/>
            <a:ext cx="5116512" cy="3836987"/>
          </a:xfrm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8013" y="4840475"/>
            <a:ext cx="5209917" cy="4596403"/>
          </a:xfrm>
          <a:noFill/>
          <a:ln/>
        </p:spPr>
        <p:txBody>
          <a:bodyPr/>
          <a:lstStyle/>
          <a:p>
            <a:pPr eaLnBrk="1" hangingPunct="1"/>
            <a:endParaRPr lang="ko-KR" altLang="ko-K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E84D88F-72CA-40DF-A55A-AB64E9621B1F}" type="slidenum">
              <a:rPr lang="en-US" altLang="ko-KR"/>
              <a:pPr/>
              <a:t>5</a:t>
            </a:fld>
            <a:endParaRPr lang="en-US" altLang="ko-KR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4888" y="798513"/>
            <a:ext cx="5116512" cy="3836987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8013" y="4840475"/>
            <a:ext cx="5209917" cy="4596403"/>
          </a:xfrm>
          <a:noFill/>
          <a:ln/>
        </p:spPr>
        <p:txBody>
          <a:bodyPr/>
          <a:lstStyle/>
          <a:p>
            <a:pPr eaLnBrk="1" hangingPunct="1"/>
            <a:endParaRPr lang="ko-KR" altLang="ko-K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44C19A8-293E-4EA7-B358-5C43AD9FE3A4}" type="slidenum">
              <a:rPr lang="en-US" altLang="ko-KR"/>
              <a:pPr/>
              <a:t>6</a:t>
            </a:fld>
            <a:endParaRPr lang="en-US" altLang="ko-KR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4888" y="798513"/>
            <a:ext cx="5116512" cy="3836987"/>
          </a:xfrm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8013" y="4840475"/>
            <a:ext cx="5209917" cy="4596403"/>
          </a:xfrm>
          <a:noFill/>
          <a:ln/>
        </p:spPr>
        <p:txBody>
          <a:bodyPr/>
          <a:lstStyle/>
          <a:p>
            <a:pPr eaLnBrk="1" hangingPunct="1"/>
            <a:endParaRPr lang="ko-KR" altLang="ko-K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</a:t>
            </a:r>
            <a:fld id="{7491C4A6-7ED6-4AB6-A716-CB76B960103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</a:t>
            </a:r>
            <a:fld id="{95380DEF-C882-419F-8329-04302D9343F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</a:t>
            </a:r>
            <a:fld id="{7D365F3C-673D-479B-9D30-9564BF04AB2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</a:t>
            </a:r>
            <a:fld id="{510DE312-BD4A-4E99-A804-F12F299743C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</a:t>
            </a:r>
            <a:fld id="{95A9E110-0464-45DA-A61C-D998EA10F62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</a:t>
            </a:r>
            <a:fld id="{5B8E7A88-EA6D-4214-94DF-09D70BD8C64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</a:t>
            </a:r>
            <a:fld id="{73DC5510-BEF9-4FEE-A03D-E9DF4F4E6BE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</a:t>
            </a:r>
            <a:fld id="{B06A2191-08B9-4843-BA75-06B0E80B497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</a:t>
            </a:r>
            <a:fld id="{68963570-71A9-447F-9D7D-185CDC07629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</a:t>
            </a:r>
            <a:fld id="{8C54077A-2109-4270-9096-E5246A00024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</a:t>
            </a:r>
            <a:fld id="{9691EB6D-A5F5-4102-848B-FE8B80EA97C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w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6" name="Rectangle 1052"/>
          <p:cNvSpPr>
            <a:spLocks noChangeArrowheads="1"/>
          </p:cNvSpPr>
          <p:nvPr userDrawn="1"/>
        </p:nvSpPr>
        <p:spPr bwMode="auto">
          <a:xfrm>
            <a:off x="11113" y="6532563"/>
            <a:ext cx="9132887" cy="352425"/>
          </a:xfrm>
          <a:prstGeom prst="rect">
            <a:avLst/>
          </a:prstGeom>
          <a:solidFill>
            <a:srgbClr val="DDDDDD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164013" y="6584950"/>
            <a:ext cx="82708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fontAlgn="base">
              <a:lnSpc>
                <a:spcPct val="90000"/>
              </a:lnSpc>
              <a:spcBef>
                <a:spcPct val="0"/>
              </a:spcBef>
              <a:buClrTx/>
              <a:buFontTx/>
              <a:buNone/>
              <a:defRPr sz="1200" b="0" smtClean="0">
                <a:solidFill>
                  <a:schemeClr val="accent2"/>
                </a:solidFill>
                <a:ea typeface="+mn-ea"/>
              </a:defRPr>
            </a:lvl1pPr>
          </a:lstStyle>
          <a:p>
            <a:pPr>
              <a:defRPr/>
            </a:pPr>
            <a:r>
              <a:rPr lang="en-US" altLang="ko-KR"/>
              <a:t>Page </a:t>
            </a:r>
            <a:fld id="{90DCE4E3-7BEC-4291-A7F0-0110A7FAE9C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034" name="Rectangle 10"/>
          <p:cNvSpPr>
            <a:spLocks noChangeArrowheads="1"/>
          </p:cNvSpPr>
          <p:nvPr userDrawn="1"/>
        </p:nvSpPr>
        <p:spPr bwMode="auto">
          <a:xfrm>
            <a:off x="0" y="0"/>
            <a:ext cx="9144000" cy="750888"/>
          </a:xfrm>
          <a:prstGeom prst="rect">
            <a:avLst/>
          </a:prstGeom>
          <a:gradFill rotWithShape="1">
            <a:gsLst>
              <a:gs pos="0">
                <a:srgbClr val="333399"/>
              </a:gs>
              <a:gs pos="100000">
                <a:srgbClr val="333399">
                  <a:gamma/>
                  <a:tint val="50980"/>
                  <a:invGamma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/>
          </a:p>
        </p:txBody>
      </p:sp>
      <p:sp>
        <p:nvSpPr>
          <p:cNvPr id="2081" name="Line 1057"/>
          <p:cNvSpPr>
            <a:spLocks noChangeShapeType="1"/>
          </p:cNvSpPr>
          <p:nvPr userDrawn="1"/>
        </p:nvSpPr>
        <p:spPr bwMode="auto">
          <a:xfrm>
            <a:off x="0" y="6524625"/>
            <a:ext cx="9144000" cy="0"/>
          </a:xfrm>
          <a:prstGeom prst="line">
            <a:avLst/>
          </a:prstGeom>
          <a:noFill/>
          <a:ln w="12700" cap="sq">
            <a:solidFill>
              <a:schemeClr val="bg2"/>
            </a:solidFill>
            <a:round/>
            <a:headEnd/>
            <a:tailEnd/>
          </a:ln>
          <a:effectLst/>
        </p:spPr>
        <p:txBody>
          <a:bodyPr lIns="36000" tIns="36000" rIns="36000" bIns="36000" anchor="ctr">
            <a:sp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2082" name="AutoShape 1058"/>
          <p:cNvSpPr>
            <a:spLocks noChangeArrowheads="1"/>
          </p:cNvSpPr>
          <p:nvPr userDrawn="1"/>
        </p:nvSpPr>
        <p:spPr bwMode="auto">
          <a:xfrm>
            <a:off x="6516688" y="476250"/>
            <a:ext cx="2627312" cy="538163"/>
          </a:xfrm>
          <a:prstGeom prst="roundRect">
            <a:avLst>
              <a:gd name="adj" fmla="val 29204"/>
            </a:avLst>
          </a:prstGeom>
          <a:solidFill>
            <a:schemeClr val="bg1"/>
          </a:solidFill>
          <a:ln w="12700">
            <a:noFill/>
            <a:round/>
            <a:headEnd/>
            <a:tailEnd/>
          </a:ln>
          <a:effectLst/>
        </p:spPr>
        <p:txBody>
          <a:bodyPr lIns="36000" tIns="36000" rIns="36000" bIns="36000" anchor="ctr">
            <a:sp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2083" name="Rectangle 1059"/>
          <p:cNvSpPr>
            <a:spLocks noChangeArrowheads="1"/>
          </p:cNvSpPr>
          <p:nvPr userDrawn="1"/>
        </p:nvSpPr>
        <p:spPr bwMode="auto">
          <a:xfrm>
            <a:off x="8316913" y="487363"/>
            <a:ext cx="827087" cy="2159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lIns="36000" tIns="36000" rIns="36000" bIns="36000" anchor="ctr">
            <a:sp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2086" name="Rectangle 1062"/>
          <p:cNvSpPr>
            <a:spLocks noChangeArrowheads="1"/>
          </p:cNvSpPr>
          <p:nvPr userDrawn="1"/>
        </p:nvSpPr>
        <p:spPr bwMode="auto">
          <a:xfrm>
            <a:off x="165100" y="173038"/>
            <a:ext cx="6135688" cy="463550"/>
          </a:xfrm>
          <a:prstGeom prst="rect">
            <a:avLst/>
          </a:prstGeom>
          <a:solidFill>
            <a:srgbClr val="A6C7EC"/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rgbClr val="A6C7EC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ko-KR" altLang="en-US"/>
          </a:p>
        </p:txBody>
      </p:sp>
      <p:pic>
        <p:nvPicPr>
          <p:cNvPr id="1033" name="Picture 1063" descr="PE01522_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146050" y="71438"/>
            <a:ext cx="536575" cy="61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Picture 1069" descr="컴퓨터과학과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15875" y="6542088"/>
            <a:ext cx="877888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0" descr="1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9159875" cy="686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3" name="Text Box 3"/>
          <p:cNvSpPr txBox="1">
            <a:spLocks noChangeArrowheads="1"/>
          </p:cNvSpPr>
          <p:nvPr/>
        </p:nvSpPr>
        <p:spPr bwMode="auto">
          <a:xfrm>
            <a:off x="4140200" y="5516563"/>
            <a:ext cx="4681538" cy="56630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 fontAlgn="base">
              <a:lnSpc>
                <a:spcPct val="100000"/>
              </a:lnSpc>
              <a:buFont typeface="Wingdings" pitchFamily="2" charset="2"/>
              <a:buNone/>
              <a:defRPr/>
            </a:pPr>
            <a:r>
              <a:rPr lang="en-US" altLang="ko-KR" sz="1400" b="0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HY헤드라인M" pitchFamily="18" charset="-127"/>
              </a:rPr>
              <a:t>2020</a:t>
            </a:r>
            <a:r>
              <a:rPr lang="ko-KR" altLang="en-US" sz="1400" b="0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HY헤드라인M" pitchFamily="18" charset="-127"/>
              </a:rPr>
              <a:t>년 가을학기</a:t>
            </a:r>
            <a:endParaRPr lang="en-US" altLang="ko-KR" sz="1400" b="0" dirty="0" smtClean="0">
              <a:effectLst>
                <a:outerShdw blurRad="38100" dist="38100" dir="2700000" algn="tl">
                  <a:srgbClr val="C0C0C0"/>
                </a:outerShdw>
              </a:effectLst>
              <a:ea typeface="HY헤드라인M" pitchFamily="18" charset="-127"/>
            </a:endParaRPr>
          </a:p>
          <a:p>
            <a:pPr algn="r" fontAlgn="base">
              <a:lnSpc>
                <a:spcPct val="100000"/>
              </a:lnSpc>
              <a:buFont typeface="Wingdings" pitchFamily="2" charset="2"/>
              <a:buNone/>
              <a:defRPr/>
            </a:pPr>
            <a:r>
              <a:rPr lang="ko-KR" altLang="en-US" sz="1400" b="0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HY헤드라인M" pitchFamily="18" charset="-127"/>
              </a:rPr>
              <a:t>강원대학교 컴퓨터공학과 최미정</a:t>
            </a:r>
            <a:endParaRPr lang="ko-KR" altLang="en-US" sz="1400" b="0" dirty="0">
              <a:effectLst>
                <a:outerShdw blurRad="38100" dist="38100" dir="2700000" algn="tl">
                  <a:srgbClr val="C0C0C0"/>
                </a:outerShdw>
              </a:effectLst>
              <a:ea typeface="HY헤드라인M" pitchFamily="18" charset="-127"/>
            </a:endParaRPr>
          </a:p>
        </p:txBody>
      </p:sp>
      <p:sp>
        <p:nvSpPr>
          <p:cNvPr id="148487" name="Text Box 7"/>
          <p:cNvSpPr txBox="1">
            <a:spLocks noChangeArrowheads="1"/>
          </p:cNvSpPr>
          <p:nvPr/>
        </p:nvSpPr>
        <p:spPr bwMode="auto">
          <a:xfrm>
            <a:off x="323529" y="1920242"/>
            <a:ext cx="8498210" cy="1969770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marL="292100" indent="-292100" algn="ctr">
              <a:lnSpc>
                <a:spcPct val="100000"/>
              </a:lnSpc>
              <a:spcBef>
                <a:spcPct val="10000"/>
              </a:spcBef>
              <a:buFont typeface="Wingdings" pitchFamily="2" charset="2"/>
              <a:buNone/>
              <a:tabLst>
                <a:tab pos="292100" algn="l"/>
                <a:tab pos="685800" algn="l"/>
              </a:tabLst>
              <a:defRPr/>
            </a:pPr>
            <a:r>
              <a:rPr lang="ko-KR" altLang="en-US" sz="4000" b="0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HY헤드라인M" pitchFamily="18" charset="-127"/>
              </a:rPr>
              <a:t>컴퓨터 네트워크 </a:t>
            </a:r>
            <a:endParaRPr lang="en-US" altLang="ko-KR" sz="4000" b="0" dirty="0" smtClean="0">
              <a:effectLst>
                <a:outerShdw blurRad="38100" dist="38100" dir="2700000" algn="tl">
                  <a:srgbClr val="C0C0C0"/>
                </a:outerShdw>
              </a:effectLst>
              <a:ea typeface="HY헤드라인M" pitchFamily="18" charset="-127"/>
            </a:endParaRPr>
          </a:p>
          <a:p>
            <a:pPr marL="292100" indent="-292100" algn="ctr">
              <a:lnSpc>
                <a:spcPct val="100000"/>
              </a:lnSpc>
              <a:spcBef>
                <a:spcPct val="10000"/>
              </a:spcBef>
              <a:buFont typeface="Wingdings" pitchFamily="2" charset="2"/>
              <a:buNone/>
              <a:tabLst>
                <a:tab pos="292100" algn="l"/>
                <a:tab pos="685800" algn="l"/>
              </a:tabLst>
              <a:defRPr/>
            </a:pPr>
            <a:r>
              <a:rPr lang="en-US" altLang="ko-KR" sz="4000" b="0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HY헤드라인M" pitchFamily="18" charset="-127"/>
              </a:rPr>
              <a:t>(Computer Networks) </a:t>
            </a:r>
            <a:endParaRPr lang="en-US" altLang="ko-KR" sz="4000" b="0" dirty="0">
              <a:effectLst>
                <a:outerShdw blurRad="38100" dist="38100" dir="2700000" algn="tl">
                  <a:srgbClr val="C0C0C0"/>
                </a:outerShdw>
              </a:effectLst>
              <a:ea typeface="HY헤드라인M" pitchFamily="18" charset="-127"/>
            </a:endParaRPr>
          </a:p>
          <a:p>
            <a:pPr marL="292100" indent="-292100" algn="ctr">
              <a:lnSpc>
                <a:spcPct val="100000"/>
              </a:lnSpc>
              <a:spcBef>
                <a:spcPct val="10000"/>
              </a:spcBef>
              <a:buFont typeface="Wingdings" pitchFamily="2" charset="2"/>
              <a:buNone/>
              <a:tabLst>
                <a:tab pos="292100" algn="l"/>
                <a:tab pos="685800" algn="l"/>
              </a:tabLst>
              <a:defRPr/>
            </a:pPr>
            <a:r>
              <a:rPr lang="en-US" altLang="ko-KR" sz="4000" b="0" dirty="0">
                <a:effectLst>
                  <a:outerShdw blurRad="38100" dist="38100" dir="2700000" algn="tl">
                    <a:srgbClr val="C0C0C0"/>
                  </a:outerShdw>
                </a:effectLst>
                <a:ea typeface="HY헤드라인M" pitchFamily="18" charset="-127"/>
                <a:sym typeface="Symbol" pitchFamily="18" charset="2"/>
              </a:rPr>
              <a:t></a:t>
            </a:r>
            <a:r>
              <a:rPr lang="en-US" altLang="ko-KR" sz="4000" b="0" dirty="0">
                <a:effectLst>
                  <a:outerShdw blurRad="38100" dist="38100" dir="2700000" algn="tl">
                    <a:srgbClr val="C0C0C0"/>
                  </a:outerShdw>
                </a:effectLst>
                <a:ea typeface="HY헤드라인M" pitchFamily="18" charset="-127"/>
              </a:rPr>
              <a:t> </a:t>
            </a:r>
            <a:r>
              <a:rPr lang="ko-KR" altLang="en-US" sz="4000" b="0" dirty="0">
                <a:effectLst>
                  <a:outerShdw blurRad="38100" dist="38100" dir="2700000" algn="tl">
                    <a:srgbClr val="C0C0C0"/>
                  </a:outerShdw>
                </a:effectLst>
                <a:ea typeface="HY헤드라인M" pitchFamily="18" charset="-127"/>
              </a:rPr>
              <a:t>개요 </a:t>
            </a:r>
            <a:r>
              <a:rPr lang="en-US" altLang="ko-KR" sz="4000" b="0" dirty="0">
                <a:effectLst>
                  <a:outerShdw blurRad="38100" dist="38100" dir="2700000" algn="tl">
                    <a:srgbClr val="C0C0C0"/>
                  </a:outerShdw>
                </a:effectLst>
                <a:ea typeface="HY헤드라인M" pitchFamily="18" charset="-127"/>
              </a:rPr>
              <a:t>(Overview)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Page </a:t>
            </a:r>
            <a:fld id="{8AEC989E-555E-4E55-9F3C-343127921532}" type="slidenum">
              <a:rPr lang="en-US" altLang="ko-KR"/>
              <a:pPr>
                <a:defRPr/>
              </a:pPr>
              <a:t>2</a:t>
            </a:fld>
            <a:endParaRPr lang="en-US" altLang="ko-KR"/>
          </a:p>
        </p:txBody>
      </p:sp>
      <p:sp>
        <p:nvSpPr>
          <p:cNvPr id="649222" name="Rectangle 6"/>
          <p:cNvSpPr>
            <a:spLocks noChangeArrowheads="1"/>
          </p:cNvSpPr>
          <p:nvPr/>
        </p:nvSpPr>
        <p:spPr bwMode="auto">
          <a:xfrm>
            <a:off x="815974" y="163513"/>
            <a:ext cx="512417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fontAlgn="base">
              <a:lnSpc>
                <a:spcPct val="100000"/>
              </a:lnSpc>
              <a:spcBef>
                <a:spcPct val="0"/>
              </a:spcBef>
              <a:buClrTx/>
              <a:buFont typeface="Wingdings" pitchFamily="2" charset="2"/>
              <a:buNone/>
              <a:defRPr/>
            </a:pPr>
            <a:r>
              <a:rPr lang="ko-KR" altLang="en-US" sz="2400" b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HY헤드라인M" pitchFamily="18" charset="-127"/>
              </a:rPr>
              <a:t>컴퓨터네트워</a:t>
            </a:r>
            <a:r>
              <a:rPr lang="ko-KR" altLang="en-US" sz="2400" b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HY헤드라인M" pitchFamily="18" charset="-127"/>
              </a:rPr>
              <a:t>크</a:t>
            </a:r>
            <a:r>
              <a:rPr lang="ko-KR" altLang="en-US" sz="2400" b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HY헤드라인M" pitchFamily="18" charset="-127"/>
              </a:rPr>
              <a:t> </a:t>
            </a:r>
            <a:r>
              <a:rPr lang="ko-KR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HY헤드라인M" pitchFamily="18" charset="-127"/>
              </a:rPr>
              <a:t>개요 및 응용 분야</a:t>
            </a:r>
          </a:p>
        </p:txBody>
      </p:sp>
      <p:sp>
        <p:nvSpPr>
          <p:cNvPr id="4100" name="Text Box 7"/>
          <p:cNvSpPr txBox="1">
            <a:spLocks noChangeArrowheads="1"/>
          </p:cNvSpPr>
          <p:nvPr/>
        </p:nvSpPr>
        <p:spPr bwMode="auto">
          <a:xfrm>
            <a:off x="323850" y="936625"/>
            <a:ext cx="8569325" cy="38706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36000" tIns="36000" rIns="36000" bIns="36000">
            <a:spAutoFit/>
          </a:bodyPr>
          <a:lstStyle/>
          <a:p>
            <a:pPr marL="292100" indent="-29210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Font typeface="Wingdings" pitchFamily="2" charset="2"/>
              <a:buBlip>
                <a:blip r:embed="rId3"/>
              </a:buBlip>
              <a:tabLst>
                <a:tab pos="268288" algn="l"/>
              </a:tabLst>
            </a:pPr>
            <a:r>
              <a:rPr lang="ko-KR" altLang="en-US" sz="2000" b="0" dirty="0">
                <a:ea typeface="HY헤드라인M" pitchFamily="18" charset="-127"/>
              </a:rPr>
              <a:t>과목 개요</a:t>
            </a:r>
          </a:p>
          <a:p>
            <a:pPr marL="530225" lvl="1" indent="-236538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Tx/>
              <a:buChar char="•"/>
              <a:tabLst>
                <a:tab pos="268288" algn="l"/>
              </a:tabLst>
            </a:pPr>
            <a:r>
              <a:rPr lang="ko-KR" altLang="en-US" b="0" dirty="0" smtClean="0">
                <a:ea typeface="HY헤드라인M" pitchFamily="18" charset="-127"/>
              </a:rPr>
              <a:t>인터넷의 </a:t>
            </a:r>
            <a:r>
              <a:rPr lang="ko-KR" altLang="en-US" b="0" dirty="0">
                <a:ea typeface="HY헤드라인M" pitchFamily="18" charset="-127"/>
              </a:rPr>
              <a:t>발달은 산업발전을 포함한 인류역사발전에 크게 기여하고 있다</a:t>
            </a:r>
            <a:endParaRPr lang="en-US" altLang="ko-KR" b="0" dirty="0">
              <a:ea typeface="HY헤드라인M" pitchFamily="18" charset="-127"/>
            </a:endParaRPr>
          </a:p>
          <a:p>
            <a:pPr marL="530225" lvl="1" indent="-236538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Tx/>
              <a:buChar char="•"/>
              <a:tabLst>
                <a:tab pos="268288" algn="l"/>
              </a:tabLst>
            </a:pPr>
            <a:r>
              <a:rPr lang="ko-KR" altLang="en-US" b="0" dirty="0">
                <a:ea typeface="HY헤드라인M" pitchFamily="18" charset="-127"/>
              </a:rPr>
              <a:t>본</a:t>
            </a:r>
            <a:r>
              <a:rPr lang="en-US" altLang="ko-KR" b="0" dirty="0">
                <a:ea typeface="HY헤드라인M" pitchFamily="18" charset="-127"/>
              </a:rPr>
              <a:t> </a:t>
            </a:r>
            <a:r>
              <a:rPr lang="ko-KR" altLang="en-US" b="0" dirty="0">
                <a:ea typeface="HY헤드라인M" pitchFamily="18" charset="-127"/>
              </a:rPr>
              <a:t>과목은 </a:t>
            </a:r>
            <a:r>
              <a:rPr lang="en-US" altLang="ko-KR" b="0" dirty="0">
                <a:ea typeface="HY헤드라인M" pitchFamily="18" charset="-127"/>
              </a:rPr>
              <a:t>ISO OSI Reference model</a:t>
            </a:r>
            <a:r>
              <a:rPr lang="ko-KR" altLang="en-US" b="0" dirty="0">
                <a:ea typeface="HY헤드라인M" pitchFamily="18" charset="-127"/>
              </a:rPr>
              <a:t>에서 상위 프로토콜을 중심으로 통신 및 네트워크 이론을 이해하고 이를 응용하는 방법에 대하여 공부한다</a:t>
            </a:r>
            <a:r>
              <a:rPr lang="en-US" altLang="ko-KR" b="0" dirty="0">
                <a:ea typeface="HY헤드라인M" pitchFamily="18" charset="-127"/>
              </a:rPr>
              <a:t>. </a:t>
            </a:r>
          </a:p>
          <a:p>
            <a:pPr marL="530225" lvl="1" indent="-236538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Tx/>
              <a:buChar char="•"/>
              <a:tabLst>
                <a:tab pos="268288" algn="l"/>
              </a:tabLst>
            </a:pPr>
            <a:r>
              <a:rPr lang="en-US" altLang="ko-KR" b="0" dirty="0" smtClean="0">
                <a:ea typeface="HY헤드라인M" pitchFamily="18" charset="-127"/>
              </a:rPr>
              <a:t>1</a:t>
            </a:r>
            <a:r>
              <a:rPr lang="ko-KR" altLang="en-US" b="0" dirty="0" smtClean="0">
                <a:ea typeface="HY헤드라인M" pitchFamily="18" charset="-127"/>
              </a:rPr>
              <a:t>학기의 상위 </a:t>
            </a:r>
            <a:r>
              <a:rPr lang="ko-KR" altLang="en-US" b="0" dirty="0">
                <a:ea typeface="HY헤드라인M" pitchFamily="18" charset="-127"/>
              </a:rPr>
              <a:t>프로토콜을 구성하는 각 계층의 기본 개념 및 각 계층별 속성에 대한 설명을 </a:t>
            </a:r>
            <a:r>
              <a:rPr lang="ko-KR" altLang="en-US" b="0" dirty="0" smtClean="0">
                <a:ea typeface="HY헤드라인M" pitchFamily="18" charset="-127"/>
              </a:rPr>
              <a:t>기반으로 </a:t>
            </a:r>
            <a:r>
              <a:rPr lang="ko-KR" altLang="en-US" b="0" dirty="0" err="1" smtClean="0">
                <a:ea typeface="HY헤드라인M" pitchFamily="18" charset="-127"/>
              </a:rPr>
              <a:t>모바일</a:t>
            </a:r>
            <a:r>
              <a:rPr lang="ko-KR" altLang="en-US" b="0" dirty="0" smtClean="0">
                <a:ea typeface="HY헤드라인M" pitchFamily="18" charset="-127"/>
              </a:rPr>
              <a:t> 네트워크와 멀티미디어 네트워크에 대해서 학습한</a:t>
            </a:r>
            <a:r>
              <a:rPr lang="ko-KR" altLang="en-US" b="0" dirty="0">
                <a:ea typeface="HY헤드라인M" pitchFamily="18" charset="-127"/>
              </a:rPr>
              <a:t>다</a:t>
            </a:r>
            <a:r>
              <a:rPr lang="en-US" altLang="ko-KR" b="0" dirty="0" smtClean="0">
                <a:ea typeface="HY헤드라인M" pitchFamily="18" charset="-127"/>
              </a:rPr>
              <a:t>.</a:t>
            </a:r>
          </a:p>
          <a:p>
            <a:pPr marL="530225" lvl="1" indent="-236538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Tx/>
              <a:buChar char="•"/>
              <a:tabLst>
                <a:tab pos="268288" algn="l"/>
              </a:tabLst>
            </a:pPr>
            <a:endParaRPr lang="ko-KR" altLang="en-US" b="0" dirty="0">
              <a:ea typeface="HY헤드라인M" pitchFamily="18" charset="-127"/>
            </a:endParaRPr>
          </a:p>
          <a:p>
            <a:pPr marL="292100" indent="-29210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Font typeface="Wingdings" pitchFamily="2" charset="2"/>
              <a:buBlip>
                <a:blip r:embed="rId3"/>
              </a:buBlip>
              <a:tabLst>
                <a:tab pos="268288" algn="l"/>
              </a:tabLst>
            </a:pPr>
            <a:r>
              <a:rPr lang="ko-KR" altLang="en-US" sz="2000" b="0" dirty="0" smtClean="0">
                <a:ea typeface="HY헤드라인M" pitchFamily="18" charset="-127"/>
              </a:rPr>
              <a:t>과목 목표</a:t>
            </a:r>
            <a:endParaRPr lang="ko-KR" altLang="en-US" sz="2000" b="0" dirty="0">
              <a:ea typeface="HY헤드라인M" pitchFamily="18" charset="-127"/>
            </a:endParaRPr>
          </a:p>
          <a:p>
            <a:pPr marL="530225" lvl="1" indent="-236538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Tx/>
              <a:buChar char="•"/>
              <a:tabLst>
                <a:tab pos="268288" algn="l"/>
              </a:tabLst>
            </a:pPr>
            <a:r>
              <a:rPr lang="ko-KR" altLang="en-US" b="0" dirty="0">
                <a:ea typeface="HY헤드라인M" pitchFamily="18" charset="-127"/>
              </a:rPr>
              <a:t>컴퓨터의 급속한 보급에 따라 이들 컴퓨터 사이의 정보전달의 필요성이 증대되어왔다</a:t>
            </a:r>
            <a:r>
              <a:rPr lang="en-US" altLang="ko-KR" b="0" dirty="0">
                <a:ea typeface="HY헤드라인M" pitchFamily="18" charset="-127"/>
              </a:rPr>
              <a:t>.</a:t>
            </a:r>
          </a:p>
          <a:p>
            <a:pPr marL="530225" lvl="1" indent="-236538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Tx/>
              <a:buChar char="•"/>
              <a:tabLst>
                <a:tab pos="268288" algn="l"/>
              </a:tabLst>
            </a:pPr>
            <a:r>
              <a:rPr lang="ko-KR" altLang="en-US" b="0" dirty="0">
                <a:ea typeface="HY헤드라인M" pitchFamily="18" charset="-127"/>
              </a:rPr>
              <a:t>컴퓨터네트워크는 이들 컴퓨터들은 정보를 교환하는 수단을 제공하며 자원의 효율적 사용을 가능하게 해 준다</a:t>
            </a:r>
            <a:r>
              <a:rPr lang="en-US" altLang="ko-KR" b="0" dirty="0">
                <a:ea typeface="HY헤드라인M" pitchFamily="18" charset="-127"/>
              </a:rPr>
              <a:t>. </a:t>
            </a:r>
            <a:endParaRPr lang="en-US" altLang="ko-KR" b="0" dirty="0" smtClean="0">
              <a:ea typeface="HY헤드라인M" pitchFamily="18" charset="-127"/>
            </a:endParaRPr>
          </a:p>
          <a:p>
            <a:pPr marL="530225" lvl="1" indent="-236538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Tx/>
              <a:buChar char="•"/>
              <a:tabLst>
                <a:tab pos="268288" algn="l"/>
              </a:tabLst>
            </a:pPr>
            <a:r>
              <a:rPr lang="ko-KR" altLang="en-US" b="0" dirty="0" smtClean="0">
                <a:ea typeface="HY헤드라인M" pitchFamily="18" charset="-127"/>
              </a:rPr>
              <a:t>본 </a:t>
            </a:r>
            <a:r>
              <a:rPr lang="ko-KR" altLang="en-US" b="0" dirty="0">
                <a:ea typeface="HY헤드라인M" pitchFamily="18" charset="-127"/>
              </a:rPr>
              <a:t>과목에서는 </a:t>
            </a:r>
            <a:r>
              <a:rPr lang="ko-KR" altLang="en-US" b="0" dirty="0" smtClean="0">
                <a:ea typeface="HY헤드라인M" pitchFamily="18" charset="-127"/>
              </a:rPr>
              <a:t>현재 네트워크 이론 및 동향에 대하여 </a:t>
            </a:r>
            <a:r>
              <a:rPr lang="ko-KR" altLang="en-US" b="0" dirty="0">
                <a:ea typeface="HY헤드라인M" pitchFamily="18" charset="-127"/>
              </a:rPr>
              <a:t>공부하는 것이 목적이다</a:t>
            </a:r>
            <a:r>
              <a:rPr lang="en-US" altLang="ko-KR" b="0" dirty="0">
                <a:ea typeface="HY헤드라인M" pitchFamily="18" charset="-127"/>
              </a:rPr>
              <a:t>. </a:t>
            </a:r>
            <a:endParaRPr lang="en-US" altLang="ko-KR" sz="2000" b="0" dirty="0">
              <a:solidFill>
                <a:schemeClr val="accent2"/>
              </a:solidFill>
              <a:ea typeface="HY헤드라인M" pitchFamily="18" charset="-127"/>
            </a:endParaRPr>
          </a:p>
        </p:txBody>
      </p:sp>
      <p:sp>
        <p:nvSpPr>
          <p:cNvPr id="4101" name="Text Box 8"/>
          <p:cNvSpPr txBox="1">
            <a:spLocks noChangeArrowheads="1"/>
          </p:cNvSpPr>
          <p:nvPr/>
        </p:nvSpPr>
        <p:spPr bwMode="auto">
          <a:xfrm>
            <a:off x="6751032" y="475360"/>
            <a:ext cx="2302481" cy="25736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</p:spPr>
        <p:txBody>
          <a:bodyPr wrap="none" lIns="36000" tIns="36000" rIns="36000" bIns="36000" anchor="ctr">
            <a:spAutoFit/>
          </a:bodyPr>
          <a:lstStyle/>
          <a:p>
            <a:pPr marL="292100" indent="-292100" algn="r">
              <a:lnSpc>
                <a:spcPct val="100000"/>
              </a:lnSpc>
              <a:spcBef>
                <a:spcPct val="0"/>
              </a:spcBef>
              <a:buFont typeface="Wingdings" pitchFamily="2" charset="2"/>
              <a:buNone/>
              <a:tabLst>
                <a:tab pos="292100" algn="l"/>
                <a:tab pos="685800" algn="l"/>
              </a:tabLst>
            </a:pPr>
            <a:r>
              <a:rPr lang="en-US" altLang="ko-KR" sz="1200" b="0" dirty="0">
                <a:solidFill>
                  <a:srgbClr val="0066CC"/>
                </a:solidFill>
                <a:ea typeface="HY헤드라인M" pitchFamily="18" charset="-127"/>
                <a:sym typeface="Wingdings" pitchFamily="2" charset="2"/>
              </a:rPr>
              <a:t>Overview of </a:t>
            </a:r>
            <a:r>
              <a:rPr lang="en-US" altLang="ko-KR" sz="1200" b="0" dirty="0" smtClean="0">
                <a:solidFill>
                  <a:srgbClr val="0066CC"/>
                </a:solidFill>
                <a:ea typeface="HY헤드라인M" pitchFamily="18" charset="-127"/>
                <a:sym typeface="Wingdings" pitchFamily="2" charset="2"/>
              </a:rPr>
              <a:t>Computer Networks</a:t>
            </a:r>
            <a:endParaRPr lang="en-US" altLang="ko-KR" sz="1200" b="0" dirty="0">
              <a:solidFill>
                <a:srgbClr val="0066CC"/>
              </a:solidFill>
              <a:ea typeface="HY헤드라인M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Page </a:t>
            </a:r>
            <a:fld id="{4BFA8718-2B96-43DE-80DB-1C53305DFC2D}" type="slidenum">
              <a:rPr lang="en-US" altLang="ko-KR"/>
              <a:pPr>
                <a:defRPr/>
              </a:pPr>
              <a:t>3</a:t>
            </a:fld>
            <a:endParaRPr lang="en-US" altLang="ko-KR"/>
          </a:p>
        </p:txBody>
      </p:sp>
      <p:sp>
        <p:nvSpPr>
          <p:cNvPr id="693251" name="Rectangle 3"/>
          <p:cNvSpPr>
            <a:spLocks noChangeArrowheads="1"/>
          </p:cNvSpPr>
          <p:nvPr/>
        </p:nvSpPr>
        <p:spPr bwMode="auto">
          <a:xfrm>
            <a:off x="815975" y="163513"/>
            <a:ext cx="45481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lnSpc>
                <a:spcPct val="100000"/>
              </a:lnSpc>
              <a:spcBef>
                <a:spcPct val="0"/>
              </a:spcBef>
              <a:buClrTx/>
              <a:buFont typeface="Wingdings" pitchFamily="2" charset="2"/>
              <a:buNone/>
              <a:defRPr/>
            </a:pPr>
            <a:r>
              <a:rPr lang="ko-KR" altLang="en-US" sz="2400" b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HY헤드라인M" pitchFamily="18" charset="-127"/>
              </a:rPr>
              <a:t>강의 계획</a:t>
            </a:r>
            <a:r>
              <a:rPr lang="en-US" altLang="ko-KR" sz="2400" b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HY헤드라인M" pitchFamily="18" charset="-127"/>
              </a:rPr>
              <a:t>(1/3)</a:t>
            </a:r>
          </a:p>
        </p:txBody>
      </p:sp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323850" y="908720"/>
            <a:ext cx="8569325" cy="423999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36000" tIns="36000" rIns="36000" bIns="36000">
            <a:spAutoFit/>
          </a:bodyPr>
          <a:lstStyle/>
          <a:p>
            <a:pPr marL="292100" indent="-29210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Font typeface="Wingdings" pitchFamily="2" charset="2"/>
              <a:buBlip>
                <a:blip r:embed="rId3"/>
              </a:buBlip>
              <a:tabLst>
                <a:tab pos="268288" algn="l"/>
              </a:tabLst>
            </a:pPr>
            <a:r>
              <a:rPr lang="ko-KR" altLang="en-US" sz="2000" b="0" dirty="0" smtClean="0">
                <a:ea typeface="HY헤드라인M" pitchFamily="18" charset="-127"/>
              </a:rPr>
              <a:t>강의 </a:t>
            </a:r>
            <a:r>
              <a:rPr lang="ko-KR" altLang="en-US" sz="2000" b="0" dirty="0">
                <a:ea typeface="HY헤드라인M" pitchFamily="18" charset="-127"/>
              </a:rPr>
              <a:t>시간 및 담당 교수</a:t>
            </a:r>
          </a:p>
          <a:p>
            <a:pPr marL="530225" lvl="1" indent="-236538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Tx/>
              <a:buChar char="•"/>
              <a:tabLst>
                <a:tab pos="268288" algn="l"/>
              </a:tabLst>
            </a:pPr>
            <a:r>
              <a:rPr lang="ko-KR" altLang="en-US" b="0" dirty="0">
                <a:ea typeface="HY헤드라인M" pitchFamily="18" charset="-127"/>
              </a:rPr>
              <a:t>강의 시간</a:t>
            </a:r>
            <a:r>
              <a:rPr lang="en-US" altLang="ko-KR" b="0" dirty="0">
                <a:ea typeface="HY헤드라인M" pitchFamily="18" charset="-127"/>
              </a:rPr>
              <a:t>: </a:t>
            </a:r>
            <a:r>
              <a:rPr lang="ko-KR" altLang="en-US" b="0" dirty="0" smtClean="0">
                <a:ea typeface="HY헤드라인M" pitchFamily="18" charset="-127"/>
              </a:rPr>
              <a:t>월</a:t>
            </a:r>
            <a:r>
              <a:rPr lang="en-US" altLang="ko-KR" b="0" dirty="0" smtClean="0">
                <a:ea typeface="HY헤드라인M" pitchFamily="18" charset="-127"/>
              </a:rPr>
              <a:t>, </a:t>
            </a:r>
            <a:r>
              <a:rPr lang="ko-KR" altLang="en-US" b="0" dirty="0" smtClean="0">
                <a:ea typeface="HY헤드라인M" pitchFamily="18" charset="-127"/>
              </a:rPr>
              <a:t>목 </a:t>
            </a:r>
            <a:r>
              <a:rPr lang="en-US" altLang="ko-KR" b="0" dirty="0" smtClean="0">
                <a:ea typeface="HY헤드라인M" pitchFamily="18" charset="-127"/>
              </a:rPr>
              <a:t>3:00~4:15</a:t>
            </a:r>
          </a:p>
          <a:p>
            <a:pPr marL="530225" lvl="1" indent="-236538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Tx/>
              <a:buChar char="•"/>
              <a:tabLst>
                <a:tab pos="268288" algn="l"/>
              </a:tabLst>
            </a:pPr>
            <a:r>
              <a:rPr lang="ko-KR" altLang="en-US" b="0" dirty="0" smtClean="0">
                <a:ea typeface="HY헤드라인M" pitchFamily="18" charset="-127"/>
              </a:rPr>
              <a:t>강의실</a:t>
            </a:r>
            <a:r>
              <a:rPr lang="en-US" altLang="ko-KR" b="0" dirty="0" smtClean="0">
                <a:ea typeface="HY헤드라인M" pitchFamily="18" charset="-127"/>
              </a:rPr>
              <a:t>: </a:t>
            </a:r>
            <a:r>
              <a:rPr lang="ko-KR" altLang="en-US" b="0" dirty="0" err="1" smtClean="0">
                <a:ea typeface="HY헤드라인M" pitchFamily="18" charset="-127"/>
              </a:rPr>
              <a:t>한빛관</a:t>
            </a:r>
            <a:r>
              <a:rPr lang="ko-KR" altLang="en-US" b="0" dirty="0" smtClean="0">
                <a:ea typeface="HY헤드라인M" pitchFamily="18" charset="-127"/>
              </a:rPr>
              <a:t> </a:t>
            </a:r>
            <a:r>
              <a:rPr lang="en-US" altLang="ko-KR" b="0" dirty="0" smtClean="0">
                <a:ea typeface="HY헤드라인M" pitchFamily="18" charset="-127"/>
              </a:rPr>
              <a:t>412</a:t>
            </a:r>
            <a:r>
              <a:rPr lang="ko-KR" altLang="en-US" b="0" dirty="0" smtClean="0">
                <a:ea typeface="HY헤드라인M" pitchFamily="18" charset="-127"/>
              </a:rPr>
              <a:t>호 </a:t>
            </a:r>
            <a:r>
              <a:rPr lang="en-US" altLang="ko-KR" b="0" dirty="0" smtClean="0">
                <a:ea typeface="HY헤드라인M" pitchFamily="18" charset="-127"/>
              </a:rPr>
              <a:t>(</a:t>
            </a:r>
            <a:r>
              <a:rPr lang="ko-KR" altLang="en-US" b="0" dirty="0" smtClean="0">
                <a:ea typeface="HY헤드라인M" pitchFamily="18" charset="-127"/>
              </a:rPr>
              <a:t>온라인 강의</a:t>
            </a:r>
            <a:r>
              <a:rPr lang="en-US" altLang="ko-KR" b="0" dirty="0" smtClean="0">
                <a:ea typeface="HY헤드라인M" pitchFamily="18" charset="-127"/>
              </a:rPr>
              <a:t>)</a:t>
            </a:r>
          </a:p>
          <a:p>
            <a:pPr marL="530225" lvl="1" indent="-236538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Tx/>
              <a:buChar char="•"/>
              <a:tabLst>
                <a:tab pos="268288" algn="l"/>
              </a:tabLst>
            </a:pPr>
            <a:r>
              <a:rPr lang="en-US" altLang="ko-KR" b="0" dirty="0" smtClean="0">
                <a:ea typeface="HY헤드라인M" pitchFamily="18" charset="-127"/>
              </a:rPr>
              <a:t>ZOOM </a:t>
            </a:r>
            <a:r>
              <a:rPr lang="ko-KR" altLang="en-US" b="0" dirty="0" smtClean="0">
                <a:ea typeface="HY헤드라인M" pitchFamily="18" charset="-127"/>
              </a:rPr>
              <a:t>시간</a:t>
            </a:r>
            <a:r>
              <a:rPr lang="en-US" altLang="ko-KR" b="0" dirty="0" smtClean="0">
                <a:ea typeface="HY헤드라인M" pitchFamily="18" charset="-127"/>
              </a:rPr>
              <a:t>: </a:t>
            </a:r>
            <a:r>
              <a:rPr lang="ko-KR" altLang="en-US" b="0" dirty="0" smtClean="0">
                <a:ea typeface="HY헤드라인M" pitchFamily="18" charset="-127"/>
              </a:rPr>
              <a:t>월요일 </a:t>
            </a:r>
            <a:r>
              <a:rPr lang="en-US" altLang="ko-KR" b="0" dirty="0" smtClean="0">
                <a:ea typeface="HY헤드라인M" pitchFamily="18" charset="-127"/>
              </a:rPr>
              <a:t>3:00~4:00</a:t>
            </a:r>
            <a:endParaRPr lang="en-US" altLang="ko-KR" b="0" dirty="0">
              <a:ea typeface="HY헤드라인M" pitchFamily="18" charset="-127"/>
            </a:endParaRPr>
          </a:p>
          <a:p>
            <a:pPr marL="530225" lvl="1" indent="-236538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Tx/>
              <a:buChar char="•"/>
              <a:tabLst>
                <a:tab pos="268288" algn="l"/>
              </a:tabLst>
            </a:pPr>
            <a:r>
              <a:rPr lang="ko-KR" altLang="en-US" b="0" dirty="0">
                <a:ea typeface="HY헤드라인M" pitchFamily="18" charset="-127"/>
              </a:rPr>
              <a:t>담당 교수</a:t>
            </a:r>
            <a:r>
              <a:rPr lang="en-US" altLang="ko-KR" b="0" dirty="0">
                <a:ea typeface="HY헤드라인M" pitchFamily="18" charset="-127"/>
              </a:rPr>
              <a:t>: </a:t>
            </a:r>
            <a:r>
              <a:rPr lang="ko-KR" altLang="en-US" b="0" dirty="0" smtClean="0">
                <a:ea typeface="HY헤드라인M" pitchFamily="18" charset="-127"/>
              </a:rPr>
              <a:t>최미정 </a:t>
            </a:r>
            <a:r>
              <a:rPr lang="en-US" altLang="ko-KR" b="0" dirty="0" smtClean="0">
                <a:ea typeface="HY헤드라인M" pitchFamily="18" charset="-127"/>
              </a:rPr>
              <a:t>(</a:t>
            </a:r>
            <a:r>
              <a:rPr lang="ko-KR" altLang="en-US" b="0" dirty="0" err="1" smtClean="0">
                <a:ea typeface="HY헤드라인M" pitchFamily="18" charset="-127"/>
              </a:rPr>
              <a:t>한빛관</a:t>
            </a:r>
            <a:r>
              <a:rPr lang="ko-KR" altLang="en-US" b="0" dirty="0" smtClean="0">
                <a:ea typeface="HY헤드라인M" pitchFamily="18" charset="-127"/>
              </a:rPr>
              <a:t> </a:t>
            </a:r>
            <a:r>
              <a:rPr lang="en-US" altLang="ko-KR" b="0" dirty="0" smtClean="0">
                <a:ea typeface="HY헤드라인M" pitchFamily="18" charset="-127"/>
              </a:rPr>
              <a:t>305</a:t>
            </a:r>
            <a:r>
              <a:rPr lang="ko-KR" altLang="en-US" b="0" dirty="0" smtClean="0">
                <a:ea typeface="HY헤드라인M" pitchFamily="18" charset="-127"/>
              </a:rPr>
              <a:t>호</a:t>
            </a:r>
            <a:r>
              <a:rPr lang="en-US" altLang="ko-KR" b="0" dirty="0" smtClean="0">
                <a:ea typeface="HY헤드라인M" pitchFamily="18" charset="-127"/>
              </a:rPr>
              <a:t>, x8442, mjchoi@kangwon.ac.kr)</a:t>
            </a:r>
          </a:p>
          <a:p>
            <a:pPr marL="530225" lvl="1" indent="-236538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Tx/>
              <a:buChar char="•"/>
              <a:tabLst>
                <a:tab pos="268288" algn="l"/>
              </a:tabLst>
            </a:pPr>
            <a:endParaRPr lang="en-US" altLang="ko-KR" b="0" dirty="0">
              <a:ea typeface="HY헤드라인M" pitchFamily="18" charset="-127"/>
            </a:endParaRPr>
          </a:p>
          <a:p>
            <a:pPr marL="292100" indent="-29210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Font typeface="Wingdings" pitchFamily="2" charset="2"/>
              <a:buBlip>
                <a:blip r:embed="rId3"/>
              </a:buBlip>
              <a:tabLst>
                <a:tab pos="268288" algn="l"/>
              </a:tabLst>
            </a:pPr>
            <a:r>
              <a:rPr lang="ko-KR" altLang="en-US" sz="2000" b="0" dirty="0">
                <a:ea typeface="HY헤드라인M" pitchFamily="18" charset="-127"/>
              </a:rPr>
              <a:t>강의 교재</a:t>
            </a:r>
          </a:p>
          <a:p>
            <a:pPr marL="530225" lvl="1" indent="-236538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Tx/>
              <a:buChar char="•"/>
              <a:tabLst>
                <a:tab pos="268288" algn="l"/>
              </a:tabLst>
            </a:pPr>
            <a:r>
              <a:rPr lang="ko-KR" altLang="en-US" b="0" dirty="0" smtClean="0">
                <a:ea typeface="HY헤드라인M" pitchFamily="18" charset="-127"/>
              </a:rPr>
              <a:t>교재</a:t>
            </a:r>
            <a:r>
              <a:rPr lang="en-US" altLang="ko-KR" b="0" dirty="0">
                <a:ea typeface="HY헤드라인M" pitchFamily="18" charset="-127"/>
              </a:rPr>
              <a:t>: </a:t>
            </a:r>
            <a:r>
              <a:rPr lang="ko-KR" altLang="en-US" b="0" dirty="0">
                <a:ea typeface="HY헤드라인M" pitchFamily="18" charset="-127"/>
              </a:rPr>
              <a:t>컴퓨터 네트워킹 </a:t>
            </a:r>
            <a:r>
              <a:rPr lang="en-US" altLang="ko-KR" b="0" dirty="0">
                <a:ea typeface="HY헤드라인M" pitchFamily="18" charset="-127"/>
              </a:rPr>
              <a:t>-</a:t>
            </a:r>
            <a:r>
              <a:rPr lang="ko-KR" altLang="en-US" b="0" dirty="0">
                <a:ea typeface="HY헤드라인M" pitchFamily="18" charset="-127"/>
              </a:rPr>
              <a:t>하향식 접근</a:t>
            </a:r>
            <a:r>
              <a:rPr lang="en-US" altLang="ko-KR" b="0" dirty="0">
                <a:ea typeface="HY헤드라인M" pitchFamily="18" charset="-127"/>
              </a:rPr>
              <a:t>-, </a:t>
            </a:r>
            <a:r>
              <a:rPr lang="ko-KR" altLang="en-US" b="0" dirty="0" smtClean="0">
                <a:ea typeface="HY헤드라인M" pitchFamily="18" charset="-127"/>
              </a:rPr>
              <a:t>제</a:t>
            </a:r>
            <a:r>
              <a:rPr lang="en-US" altLang="ko-KR" b="0" dirty="0" smtClean="0">
                <a:ea typeface="HY헤드라인M" pitchFamily="18" charset="-127"/>
              </a:rPr>
              <a:t>7</a:t>
            </a:r>
            <a:r>
              <a:rPr lang="ko-KR" altLang="en-US" b="0" dirty="0" smtClean="0">
                <a:ea typeface="HY헤드라인M" pitchFamily="18" charset="-127"/>
              </a:rPr>
              <a:t>판</a:t>
            </a:r>
            <a:r>
              <a:rPr lang="en-US" altLang="ko-KR" b="0" dirty="0">
                <a:ea typeface="HY헤드라인M" pitchFamily="18" charset="-127"/>
              </a:rPr>
              <a:t>, </a:t>
            </a:r>
            <a:r>
              <a:rPr lang="ko-KR" altLang="en-US" b="0" dirty="0" smtClean="0">
                <a:ea typeface="HY헤드라인M" pitchFamily="18" charset="-127"/>
              </a:rPr>
              <a:t>최종원 외 </a:t>
            </a:r>
            <a:r>
              <a:rPr lang="en-US" altLang="ko-KR" b="0" dirty="0">
                <a:ea typeface="HY헤드라인M" pitchFamily="18" charset="-127"/>
              </a:rPr>
              <a:t>5</a:t>
            </a:r>
            <a:r>
              <a:rPr lang="ko-KR" altLang="en-US" b="0" dirty="0">
                <a:ea typeface="HY헤드라인M" pitchFamily="18" charset="-127"/>
              </a:rPr>
              <a:t>인 공역</a:t>
            </a:r>
            <a:r>
              <a:rPr lang="en-US" altLang="ko-KR" b="0" dirty="0">
                <a:ea typeface="HY헤드라인M" pitchFamily="18" charset="-127"/>
              </a:rPr>
              <a:t>, </a:t>
            </a:r>
            <a:r>
              <a:rPr lang="ko-KR" altLang="en-US" b="0" dirty="0" err="1">
                <a:ea typeface="HY헤드라인M" pitchFamily="18" charset="-127"/>
              </a:rPr>
              <a:t>교보문고</a:t>
            </a:r>
            <a:endParaRPr lang="ko-KR" altLang="en-US" b="0" dirty="0">
              <a:ea typeface="HY헤드라인M" pitchFamily="18" charset="-127"/>
            </a:endParaRPr>
          </a:p>
          <a:p>
            <a:pPr marL="530225" lvl="1" indent="-236538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Tx/>
              <a:buChar char="•"/>
              <a:tabLst>
                <a:tab pos="268288" algn="l"/>
              </a:tabLst>
            </a:pPr>
            <a:r>
              <a:rPr lang="ko-KR" altLang="en-US" b="0" dirty="0" smtClean="0">
                <a:ea typeface="HY헤드라인M" pitchFamily="18" charset="-127"/>
              </a:rPr>
              <a:t>부교재</a:t>
            </a:r>
            <a:r>
              <a:rPr lang="en-US" altLang="ko-KR" b="0" dirty="0" smtClean="0">
                <a:ea typeface="HY헤드라인M" pitchFamily="18" charset="-127"/>
              </a:rPr>
              <a:t>(</a:t>
            </a:r>
            <a:r>
              <a:rPr lang="ko-KR" altLang="en-US" b="0" dirty="0" smtClean="0">
                <a:ea typeface="HY헤드라인M" pitchFamily="18" charset="-127"/>
              </a:rPr>
              <a:t>원서</a:t>
            </a:r>
            <a:r>
              <a:rPr lang="en-US" altLang="ko-KR" b="0" dirty="0" smtClean="0">
                <a:ea typeface="HY헤드라인M" pitchFamily="18" charset="-127"/>
              </a:rPr>
              <a:t>): </a:t>
            </a:r>
            <a:r>
              <a:rPr lang="en-US" altLang="ko-KR" b="0" dirty="0">
                <a:ea typeface="HY헤드라인M" pitchFamily="18" charset="-127"/>
              </a:rPr>
              <a:t>Computer Networking A Top-Down Approach, </a:t>
            </a:r>
            <a:r>
              <a:rPr lang="en-US" altLang="ko-KR" b="0" dirty="0" smtClean="0">
                <a:ea typeface="HY헤드라인M" pitchFamily="18" charset="-127"/>
              </a:rPr>
              <a:t>7th </a:t>
            </a:r>
            <a:r>
              <a:rPr lang="en-US" altLang="ko-KR" b="0" dirty="0">
                <a:ea typeface="HY헤드라인M" pitchFamily="18" charset="-127"/>
              </a:rPr>
              <a:t>Edition, James F. Kurose, Keith W. Ross, Pearson</a:t>
            </a:r>
          </a:p>
          <a:p>
            <a:pPr marL="530225" lvl="1" indent="-236538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Tx/>
              <a:buChar char="•"/>
              <a:tabLst>
                <a:tab pos="268288" algn="l"/>
              </a:tabLst>
            </a:pPr>
            <a:r>
              <a:rPr lang="ko-KR" altLang="en-US" b="0" dirty="0" smtClean="0">
                <a:ea typeface="HY헤드라인M" pitchFamily="18" charset="-127"/>
              </a:rPr>
              <a:t>부교재</a:t>
            </a:r>
            <a:r>
              <a:rPr lang="en-US" altLang="ko-KR" b="0" dirty="0">
                <a:ea typeface="HY헤드라인M" pitchFamily="18" charset="-127"/>
              </a:rPr>
              <a:t>: </a:t>
            </a:r>
            <a:r>
              <a:rPr lang="ko-KR" altLang="en-US" b="0" dirty="0">
                <a:ea typeface="HY헤드라인M" pitchFamily="18" charset="-127"/>
              </a:rPr>
              <a:t>데이터통신과 네트워킹 </a:t>
            </a:r>
            <a:r>
              <a:rPr lang="en-US" altLang="ko-KR" b="0" dirty="0">
                <a:ea typeface="HY헤드라인M" pitchFamily="18" charset="-127"/>
              </a:rPr>
              <a:t>(Data Communication and Networking, Behrouz A. </a:t>
            </a:r>
            <a:r>
              <a:rPr lang="en-US" altLang="ko-KR" b="0" dirty="0" err="1">
                <a:ea typeface="HY헤드라인M" pitchFamily="18" charset="-127"/>
              </a:rPr>
              <a:t>Forouzan</a:t>
            </a:r>
            <a:r>
              <a:rPr lang="en-US" altLang="ko-KR" b="0" dirty="0">
                <a:ea typeface="HY헤드라인M" pitchFamily="18" charset="-127"/>
              </a:rPr>
              <a:t>) 6ed, </a:t>
            </a:r>
            <a:r>
              <a:rPr lang="ko-KR" altLang="en-US" b="0" dirty="0">
                <a:ea typeface="HY헤드라인M" pitchFamily="18" charset="-127"/>
              </a:rPr>
              <a:t>이재광</a:t>
            </a:r>
            <a:r>
              <a:rPr lang="en-US" altLang="ko-KR" b="0" dirty="0">
                <a:ea typeface="HY헤드라인M" pitchFamily="18" charset="-127"/>
              </a:rPr>
              <a:t>, </a:t>
            </a:r>
            <a:r>
              <a:rPr lang="ko-KR" altLang="en-US" b="0" dirty="0">
                <a:ea typeface="HY헤드라인M" pitchFamily="18" charset="-127"/>
              </a:rPr>
              <a:t>박동선</a:t>
            </a:r>
            <a:r>
              <a:rPr lang="en-US" altLang="ko-KR" b="0" dirty="0">
                <a:ea typeface="HY헤드라인M" pitchFamily="18" charset="-127"/>
              </a:rPr>
              <a:t>, </a:t>
            </a:r>
            <a:r>
              <a:rPr lang="ko-KR" altLang="en-US" b="0" dirty="0">
                <a:ea typeface="HY헤드라인M" pitchFamily="18" charset="-127"/>
              </a:rPr>
              <a:t>김한규 공역</a:t>
            </a:r>
            <a:r>
              <a:rPr lang="en-US" altLang="ko-KR" b="0" dirty="0">
                <a:ea typeface="HY헤드라인M" pitchFamily="18" charset="-127"/>
              </a:rPr>
              <a:t>, </a:t>
            </a:r>
            <a:r>
              <a:rPr lang="ko-KR" altLang="en-US" b="0" dirty="0" err="1">
                <a:ea typeface="HY헤드라인M" pitchFamily="18" charset="-127"/>
              </a:rPr>
              <a:t>교보문고</a:t>
            </a:r>
            <a:r>
              <a:rPr lang="ko-KR" altLang="en-US" b="0" dirty="0">
                <a:ea typeface="HY헤드라인M" pitchFamily="18" charset="-127"/>
              </a:rPr>
              <a:t> </a:t>
            </a:r>
            <a:endParaRPr lang="en-US" altLang="ko-KR" b="0" dirty="0" smtClean="0">
              <a:ea typeface="HY헤드라인M" pitchFamily="18" charset="-127"/>
            </a:endParaRPr>
          </a:p>
          <a:p>
            <a:pPr marL="530225" lvl="1" indent="-236538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Tx/>
              <a:buChar char="•"/>
              <a:tabLst>
                <a:tab pos="268288" algn="l"/>
              </a:tabLst>
            </a:pPr>
            <a:r>
              <a:rPr lang="ko-KR" altLang="en-US" b="0" dirty="0" smtClean="0">
                <a:ea typeface="HY헤드라인M" pitchFamily="18" charset="-127"/>
              </a:rPr>
              <a:t>부교재</a:t>
            </a:r>
            <a:r>
              <a:rPr lang="en-US" altLang="ko-KR" b="0" dirty="0" smtClean="0">
                <a:ea typeface="HY헤드라인M" pitchFamily="18" charset="-127"/>
              </a:rPr>
              <a:t>: </a:t>
            </a:r>
            <a:r>
              <a:rPr lang="en-GB" altLang="ko-KR" dirty="0"/>
              <a:t>Stallings, W., </a:t>
            </a:r>
            <a:r>
              <a:rPr lang="en-GB" altLang="ko-KR" i="1" dirty="0"/>
              <a:t>Computer Networks with Internet Technology</a:t>
            </a:r>
            <a:r>
              <a:rPr lang="en-GB" altLang="ko-KR" dirty="0"/>
              <a:t>, Prentice </a:t>
            </a:r>
            <a:r>
              <a:rPr lang="en-GB" altLang="ko-KR" dirty="0" smtClean="0"/>
              <a:t>Hall</a:t>
            </a:r>
            <a:endParaRPr lang="en-GB" altLang="ko-KR" dirty="0"/>
          </a:p>
        </p:txBody>
      </p:sp>
      <p:sp>
        <p:nvSpPr>
          <p:cNvPr id="6" name="Text Box 8"/>
          <p:cNvSpPr txBox="1">
            <a:spLocks noChangeArrowheads="1"/>
          </p:cNvSpPr>
          <p:nvPr/>
        </p:nvSpPr>
        <p:spPr bwMode="auto">
          <a:xfrm>
            <a:off x="6751032" y="475360"/>
            <a:ext cx="2302481" cy="25736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</p:spPr>
        <p:txBody>
          <a:bodyPr wrap="none" lIns="36000" tIns="36000" rIns="36000" bIns="36000" anchor="ctr">
            <a:spAutoFit/>
          </a:bodyPr>
          <a:lstStyle/>
          <a:p>
            <a:pPr marL="292100" indent="-292100" algn="r">
              <a:lnSpc>
                <a:spcPct val="100000"/>
              </a:lnSpc>
              <a:spcBef>
                <a:spcPct val="0"/>
              </a:spcBef>
              <a:buFont typeface="Wingdings" pitchFamily="2" charset="2"/>
              <a:buNone/>
              <a:tabLst>
                <a:tab pos="292100" algn="l"/>
                <a:tab pos="685800" algn="l"/>
              </a:tabLst>
            </a:pPr>
            <a:r>
              <a:rPr lang="en-US" altLang="ko-KR" sz="1200" b="0" dirty="0">
                <a:solidFill>
                  <a:srgbClr val="0066CC"/>
                </a:solidFill>
                <a:ea typeface="HY헤드라인M" pitchFamily="18" charset="-127"/>
                <a:sym typeface="Wingdings" pitchFamily="2" charset="2"/>
              </a:rPr>
              <a:t>Overview of </a:t>
            </a:r>
            <a:r>
              <a:rPr lang="en-US" altLang="ko-KR" sz="1200" b="0" dirty="0" smtClean="0">
                <a:solidFill>
                  <a:srgbClr val="0066CC"/>
                </a:solidFill>
                <a:ea typeface="HY헤드라인M" pitchFamily="18" charset="-127"/>
                <a:sym typeface="Wingdings" pitchFamily="2" charset="2"/>
              </a:rPr>
              <a:t>Computer Networks</a:t>
            </a:r>
            <a:endParaRPr lang="en-US" altLang="ko-KR" sz="1200" b="0" dirty="0">
              <a:solidFill>
                <a:srgbClr val="0066CC"/>
              </a:solidFill>
              <a:ea typeface="HY헤드라인M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Page </a:t>
            </a:r>
            <a:fld id="{4BFA8718-2B96-43DE-80DB-1C53305DFC2D}" type="slidenum">
              <a:rPr lang="en-US" altLang="ko-KR"/>
              <a:pPr>
                <a:defRPr/>
              </a:pPr>
              <a:t>4</a:t>
            </a:fld>
            <a:endParaRPr lang="en-US" altLang="ko-KR"/>
          </a:p>
        </p:txBody>
      </p:sp>
      <p:sp>
        <p:nvSpPr>
          <p:cNvPr id="693251" name="Rectangle 3"/>
          <p:cNvSpPr>
            <a:spLocks noChangeArrowheads="1"/>
          </p:cNvSpPr>
          <p:nvPr/>
        </p:nvSpPr>
        <p:spPr bwMode="auto">
          <a:xfrm>
            <a:off x="815975" y="163513"/>
            <a:ext cx="45481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lnSpc>
                <a:spcPct val="100000"/>
              </a:lnSpc>
              <a:spcBef>
                <a:spcPct val="0"/>
              </a:spcBef>
              <a:buClrTx/>
              <a:buFont typeface="Wingdings" pitchFamily="2" charset="2"/>
              <a:buNone/>
              <a:defRPr/>
            </a:pPr>
            <a:r>
              <a:rPr lang="ko-KR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HY헤드라인M" pitchFamily="18" charset="-127"/>
              </a:rPr>
              <a:t>강의 계획</a:t>
            </a:r>
            <a:r>
              <a:rPr lang="en-US" altLang="ko-KR" sz="2400" b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HY헤드라인M" pitchFamily="18" charset="-127"/>
              </a:rPr>
              <a:t>(1/3</a:t>
            </a:r>
            <a:r>
              <a:rPr lang="en-US" altLang="ko-KR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HY헤드라인M" pitchFamily="18" charset="-127"/>
              </a:rPr>
              <a:t>)</a:t>
            </a:r>
          </a:p>
        </p:txBody>
      </p:sp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323850" y="936625"/>
            <a:ext cx="8569325" cy="39999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36000" tIns="36000" rIns="36000" bIns="36000">
            <a:spAutoFit/>
          </a:bodyPr>
          <a:lstStyle/>
          <a:p>
            <a:pPr marL="292100" indent="-29210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Blip>
                <a:blip r:embed="rId3"/>
              </a:buBlip>
              <a:tabLst>
                <a:tab pos="268288" algn="l"/>
              </a:tabLst>
            </a:pPr>
            <a:r>
              <a:rPr lang="ko-KR" altLang="en-US" sz="2000" b="0" dirty="0" smtClean="0">
                <a:ea typeface="HY헤드라인M" pitchFamily="18" charset="-127"/>
              </a:rPr>
              <a:t>강의 </a:t>
            </a:r>
            <a:r>
              <a:rPr lang="ko-KR" altLang="en-US" sz="2000" b="0" dirty="0">
                <a:ea typeface="HY헤드라인M" pitchFamily="18" charset="-127"/>
              </a:rPr>
              <a:t>시간 및 담당 교수</a:t>
            </a:r>
          </a:p>
          <a:p>
            <a:pPr marL="530225" lvl="1" indent="-236538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Tx/>
              <a:buChar char="•"/>
              <a:tabLst>
                <a:tab pos="268288" algn="l"/>
              </a:tabLst>
            </a:pPr>
            <a:r>
              <a:rPr lang="ko-KR" altLang="en-US" b="0" dirty="0">
                <a:ea typeface="HY헤드라인M" pitchFamily="18" charset="-127"/>
              </a:rPr>
              <a:t>강의 시간</a:t>
            </a:r>
            <a:r>
              <a:rPr lang="en-US" altLang="ko-KR" b="0" dirty="0">
                <a:ea typeface="HY헤드라인M" pitchFamily="18" charset="-127"/>
              </a:rPr>
              <a:t>: </a:t>
            </a:r>
            <a:r>
              <a:rPr lang="ko-KR" altLang="en-US" b="0" dirty="0">
                <a:ea typeface="HY헤드라인M" pitchFamily="18" charset="-127"/>
              </a:rPr>
              <a:t>월</a:t>
            </a:r>
            <a:r>
              <a:rPr lang="en-US" altLang="ko-KR" b="0" dirty="0">
                <a:ea typeface="HY헤드라인M" pitchFamily="18" charset="-127"/>
              </a:rPr>
              <a:t>, </a:t>
            </a:r>
            <a:r>
              <a:rPr lang="ko-KR" altLang="en-US" b="0" dirty="0">
                <a:ea typeface="HY헤드라인M" pitchFamily="18" charset="-127"/>
              </a:rPr>
              <a:t>목 </a:t>
            </a:r>
            <a:r>
              <a:rPr lang="en-US" altLang="ko-KR" b="0" dirty="0">
                <a:ea typeface="HY헤드라인M" pitchFamily="18" charset="-127"/>
              </a:rPr>
              <a:t>3:00~4:15</a:t>
            </a:r>
          </a:p>
          <a:p>
            <a:pPr marL="530225" lvl="1" indent="-236538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Tx/>
              <a:buChar char="•"/>
              <a:tabLst>
                <a:tab pos="268288" algn="l"/>
              </a:tabLst>
            </a:pPr>
            <a:r>
              <a:rPr lang="ko-KR" altLang="en-US" b="0" dirty="0">
                <a:ea typeface="HY헤드라인M" pitchFamily="18" charset="-127"/>
              </a:rPr>
              <a:t>강의실</a:t>
            </a:r>
            <a:r>
              <a:rPr lang="en-US" altLang="ko-KR" b="0" dirty="0">
                <a:ea typeface="HY헤드라인M" pitchFamily="18" charset="-127"/>
              </a:rPr>
              <a:t>: </a:t>
            </a:r>
            <a:r>
              <a:rPr lang="ko-KR" altLang="en-US" b="0" dirty="0" err="1">
                <a:ea typeface="HY헤드라인M" pitchFamily="18" charset="-127"/>
              </a:rPr>
              <a:t>한빛관</a:t>
            </a:r>
            <a:r>
              <a:rPr lang="ko-KR" altLang="en-US" b="0" dirty="0">
                <a:ea typeface="HY헤드라인M" pitchFamily="18" charset="-127"/>
              </a:rPr>
              <a:t> </a:t>
            </a:r>
            <a:r>
              <a:rPr lang="en-US" altLang="ko-KR" b="0" dirty="0">
                <a:ea typeface="HY헤드라인M" pitchFamily="18" charset="-127"/>
              </a:rPr>
              <a:t>412</a:t>
            </a:r>
            <a:r>
              <a:rPr lang="ko-KR" altLang="en-US" b="0" dirty="0">
                <a:ea typeface="HY헤드라인M" pitchFamily="18" charset="-127"/>
              </a:rPr>
              <a:t>호 </a:t>
            </a:r>
            <a:r>
              <a:rPr lang="en-US" altLang="ko-KR" b="0" dirty="0">
                <a:ea typeface="HY헤드라인M" pitchFamily="18" charset="-127"/>
              </a:rPr>
              <a:t>(</a:t>
            </a:r>
            <a:r>
              <a:rPr lang="ko-KR" altLang="en-US" b="0" dirty="0">
                <a:ea typeface="HY헤드라인M" pitchFamily="18" charset="-127"/>
              </a:rPr>
              <a:t>온라인 강의</a:t>
            </a:r>
            <a:r>
              <a:rPr lang="en-US" altLang="ko-KR" b="0" dirty="0">
                <a:ea typeface="HY헤드라인M" pitchFamily="18" charset="-127"/>
              </a:rPr>
              <a:t>)</a:t>
            </a:r>
          </a:p>
          <a:p>
            <a:pPr marL="530225" lvl="1" indent="-236538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Tx/>
              <a:buChar char="•"/>
              <a:tabLst>
                <a:tab pos="268288" algn="l"/>
              </a:tabLst>
            </a:pPr>
            <a:r>
              <a:rPr lang="en-US" altLang="ko-KR" b="0" dirty="0">
                <a:ea typeface="HY헤드라인M" pitchFamily="18" charset="-127"/>
              </a:rPr>
              <a:t>ZOOM </a:t>
            </a:r>
            <a:r>
              <a:rPr lang="ko-KR" altLang="en-US" b="0" dirty="0">
                <a:ea typeface="HY헤드라인M" pitchFamily="18" charset="-127"/>
              </a:rPr>
              <a:t>시간</a:t>
            </a:r>
            <a:r>
              <a:rPr lang="en-US" altLang="ko-KR" b="0" dirty="0">
                <a:ea typeface="HY헤드라인M" pitchFamily="18" charset="-127"/>
              </a:rPr>
              <a:t>: </a:t>
            </a:r>
            <a:r>
              <a:rPr lang="ko-KR" altLang="en-US" b="0" dirty="0">
                <a:ea typeface="HY헤드라인M" pitchFamily="18" charset="-127"/>
              </a:rPr>
              <a:t>월요일 </a:t>
            </a:r>
            <a:r>
              <a:rPr lang="en-US" altLang="ko-KR" b="0" dirty="0">
                <a:ea typeface="HY헤드라인M" pitchFamily="18" charset="-127"/>
              </a:rPr>
              <a:t>3:00~4:00</a:t>
            </a:r>
          </a:p>
          <a:p>
            <a:pPr marL="530225" lvl="1" indent="-236538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Tx/>
              <a:buChar char="•"/>
              <a:tabLst>
                <a:tab pos="268288" algn="l"/>
              </a:tabLst>
            </a:pPr>
            <a:r>
              <a:rPr lang="ko-KR" altLang="en-US" b="0" dirty="0">
                <a:ea typeface="HY헤드라인M" pitchFamily="18" charset="-127"/>
              </a:rPr>
              <a:t>담당 교수</a:t>
            </a:r>
            <a:r>
              <a:rPr lang="en-US" altLang="ko-KR" b="0" dirty="0">
                <a:ea typeface="HY헤드라인M" pitchFamily="18" charset="-127"/>
              </a:rPr>
              <a:t>: </a:t>
            </a:r>
            <a:r>
              <a:rPr lang="ko-KR" altLang="en-US" b="0" dirty="0" err="1">
                <a:ea typeface="HY헤드라인M" pitchFamily="18" charset="-127"/>
              </a:rPr>
              <a:t>최미정</a:t>
            </a:r>
            <a:r>
              <a:rPr lang="ko-KR" altLang="en-US" b="0" dirty="0">
                <a:ea typeface="HY헤드라인M" pitchFamily="18" charset="-127"/>
              </a:rPr>
              <a:t> </a:t>
            </a:r>
            <a:r>
              <a:rPr lang="en-US" altLang="ko-KR" b="0" dirty="0">
                <a:ea typeface="HY헤드라인M" pitchFamily="18" charset="-127"/>
              </a:rPr>
              <a:t>(</a:t>
            </a:r>
            <a:r>
              <a:rPr lang="ko-KR" altLang="en-US" b="0" dirty="0" err="1">
                <a:ea typeface="HY헤드라인M" pitchFamily="18" charset="-127"/>
              </a:rPr>
              <a:t>한빛관</a:t>
            </a:r>
            <a:r>
              <a:rPr lang="ko-KR" altLang="en-US" b="0" dirty="0">
                <a:ea typeface="HY헤드라인M" pitchFamily="18" charset="-127"/>
              </a:rPr>
              <a:t> </a:t>
            </a:r>
            <a:r>
              <a:rPr lang="en-US" altLang="ko-KR" b="0" dirty="0">
                <a:ea typeface="HY헤드라인M" pitchFamily="18" charset="-127"/>
              </a:rPr>
              <a:t>305</a:t>
            </a:r>
            <a:r>
              <a:rPr lang="ko-KR" altLang="en-US" b="0" dirty="0">
                <a:ea typeface="HY헤드라인M" pitchFamily="18" charset="-127"/>
              </a:rPr>
              <a:t>호</a:t>
            </a:r>
            <a:r>
              <a:rPr lang="en-US" altLang="ko-KR" b="0" dirty="0">
                <a:ea typeface="HY헤드라인M" pitchFamily="18" charset="-127"/>
              </a:rPr>
              <a:t>, x8442, mjchoi@kangwon.ac.kr)</a:t>
            </a:r>
          </a:p>
          <a:p>
            <a:pPr marL="292100" indent="-29210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Font typeface="Wingdings" pitchFamily="2" charset="2"/>
              <a:buBlip>
                <a:blip r:embed="rId3"/>
              </a:buBlip>
              <a:tabLst>
                <a:tab pos="268288" algn="l"/>
              </a:tabLst>
            </a:pPr>
            <a:endParaRPr lang="en-US" altLang="ko-KR" sz="2000" b="0" dirty="0">
              <a:ea typeface="HY헤드라인M" pitchFamily="18" charset="-127"/>
            </a:endParaRPr>
          </a:p>
          <a:p>
            <a:pPr marL="292100" indent="-29210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Font typeface="Wingdings" pitchFamily="2" charset="2"/>
              <a:buBlip>
                <a:blip r:embed="rId3"/>
              </a:buBlip>
              <a:tabLst>
                <a:tab pos="268288" algn="l"/>
              </a:tabLst>
            </a:pPr>
            <a:r>
              <a:rPr lang="ko-KR" altLang="en-US" sz="2000" b="0" dirty="0" smtClean="0">
                <a:ea typeface="HY헤드라인M" pitchFamily="18" charset="-127"/>
              </a:rPr>
              <a:t>강의 </a:t>
            </a:r>
            <a:r>
              <a:rPr lang="ko-KR" altLang="en-US" sz="2000" b="0" dirty="0">
                <a:ea typeface="HY헤드라인M" pitchFamily="18" charset="-127"/>
              </a:rPr>
              <a:t>교재</a:t>
            </a:r>
          </a:p>
          <a:p>
            <a:pPr marL="530225" lvl="1" indent="-236538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Tx/>
              <a:buChar char="•"/>
              <a:tabLst>
                <a:tab pos="268288" algn="l"/>
              </a:tabLst>
            </a:pPr>
            <a:r>
              <a:rPr lang="ko-KR" altLang="en-US" b="0" dirty="0" smtClean="0">
                <a:ea typeface="HY헤드라인M" pitchFamily="18" charset="-127"/>
              </a:rPr>
              <a:t>교재</a:t>
            </a:r>
            <a:r>
              <a:rPr lang="en-US" altLang="ko-KR" b="0" dirty="0">
                <a:ea typeface="HY헤드라인M" pitchFamily="18" charset="-127"/>
              </a:rPr>
              <a:t>: </a:t>
            </a:r>
            <a:r>
              <a:rPr lang="ko-KR" altLang="en-US" b="0" dirty="0">
                <a:ea typeface="HY헤드라인M" pitchFamily="18" charset="-127"/>
              </a:rPr>
              <a:t>컴퓨터 네트워킹 </a:t>
            </a:r>
            <a:r>
              <a:rPr lang="en-US" altLang="ko-KR" b="0" dirty="0">
                <a:ea typeface="HY헤드라인M" pitchFamily="18" charset="-127"/>
              </a:rPr>
              <a:t>-</a:t>
            </a:r>
            <a:r>
              <a:rPr lang="ko-KR" altLang="en-US" b="0" dirty="0">
                <a:ea typeface="HY헤드라인M" pitchFamily="18" charset="-127"/>
              </a:rPr>
              <a:t>하향식 접근</a:t>
            </a:r>
            <a:r>
              <a:rPr lang="en-US" altLang="ko-KR" b="0" dirty="0">
                <a:ea typeface="HY헤드라인M" pitchFamily="18" charset="-127"/>
              </a:rPr>
              <a:t>-, </a:t>
            </a:r>
            <a:r>
              <a:rPr lang="ko-KR" altLang="en-US" b="0" dirty="0">
                <a:ea typeface="HY헤드라인M" pitchFamily="18" charset="-127"/>
              </a:rPr>
              <a:t>제</a:t>
            </a:r>
            <a:r>
              <a:rPr lang="en-US" altLang="ko-KR" b="0" dirty="0">
                <a:ea typeface="HY헤드라인M" pitchFamily="18" charset="-127"/>
              </a:rPr>
              <a:t>6</a:t>
            </a:r>
            <a:r>
              <a:rPr lang="ko-KR" altLang="en-US" b="0" dirty="0">
                <a:ea typeface="HY헤드라인M" pitchFamily="18" charset="-127"/>
              </a:rPr>
              <a:t>판</a:t>
            </a:r>
            <a:r>
              <a:rPr lang="en-US" altLang="ko-KR" b="0" dirty="0">
                <a:ea typeface="HY헤드라인M" pitchFamily="18" charset="-127"/>
              </a:rPr>
              <a:t>, </a:t>
            </a:r>
            <a:r>
              <a:rPr lang="ko-KR" altLang="en-US" b="0" dirty="0" err="1">
                <a:ea typeface="HY헤드라인M" pitchFamily="18" charset="-127"/>
              </a:rPr>
              <a:t>강현국외</a:t>
            </a:r>
            <a:r>
              <a:rPr lang="ko-KR" altLang="en-US" b="0" dirty="0">
                <a:ea typeface="HY헤드라인M" pitchFamily="18" charset="-127"/>
              </a:rPr>
              <a:t> </a:t>
            </a:r>
            <a:r>
              <a:rPr lang="en-US" altLang="ko-KR" b="0" dirty="0">
                <a:ea typeface="HY헤드라인M" pitchFamily="18" charset="-127"/>
              </a:rPr>
              <a:t>5</a:t>
            </a:r>
            <a:r>
              <a:rPr lang="ko-KR" altLang="en-US" b="0" dirty="0">
                <a:ea typeface="HY헤드라인M" pitchFamily="18" charset="-127"/>
              </a:rPr>
              <a:t>인 공역</a:t>
            </a:r>
            <a:r>
              <a:rPr lang="en-US" altLang="ko-KR" b="0" dirty="0">
                <a:ea typeface="HY헤드라인M" pitchFamily="18" charset="-127"/>
              </a:rPr>
              <a:t>, </a:t>
            </a:r>
            <a:r>
              <a:rPr lang="ko-KR" altLang="en-US" b="0" dirty="0" err="1">
                <a:ea typeface="HY헤드라인M" pitchFamily="18" charset="-127"/>
              </a:rPr>
              <a:t>교보문고</a:t>
            </a:r>
            <a:endParaRPr lang="ko-KR" altLang="en-US" b="0" dirty="0">
              <a:ea typeface="HY헤드라인M" pitchFamily="18" charset="-127"/>
            </a:endParaRPr>
          </a:p>
          <a:p>
            <a:pPr marL="530225" lvl="1" indent="-236538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Tx/>
              <a:buChar char="•"/>
              <a:tabLst>
                <a:tab pos="268288" algn="l"/>
              </a:tabLst>
            </a:pPr>
            <a:r>
              <a:rPr lang="ko-KR" altLang="en-US" b="0" dirty="0" smtClean="0">
                <a:ea typeface="HY헤드라인M" pitchFamily="18" charset="-127"/>
              </a:rPr>
              <a:t>부교재</a:t>
            </a:r>
            <a:r>
              <a:rPr lang="en-US" altLang="ko-KR" b="0" dirty="0" smtClean="0">
                <a:ea typeface="HY헤드라인M" pitchFamily="18" charset="-127"/>
              </a:rPr>
              <a:t>(</a:t>
            </a:r>
            <a:r>
              <a:rPr lang="ko-KR" altLang="en-US" b="0" dirty="0" smtClean="0">
                <a:ea typeface="HY헤드라인M" pitchFamily="18" charset="-127"/>
              </a:rPr>
              <a:t>원서</a:t>
            </a:r>
            <a:r>
              <a:rPr lang="en-US" altLang="ko-KR" b="0" dirty="0" smtClean="0">
                <a:ea typeface="HY헤드라인M" pitchFamily="18" charset="-127"/>
              </a:rPr>
              <a:t>): </a:t>
            </a:r>
            <a:r>
              <a:rPr lang="en-US" altLang="ko-KR" b="0" dirty="0">
                <a:ea typeface="HY헤드라인M" pitchFamily="18" charset="-127"/>
              </a:rPr>
              <a:t>Computer Networking A Top-Down Approach, </a:t>
            </a:r>
            <a:r>
              <a:rPr lang="en-US" altLang="ko-KR" b="0" dirty="0" smtClean="0">
                <a:ea typeface="HY헤드라인M" pitchFamily="18" charset="-127"/>
              </a:rPr>
              <a:t>7th </a:t>
            </a:r>
            <a:r>
              <a:rPr lang="en-US" altLang="ko-KR" b="0" dirty="0">
                <a:ea typeface="HY헤드라인M" pitchFamily="18" charset="-127"/>
              </a:rPr>
              <a:t>Edition, James F. Kurose, Keith W. Ross, Pearson</a:t>
            </a:r>
          </a:p>
          <a:p>
            <a:pPr marL="530225" lvl="1" indent="-236538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Tx/>
              <a:buChar char="•"/>
              <a:tabLst>
                <a:tab pos="268288" algn="l"/>
              </a:tabLst>
            </a:pPr>
            <a:r>
              <a:rPr lang="ko-KR" altLang="en-US" b="0" dirty="0" smtClean="0">
                <a:ea typeface="HY헤드라인M" pitchFamily="18" charset="-127"/>
              </a:rPr>
              <a:t>부교재</a:t>
            </a:r>
            <a:r>
              <a:rPr lang="en-US" altLang="ko-KR" b="0" dirty="0">
                <a:ea typeface="HY헤드라인M" pitchFamily="18" charset="-127"/>
              </a:rPr>
              <a:t>: </a:t>
            </a:r>
            <a:r>
              <a:rPr lang="ko-KR" altLang="en-US" b="0" dirty="0">
                <a:ea typeface="HY헤드라인M" pitchFamily="18" charset="-127"/>
              </a:rPr>
              <a:t>데이터통신과 네트워킹 </a:t>
            </a:r>
            <a:r>
              <a:rPr lang="en-US" altLang="ko-KR" b="0" dirty="0">
                <a:ea typeface="HY헤드라인M" pitchFamily="18" charset="-127"/>
              </a:rPr>
              <a:t>(Data Communication and Networking, Behrouz A. </a:t>
            </a:r>
            <a:r>
              <a:rPr lang="en-US" altLang="ko-KR" b="0" dirty="0" err="1">
                <a:ea typeface="HY헤드라인M" pitchFamily="18" charset="-127"/>
              </a:rPr>
              <a:t>Forouzan</a:t>
            </a:r>
            <a:r>
              <a:rPr lang="en-US" altLang="ko-KR" b="0" dirty="0">
                <a:ea typeface="HY헤드라인M" pitchFamily="18" charset="-127"/>
              </a:rPr>
              <a:t>) 6ed, </a:t>
            </a:r>
            <a:r>
              <a:rPr lang="ko-KR" altLang="en-US" b="0" dirty="0">
                <a:ea typeface="HY헤드라인M" pitchFamily="18" charset="-127"/>
              </a:rPr>
              <a:t>이재광</a:t>
            </a:r>
            <a:r>
              <a:rPr lang="en-US" altLang="ko-KR" b="0" dirty="0">
                <a:ea typeface="HY헤드라인M" pitchFamily="18" charset="-127"/>
              </a:rPr>
              <a:t>, </a:t>
            </a:r>
            <a:r>
              <a:rPr lang="ko-KR" altLang="en-US" b="0" dirty="0">
                <a:ea typeface="HY헤드라인M" pitchFamily="18" charset="-127"/>
              </a:rPr>
              <a:t>박동선</a:t>
            </a:r>
            <a:r>
              <a:rPr lang="en-US" altLang="ko-KR" b="0" dirty="0">
                <a:ea typeface="HY헤드라인M" pitchFamily="18" charset="-127"/>
              </a:rPr>
              <a:t>, </a:t>
            </a:r>
            <a:r>
              <a:rPr lang="ko-KR" altLang="en-US" b="0" dirty="0">
                <a:ea typeface="HY헤드라인M" pitchFamily="18" charset="-127"/>
              </a:rPr>
              <a:t>김한규 공역</a:t>
            </a:r>
            <a:r>
              <a:rPr lang="en-US" altLang="ko-KR" b="0" dirty="0">
                <a:ea typeface="HY헤드라인M" pitchFamily="18" charset="-127"/>
              </a:rPr>
              <a:t>, </a:t>
            </a:r>
            <a:r>
              <a:rPr lang="ko-KR" altLang="en-US" b="0" dirty="0" err="1">
                <a:ea typeface="HY헤드라인M" pitchFamily="18" charset="-127"/>
              </a:rPr>
              <a:t>교보문고</a:t>
            </a:r>
            <a:r>
              <a:rPr lang="ko-KR" altLang="en-US" b="0" dirty="0">
                <a:ea typeface="HY헤드라인M" pitchFamily="18" charset="-127"/>
              </a:rPr>
              <a:t> </a:t>
            </a:r>
          </a:p>
        </p:txBody>
      </p:sp>
      <p:sp>
        <p:nvSpPr>
          <p:cNvPr id="6" name="Text Box 8"/>
          <p:cNvSpPr txBox="1">
            <a:spLocks noChangeArrowheads="1"/>
          </p:cNvSpPr>
          <p:nvPr/>
        </p:nvSpPr>
        <p:spPr bwMode="auto">
          <a:xfrm>
            <a:off x="6751032" y="475360"/>
            <a:ext cx="2302481" cy="25736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</p:spPr>
        <p:txBody>
          <a:bodyPr wrap="none" lIns="36000" tIns="36000" rIns="36000" bIns="36000" anchor="ctr">
            <a:spAutoFit/>
          </a:bodyPr>
          <a:lstStyle/>
          <a:p>
            <a:pPr marL="292100" indent="-292100" algn="r">
              <a:lnSpc>
                <a:spcPct val="100000"/>
              </a:lnSpc>
              <a:spcBef>
                <a:spcPct val="0"/>
              </a:spcBef>
              <a:buFont typeface="Wingdings" pitchFamily="2" charset="2"/>
              <a:buNone/>
              <a:tabLst>
                <a:tab pos="292100" algn="l"/>
                <a:tab pos="685800" algn="l"/>
              </a:tabLst>
            </a:pPr>
            <a:r>
              <a:rPr lang="en-US" altLang="ko-KR" sz="1200" b="0" dirty="0">
                <a:solidFill>
                  <a:srgbClr val="0066CC"/>
                </a:solidFill>
                <a:ea typeface="HY헤드라인M" pitchFamily="18" charset="-127"/>
                <a:sym typeface="Wingdings" pitchFamily="2" charset="2"/>
              </a:rPr>
              <a:t>Overview of </a:t>
            </a:r>
            <a:r>
              <a:rPr lang="en-US" altLang="ko-KR" sz="1200" b="0" dirty="0" smtClean="0">
                <a:solidFill>
                  <a:srgbClr val="0066CC"/>
                </a:solidFill>
                <a:ea typeface="HY헤드라인M" pitchFamily="18" charset="-127"/>
                <a:sym typeface="Wingdings" pitchFamily="2" charset="2"/>
              </a:rPr>
              <a:t>Computer Networks</a:t>
            </a:r>
            <a:endParaRPr lang="en-US" altLang="ko-KR" sz="1200" b="0" dirty="0">
              <a:solidFill>
                <a:srgbClr val="0066CC"/>
              </a:solidFill>
              <a:ea typeface="HY헤드라인M" pitchFamily="18" charset="-127"/>
            </a:endParaRPr>
          </a:p>
        </p:txBody>
      </p:sp>
      <p:pic>
        <p:nvPicPr>
          <p:cNvPr id="8" name="Picture 1" descr="kurose7e_cover_small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896" y="2852936"/>
            <a:ext cx="2558517" cy="3171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8144" y="1807398"/>
            <a:ext cx="2743413" cy="367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906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Page </a:t>
            </a:r>
            <a:fld id="{16BDF804-4646-4D47-9582-1032DB0B3F60}" type="slidenum">
              <a:rPr lang="en-US" altLang="ko-KR"/>
              <a:pPr>
                <a:defRPr/>
              </a:pPr>
              <a:t>5</a:t>
            </a:fld>
            <a:endParaRPr lang="en-US" altLang="ko-KR"/>
          </a:p>
        </p:txBody>
      </p:sp>
      <p:sp>
        <p:nvSpPr>
          <p:cNvPr id="695299" name="Rectangle 3"/>
          <p:cNvSpPr>
            <a:spLocks noChangeArrowheads="1"/>
          </p:cNvSpPr>
          <p:nvPr/>
        </p:nvSpPr>
        <p:spPr bwMode="auto">
          <a:xfrm>
            <a:off x="815975" y="163513"/>
            <a:ext cx="45481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lnSpc>
                <a:spcPct val="100000"/>
              </a:lnSpc>
              <a:spcBef>
                <a:spcPct val="0"/>
              </a:spcBef>
              <a:buClrTx/>
              <a:buFont typeface="Wingdings" pitchFamily="2" charset="2"/>
              <a:buNone/>
              <a:defRPr/>
            </a:pPr>
            <a:r>
              <a:rPr lang="ko-KR" altLang="en-US" sz="2400" b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HY헤드라인M" pitchFamily="18" charset="-127"/>
              </a:rPr>
              <a:t>강의 계획</a:t>
            </a:r>
            <a:r>
              <a:rPr lang="en-US" altLang="ko-KR" sz="2400" b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HY헤드라인M" pitchFamily="18" charset="-127"/>
              </a:rPr>
              <a:t>(2/3)</a:t>
            </a:r>
          </a:p>
        </p:txBody>
      </p:sp>
      <p:sp>
        <p:nvSpPr>
          <p:cNvPr id="6148" name="Text Box 4"/>
          <p:cNvSpPr txBox="1">
            <a:spLocks noChangeArrowheads="1"/>
          </p:cNvSpPr>
          <p:nvPr/>
        </p:nvSpPr>
        <p:spPr bwMode="auto">
          <a:xfrm>
            <a:off x="323850" y="936625"/>
            <a:ext cx="8569325" cy="347568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36000" tIns="36000" rIns="36000" bIns="36000">
            <a:spAutoFit/>
          </a:bodyPr>
          <a:lstStyle/>
          <a:p>
            <a:pPr marL="292100" indent="-29210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Blip>
                <a:blip r:embed="rId3"/>
              </a:buBlip>
              <a:tabLst>
                <a:tab pos="268288" algn="l"/>
              </a:tabLst>
            </a:pPr>
            <a:r>
              <a:rPr lang="ko-KR" altLang="en-US" sz="2000" b="0" dirty="0">
                <a:ea typeface="HY헤드라인M" pitchFamily="18" charset="-127"/>
              </a:rPr>
              <a:t>평가 </a:t>
            </a:r>
            <a:r>
              <a:rPr lang="ko-KR" altLang="en-US" sz="2000" b="0" dirty="0" smtClean="0">
                <a:ea typeface="HY헤드라인M" pitchFamily="18" charset="-127"/>
              </a:rPr>
              <a:t>기준 </a:t>
            </a:r>
            <a:r>
              <a:rPr lang="en-US" altLang="ko-KR" sz="2000" b="0" dirty="0" smtClean="0">
                <a:solidFill>
                  <a:schemeClr val="bg1">
                    <a:lumMod val="50000"/>
                  </a:schemeClr>
                </a:solidFill>
                <a:ea typeface="HY헤드라인M" pitchFamily="18" charset="-127"/>
              </a:rPr>
              <a:t>(</a:t>
            </a:r>
            <a:r>
              <a:rPr lang="ko-KR" altLang="en-US" sz="2000" b="0" dirty="0" smtClean="0">
                <a:solidFill>
                  <a:schemeClr val="bg1">
                    <a:lumMod val="50000"/>
                  </a:schemeClr>
                </a:solidFill>
                <a:ea typeface="HY헤드라인M" pitchFamily="18" charset="-127"/>
              </a:rPr>
              <a:t>아래 평가 비율은 일부 조정될 수 있습니다</a:t>
            </a:r>
            <a:r>
              <a:rPr lang="en-US" altLang="ko-KR" sz="2000" b="0" dirty="0" smtClean="0">
                <a:solidFill>
                  <a:schemeClr val="bg1">
                    <a:lumMod val="50000"/>
                  </a:schemeClr>
                </a:solidFill>
                <a:ea typeface="HY헤드라인M" pitchFamily="18" charset="-127"/>
              </a:rPr>
              <a:t>.) </a:t>
            </a:r>
            <a:endParaRPr lang="ko-KR" altLang="en-US" sz="2000" b="0" dirty="0" smtClean="0">
              <a:solidFill>
                <a:schemeClr val="bg1">
                  <a:lumMod val="50000"/>
                </a:schemeClr>
              </a:solidFill>
              <a:ea typeface="HY헤드라인M" pitchFamily="18" charset="-127"/>
            </a:endParaRPr>
          </a:p>
          <a:p>
            <a:pPr marL="530225" lvl="1" indent="-236538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Tx/>
              <a:buChar char="•"/>
              <a:tabLst>
                <a:tab pos="268288" algn="l"/>
              </a:tabLst>
            </a:pPr>
            <a:r>
              <a:rPr lang="ko-KR" altLang="en-US" b="0" dirty="0" smtClean="0">
                <a:ea typeface="HY헤드라인M" pitchFamily="18" charset="-127"/>
              </a:rPr>
              <a:t>중간시험 </a:t>
            </a:r>
            <a:r>
              <a:rPr lang="en-US" altLang="ko-KR" b="0" dirty="0">
                <a:ea typeface="HY헤드라인M" pitchFamily="18" charset="-127"/>
              </a:rPr>
              <a:t>3</a:t>
            </a:r>
            <a:r>
              <a:rPr lang="en-US" altLang="ko-KR" b="0" dirty="0" smtClean="0">
                <a:ea typeface="HY헤드라인M" pitchFamily="18" charset="-127"/>
              </a:rPr>
              <a:t>0%</a:t>
            </a:r>
          </a:p>
          <a:p>
            <a:pPr marL="530225" lvl="1" indent="-236538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Tx/>
              <a:buChar char="•"/>
              <a:tabLst>
                <a:tab pos="268288" algn="l"/>
              </a:tabLst>
            </a:pPr>
            <a:r>
              <a:rPr lang="ko-KR" altLang="en-US" b="0" dirty="0" smtClean="0">
                <a:ea typeface="HY헤드라인M" pitchFamily="18" charset="-127"/>
              </a:rPr>
              <a:t>기말시험 </a:t>
            </a:r>
            <a:r>
              <a:rPr lang="en-US" altLang="ko-KR" b="0" dirty="0">
                <a:ea typeface="HY헤드라인M" pitchFamily="18" charset="-127"/>
              </a:rPr>
              <a:t>4</a:t>
            </a:r>
            <a:r>
              <a:rPr lang="en-US" altLang="ko-KR" b="0" dirty="0" smtClean="0">
                <a:ea typeface="HY헤드라인M" pitchFamily="18" charset="-127"/>
              </a:rPr>
              <a:t>0%</a:t>
            </a:r>
          </a:p>
          <a:p>
            <a:pPr marL="530225" lvl="1" indent="-236538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Tx/>
              <a:buChar char="•"/>
              <a:tabLst>
                <a:tab pos="268288" algn="l"/>
              </a:tabLst>
            </a:pPr>
            <a:r>
              <a:rPr lang="ko-KR" altLang="en-US" b="0" dirty="0" smtClean="0">
                <a:ea typeface="HY헤드라인M" pitchFamily="18" charset="-127"/>
              </a:rPr>
              <a:t>숙제 </a:t>
            </a:r>
            <a:r>
              <a:rPr lang="en-US" altLang="ko-KR" b="0" dirty="0">
                <a:ea typeface="HY헤드라인M" pitchFamily="18" charset="-127"/>
              </a:rPr>
              <a:t>20%</a:t>
            </a:r>
          </a:p>
          <a:p>
            <a:pPr marL="530225" lvl="1" indent="-236538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Tx/>
              <a:buChar char="•"/>
              <a:tabLst>
                <a:tab pos="268288" algn="l"/>
              </a:tabLst>
            </a:pPr>
            <a:r>
              <a:rPr lang="ko-KR" altLang="en-US" b="0" dirty="0">
                <a:ea typeface="HY헤드라인M" pitchFamily="18" charset="-127"/>
              </a:rPr>
              <a:t>출석 </a:t>
            </a:r>
            <a:r>
              <a:rPr lang="en-US" altLang="ko-KR" b="0" dirty="0">
                <a:ea typeface="HY헤드라인M" pitchFamily="18" charset="-127"/>
              </a:rPr>
              <a:t>10</a:t>
            </a:r>
            <a:r>
              <a:rPr lang="en-US" altLang="ko-KR" b="0" dirty="0" smtClean="0">
                <a:ea typeface="HY헤드라인M" pitchFamily="18" charset="-127"/>
              </a:rPr>
              <a:t>%</a:t>
            </a:r>
          </a:p>
          <a:p>
            <a:pPr marL="530225" lvl="1" indent="-236538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Tx/>
              <a:buChar char="•"/>
              <a:tabLst>
                <a:tab pos="268288" algn="l"/>
              </a:tabLst>
            </a:pPr>
            <a:endParaRPr lang="en-US" altLang="ko-KR" b="0" dirty="0" smtClean="0">
              <a:ea typeface="HY헤드라인M" pitchFamily="18" charset="-127"/>
            </a:endParaRPr>
          </a:p>
          <a:p>
            <a:pPr marL="292100" indent="-292100">
              <a:lnSpc>
                <a:spcPct val="110000"/>
              </a:lnSpc>
              <a:spcBef>
                <a:spcPts val="1000"/>
              </a:spcBef>
              <a:spcAft>
                <a:spcPct val="10000"/>
              </a:spcAft>
              <a:buFont typeface="Wingdings" pitchFamily="2" charset="2"/>
              <a:buBlip>
                <a:blip r:embed="rId3"/>
              </a:buBlip>
              <a:tabLst>
                <a:tab pos="268288" algn="l"/>
              </a:tabLst>
            </a:pPr>
            <a:r>
              <a:rPr lang="ko-KR" altLang="en-US" sz="2000" b="0" dirty="0" smtClean="0">
                <a:ea typeface="HY헤드라인M" pitchFamily="18" charset="-127"/>
              </a:rPr>
              <a:t>기타</a:t>
            </a:r>
            <a:endParaRPr lang="en-US" altLang="ko-KR" sz="2000" b="0" dirty="0" smtClean="0">
              <a:ea typeface="HY헤드라인M" pitchFamily="18" charset="-127"/>
            </a:endParaRPr>
          </a:p>
          <a:p>
            <a:pPr marL="530225" lvl="1" indent="-236538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Tx/>
              <a:buChar char="•"/>
              <a:tabLst>
                <a:tab pos="268288" algn="l"/>
              </a:tabLst>
            </a:pPr>
            <a:r>
              <a:rPr lang="ko-KR" altLang="en-US" b="0" dirty="0" smtClean="0">
                <a:ea typeface="HY헤드라인M" pitchFamily="18" charset="-127"/>
              </a:rPr>
              <a:t>교재 </a:t>
            </a:r>
            <a:r>
              <a:rPr lang="en-US" altLang="ko-KR" b="0" dirty="0" smtClean="0">
                <a:ea typeface="HY헤드라인M" pitchFamily="18" charset="-127"/>
              </a:rPr>
              <a:t>1</a:t>
            </a:r>
            <a:r>
              <a:rPr lang="ko-KR" altLang="en-US" b="0" dirty="0" smtClean="0">
                <a:ea typeface="HY헤드라인M" pitchFamily="18" charset="-127"/>
              </a:rPr>
              <a:t>개를 </a:t>
            </a:r>
            <a:r>
              <a:rPr lang="en-US" altLang="ko-KR" b="0" dirty="0" smtClean="0">
                <a:ea typeface="HY헤드라인M" pitchFamily="18" charset="-127"/>
              </a:rPr>
              <a:t>1</a:t>
            </a:r>
            <a:r>
              <a:rPr lang="ko-KR" altLang="en-US" b="0" dirty="0" smtClean="0">
                <a:ea typeface="HY헤드라인M" pitchFamily="18" charset="-127"/>
              </a:rPr>
              <a:t>년 동안 수업할 예정 </a:t>
            </a:r>
            <a:r>
              <a:rPr lang="en-US" altLang="ko-KR" b="0" dirty="0" smtClean="0">
                <a:ea typeface="HY헤드라인M" pitchFamily="18" charset="-127"/>
              </a:rPr>
              <a:t>(</a:t>
            </a:r>
            <a:r>
              <a:rPr lang="ko-KR" altLang="en-US" b="0" dirty="0" smtClean="0">
                <a:ea typeface="HY헤드라인M" pitchFamily="18" charset="-127"/>
              </a:rPr>
              <a:t>데이터 통신과 컴퓨터 네트워크</a:t>
            </a:r>
            <a:r>
              <a:rPr lang="en-US" altLang="ko-KR" b="0" dirty="0" smtClean="0">
                <a:ea typeface="HY헤드라인M" pitchFamily="18" charset="-127"/>
              </a:rPr>
              <a:t>)</a:t>
            </a:r>
          </a:p>
          <a:p>
            <a:pPr marL="530225" lvl="1" indent="-236538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Tx/>
              <a:buChar char="•"/>
              <a:tabLst>
                <a:tab pos="268288" algn="l"/>
              </a:tabLst>
            </a:pPr>
            <a:r>
              <a:rPr lang="ko-KR" altLang="en-US" b="0" dirty="0" smtClean="0">
                <a:ea typeface="HY헤드라인M" pitchFamily="18" charset="-127"/>
              </a:rPr>
              <a:t>일주일에 </a:t>
            </a:r>
            <a:r>
              <a:rPr lang="en-US" altLang="ko-KR" b="0" dirty="0" smtClean="0">
                <a:ea typeface="HY헤드라인M" pitchFamily="18" charset="-127"/>
              </a:rPr>
              <a:t>1</a:t>
            </a:r>
            <a:r>
              <a:rPr lang="ko-KR" altLang="en-US" b="0" dirty="0" smtClean="0">
                <a:ea typeface="HY헤드라인M" pitchFamily="18" charset="-127"/>
              </a:rPr>
              <a:t>시간씩 </a:t>
            </a:r>
            <a:r>
              <a:rPr lang="en-US" altLang="ko-KR" b="0" dirty="0" smtClean="0">
                <a:ea typeface="HY헤드라인M" pitchFamily="18" charset="-127"/>
              </a:rPr>
              <a:t>ZOOM</a:t>
            </a:r>
            <a:r>
              <a:rPr lang="ko-KR" altLang="en-US" b="0" dirty="0" smtClean="0">
                <a:ea typeface="HY헤드라인M" pitchFamily="18" charset="-127"/>
              </a:rPr>
              <a:t>을 통한 온라인</a:t>
            </a:r>
            <a:r>
              <a:rPr lang="en-US" altLang="ko-KR" b="0" dirty="0" smtClean="0">
                <a:ea typeface="HY헤드라인M" pitchFamily="18" charset="-127"/>
              </a:rPr>
              <a:t> Q&amp;A </a:t>
            </a:r>
            <a:r>
              <a:rPr lang="ko-KR" altLang="en-US" b="0" dirty="0" smtClean="0">
                <a:ea typeface="HY헤드라인M" pitchFamily="18" charset="-127"/>
              </a:rPr>
              <a:t>시간을 운영할 예정임</a:t>
            </a:r>
            <a:endParaRPr lang="en-US" altLang="ko-KR" b="0" dirty="0" smtClean="0">
              <a:ea typeface="HY헤드라인M" pitchFamily="18" charset="-127"/>
            </a:endParaRPr>
          </a:p>
          <a:p>
            <a:pPr marL="530225" lvl="1" indent="-236538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Tx/>
              <a:buChar char="•"/>
              <a:tabLst>
                <a:tab pos="268288" algn="l"/>
              </a:tabLst>
            </a:pPr>
            <a:r>
              <a:rPr lang="ko-KR" altLang="en-US" b="0" dirty="0" smtClean="0">
                <a:ea typeface="HY헤드라인M" pitchFamily="18" charset="-127"/>
              </a:rPr>
              <a:t>일주일에 한 번씩 수업 시간에 배운 내용의 핵심 문제 숙제로 출제 예정 </a:t>
            </a:r>
            <a:endParaRPr lang="en-US" altLang="ko-KR" b="0" dirty="0" smtClean="0">
              <a:ea typeface="HY헤드라인M" pitchFamily="18" charset="-127"/>
            </a:endParaRP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6751032" y="475360"/>
            <a:ext cx="2302481" cy="25736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</p:spPr>
        <p:txBody>
          <a:bodyPr wrap="none" lIns="36000" tIns="36000" rIns="36000" bIns="36000" anchor="ctr">
            <a:spAutoFit/>
          </a:bodyPr>
          <a:lstStyle/>
          <a:p>
            <a:pPr marL="292100" indent="-292100" algn="r">
              <a:lnSpc>
                <a:spcPct val="100000"/>
              </a:lnSpc>
              <a:spcBef>
                <a:spcPct val="0"/>
              </a:spcBef>
              <a:buFont typeface="Wingdings" pitchFamily="2" charset="2"/>
              <a:buNone/>
              <a:tabLst>
                <a:tab pos="292100" algn="l"/>
                <a:tab pos="685800" algn="l"/>
              </a:tabLst>
            </a:pPr>
            <a:r>
              <a:rPr lang="en-US" altLang="ko-KR" sz="1200" b="0" dirty="0">
                <a:solidFill>
                  <a:srgbClr val="0066CC"/>
                </a:solidFill>
                <a:ea typeface="HY헤드라인M" pitchFamily="18" charset="-127"/>
                <a:sym typeface="Wingdings" pitchFamily="2" charset="2"/>
              </a:rPr>
              <a:t>Overview of </a:t>
            </a:r>
            <a:r>
              <a:rPr lang="en-US" altLang="ko-KR" sz="1200" b="0" dirty="0" smtClean="0">
                <a:solidFill>
                  <a:srgbClr val="0066CC"/>
                </a:solidFill>
                <a:ea typeface="HY헤드라인M" pitchFamily="18" charset="-127"/>
                <a:sym typeface="Wingdings" pitchFamily="2" charset="2"/>
              </a:rPr>
              <a:t>Computer Networks</a:t>
            </a:r>
            <a:endParaRPr lang="en-US" altLang="ko-KR" sz="1200" b="0" dirty="0">
              <a:solidFill>
                <a:srgbClr val="0066CC"/>
              </a:solidFill>
              <a:ea typeface="HY헤드라인M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Page </a:t>
            </a:r>
            <a:fld id="{48BF766F-2203-48E2-A18D-310FAC3A4627}" type="slidenum">
              <a:rPr lang="en-US" altLang="ko-KR"/>
              <a:pPr>
                <a:defRPr/>
              </a:pPr>
              <a:t>6</a:t>
            </a:fld>
            <a:endParaRPr lang="en-US" altLang="ko-KR"/>
          </a:p>
        </p:txBody>
      </p:sp>
      <p:sp>
        <p:nvSpPr>
          <p:cNvPr id="697347" name="Rectangle 3"/>
          <p:cNvSpPr>
            <a:spLocks noChangeArrowheads="1"/>
          </p:cNvSpPr>
          <p:nvPr/>
        </p:nvSpPr>
        <p:spPr bwMode="auto">
          <a:xfrm>
            <a:off x="815975" y="163513"/>
            <a:ext cx="45481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lnSpc>
                <a:spcPct val="100000"/>
              </a:lnSpc>
              <a:spcBef>
                <a:spcPct val="0"/>
              </a:spcBef>
              <a:buClrTx/>
              <a:buFont typeface="Wingdings" pitchFamily="2" charset="2"/>
              <a:buNone/>
              <a:defRPr/>
            </a:pPr>
            <a:r>
              <a:rPr lang="ko-KR" altLang="en-US" sz="2400" b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HY헤드라인M" pitchFamily="18" charset="-127"/>
              </a:rPr>
              <a:t>강의 계획</a:t>
            </a:r>
            <a:r>
              <a:rPr lang="en-US" altLang="ko-KR" sz="2400" b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HY헤드라인M" pitchFamily="18" charset="-127"/>
              </a:rPr>
              <a:t>(3/3)</a:t>
            </a:r>
          </a:p>
        </p:txBody>
      </p:sp>
      <p:sp>
        <p:nvSpPr>
          <p:cNvPr id="7173" name="Text Box 49"/>
          <p:cNvSpPr txBox="1">
            <a:spLocks noChangeArrowheads="1"/>
          </p:cNvSpPr>
          <p:nvPr/>
        </p:nvSpPr>
        <p:spPr bwMode="auto">
          <a:xfrm>
            <a:off x="323850" y="980728"/>
            <a:ext cx="8569325" cy="393837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36000" tIns="36000" rIns="36000" bIns="36000">
            <a:spAutoFit/>
          </a:bodyPr>
          <a:lstStyle/>
          <a:p>
            <a:pPr marL="292100" indent="-29210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Font typeface="Wingdings" pitchFamily="2" charset="2"/>
              <a:buBlip>
                <a:blip r:embed="rId3"/>
              </a:buBlip>
              <a:tabLst>
                <a:tab pos="268288" algn="l"/>
              </a:tabLst>
            </a:pPr>
            <a:r>
              <a:rPr lang="ko-KR" altLang="en-US" sz="2000" b="0" dirty="0" smtClean="0">
                <a:ea typeface="HY헤드라인M" pitchFamily="18" charset="-127"/>
              </a:rPr>
              <a:t>강의 내용</a:t>
            </a:r>
            <a:endParaRPr lang="en-US" altLang="ko-KR" b="0" dirty="0" smtClean="0">
              <a:ea typeface="HY헤드라인M" pitchFamily="18" charset="-127"/>
            </a:endParaRPr>
          </a:p>
          <a:p>
            <a:pPr marL="530225" lvl="1" indent="-236538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Tx/>
              <a:buChar char="•"/>
              <a:tabLst>
                <a:tab pos="268288" algn="l"/>
              </a:tabLst>
            </a:pPr>
            <a:r>
              <a:rPr lang="en-US" altLang="ko-KR" b="0" dirty="0" smtClean="0">
                <a:ea typeface="HY헤드라인M" pitchFamily="18" charset="-127"/>
              </a:rPr>
              <a:t>CHAPTER </a:t>
            </a:r>
            <a:r>
              <a:rPr lang="en-US" altLang="ko-KR" b="0" dirty="0">
                <a:ea typeface="HY헤드라인M" pitchFamily="18" charset="-127"/>
              </a:rPr>
              <a:t>1 </a:t>
            </a:r>
            <a:r>
              <a:rPr lang="ko-KR" altLang="en-US" b="0" dirty="0">
                <a:ea typeface="HY헤드라인M" pitchFamily="18" charset="-127"/>
              </a:rPr>
              <a:t>컴퓨터 네트워크와 인터넷 </a:t>
            </a:r>
          </a:p>
          <a:p>
            <a:pPr marL="530225" lvl="1" indent="-236538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Tx/>
              <a:buChar char="•"/>
              <a:tabLst>
                <a:tab pos="268288" algn="l"/>
              </a:tabLst>
            </a:pPr>
            <a:r>
              <a:rPr lang="en-US" altLang="ko-KR" b="0" dirty="0">
                <a:ea typeface="HY헤드라인M" pitchFamily="18" charset="-127"/>
              </a:rPr>
              <a:t>CHAPTER 2 </a:t>
            </a:r>
            <a:r>
              <a:rPr lang="ko-KR" altLang="en-US" b="0" dirty="0">
                <a:ea typeface="HY헤드라인M" pitchFamily="18" charset="-127"/>
              </a:rPr>
              <a:t>애플리케이션 계층 </a:t>
            </a:r>
          </a:p>
          <a:p>
            <a:pPr marL="530225" lvl="1" indent="-236538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Tx/>
              <a:buChar char="•"/>
              <a:tabLst>
                <a:tab pos="268288" algn="l"/>
              </a:tabLst>
            </a:pPr>
            <a:r>
              <a:rPr lang="en-US" altLang="ko-KR" b="0" dirty="0">
                <a:ea typeface="HY헤드라인M" pitchFamily="18" charset="-127"/>
              </a:rPr>
              <a:t>CHAPTER 3 </a:t>
            </a:r>
            <a:r>
              <a:rPr lang="ko-KR" altLang="en-US" b="0" dirty="0">
                <a:ea typeface="HY헤드라인M" pitchFamily="18" charset="-127"/>
              </a:rPr>
              <a:t>트랜스포트 계층 </a:t>
            </a:r>
          </a:p>
          <a:p>
            <a:pPr marL="530225" lvl="1" indent="-236538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Tx/>
              <a:buChar char="•"/>
              <a:tabLst>
                <a:tab pos="268288" algn="l"/>
              </a:tabLst>
            </a:pPr>
            <a:r>
              <a:rPr lang="en-US" altLang="ko-KR" b="0" dirty="0">
                <a:ea typeface="HY헤드라인M" pitchFamily="18" charset="-127"/>
              </a:rPr>
              <a:t>CHAPTER 4 </a:t>
            </a:r>
            <a:r>
              <a:rPr lang="ko-KR" altLang="en-US" b="0" dirty="0">
                <a:ea typeface="HY헤드라인M" pitchFamily="18" charset="-127"/>
              </a:rPr>
              <a:t>네트워크 계층 </a:t>
            </a:r>
          </a:p>
          <a:p>
            <a:pPr marL="530225" lvl="1" indent="-236538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Tx/>
              <a:buChar char="•"/>
              <a:tabLst>
                <a:tab pos="268288" algn="l"/>
              </a:tabLst>
            </a:pPr>
            <a:r>
              <a:rPr lang="en-US" altLang="ko-KR" b="0" dirty="0">
                <a:solidFill>
                  <a:srgbClr val="FF0000"/>
                </a:solidFill>
                <a:ea typeface="HY헤드라인M" pitchFamily="18" charset="-127"/>
              </a:rPr>
              <a:t>CHAPTER 5 </a:t>
            </a:r>
            <a:r>
              <a:rPr lang="ko-KR" altLang="en-US" b="0" dirty="0">
                <a:solidFill>
                  <a:srgbClr val="FF0000"/>
                </a:solidFill>
                <a:ea typeface="HY헤드라인M" pitchFamily="18" charset="-127"/>
              </a:rPr>
              <a:t>네트워크 계층</a:t>
            </a:r>
            <a:r>
              <a:rPr lang="en-US" altLang="ko-KR" b="0" dirty="0">
                <a:solidFill>
                  <a:srgbClr val="FF0000"/>
                </a:solidFill>
                <a:ea typeface="HY헤드라인M" pitchFamily="18" charset="-127"/>
              </a:rPr>
              <a:t>:</a:t>
            </a:r>
            <a:r>
              <a:rPr lang="ko-KR" altLang="en-US" b="0" dirty="0">
                <a:solidFill>
                  <a:srgbClr val="FF0000"/>
                </a:solidFill>
                <a:ea typeface="HY헤드라인M" pitchFamily="18" charset="-127"/>
              </a:rPr>
              <a:t>제어 평면 </a:t>
            </a:r>
          </a:p>
          <a:p>
            <a:pPr marL="530225" lvl="1" indent="-236538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Tx/>
              <a:buChar char="•"/>
              <a:tabLst>
                <a:tab pos="268288" algn="l"/>
              </a:tabLst>
            </a:pPr>
            <a:r>
              <a:rPr lang="en-US" altLang="ko-KR" b="0" dirty="0">
                <a:solidFill>
                  <a:srgbClr val="FF0000"/>
                </a:solidFill>
                <a:ea typeface="HY헤드라인M" pitchFamily="18" charset="-127"/>
              </a:rPr>
              <a:t>CHAPTER 6 </a:t>
            </a:r>
            <a:r>
              <a:rPr lang="ko-KR" altLang="en-US" b="0" dirty="0">
                <a:solidFill>
                  <a:srgbClr val="FF0000"/>
                </a:solidFill>
                <a:ea typeface="HY헤드라인M" pitchFamily="18" charset="-127"/>
              </a:rPr>
              <a:t>링크 계층</a:t>
            </a:r>
            <a:r>
              <a:rPr lang="en-US" altLang="ko-KR" b="0" dirty="0">
                <a:solidFill>
                  <a:srgbClr val="FF0000"/>
                </a:solidFill>
                <a:ea typeface="HY헤드라인M" pitchFamily="18" charset="-127"/>
              </a:rPr>
              <a:t>:</a:t>
            </a:r>
            <a:r>
              <a:rPr lang="ko-KR" altLang="en-US" b="0" dirty="0">
                <a:solidFill>
                  <a:srgbClr val="FF0000"/>
                </a:solidFill>
                <a:ea typeface="HY헤드라인M" pitchFamily="18" charset="-127"/>
              </a:rPr>
              <a:t>링크</a:t>
            </a:r>
            <a:r>
              <a:rPr lang="en-US" altLang="ko-KR" b="0" dirty="0">
                <a:solidFill>
                  <a:srgbClr val="FF0000"/>
                </a:solidFill>
                <a:ea typeface="HY헤드라인M" pitchFamily="18" charset="-127"/>
              </a:rPr>
              <a:t>, </a:t>
            </a:r>
            <a:r>
              <a:rPr lang="ko-KR" altLang="en-US" b="0" dirty="0" err="1" smtClean="0">
                <a:solidFill>
                  <a:srgbClr val="FF0000"/>
                </a:solidFill>
                <a:ea typeface="HY헤드라인M" pitchFamily="18" charset="-127"/>
              </a:rPr>
              <a:t>전송망</a:t>
            </a:r>
            <a:r>
              <a:rPr lang="en-US" altLang="ko-KR" b="0" dirty="0">
                <a:solidFill>
                  <a:srgbClr val="FF0000"/>
                </a:solidFill>
                <a:ea typeface="HY헤드라인M" pitchFamily="18" charset="-127"/>
              </a:rPr>
              <a:t>, </a:t>
            </a:r>
            <a:r>
              <a:rPr lang="ko-KR" altLang="en-US" b="0" dirty="0" err="1">
                <a:solidFill>
                  <a:srgbClr val="FF0000"/>
                </a:solidFill>
                <a:ea typeface="HY헤드라인M" pitchFamily="18" charset="-127"/>
              </a:rPr>
              <a:t>랜</a:t>
            </a:r>
            <a:r>
              <a:rPr lang="ko-KR" altLang="en-US" b="0" dirty="0">
                <a:solidFill>
                  <a:srgbClr val="FF0000"/>
                </a:solidFill>
                <a:ea typeface="HY헤드라인M" pitchFamily="18" charset="-127"/>
              </a:rPr>
              <a:t> </a:t>
            </a:r>
          </a:p>
          <a:p>
            <a:pPr marL="530225" lvl="1" indent="-236538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Tx/>
              <a:buChar char="•"/>
              <a:tabLst>
                <a:tab pos="268288" algn="l"/>
              </a:tabLst>
            </a:pPr>
            <a:r>
              <a:rPr lang="en-US" altLang="ko-KR" b="0" dirty="0">
                <a:solidFill>
                  <a:srgbClr val="FF0000"/>
                </a:solidFill>
                <a:ea typeface="HY헤드라인M" pitchFamily="18" charset="-127"/>
              </a:rPr>
              <a:t>CHAPTER 7 </a:t>
            </a:r>
            <a:r>
              <a:rPr lang="ko-KR" altLang="en-US" b="0" dirty="0">
                <a:solidFill>
                  <a:srgbClr val="FF0000"/>
                </a:solidFill>
                <a:ea typeface="HY헤드라인M" pitchFamily="18" charset="-127"/>
              </a:rPr>
              <a:t>무선 이동 네트워크 </a:t>
            </a:r>
          </a:p>
          <a:p>
            <a:pPr marL="530225" lvl="1" indent="-236538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Tx/>
              <a:buChar char="•"/>
              <a:tabLst>
                <a:tab pos="268288" algn="l"/>
              </a:tabLst>
            </a:pPr>
            <a:r>
              <a:rPr lang="en-US" altLang="ko-KR" b="0" dirty="0">
                <a:ea typeface="HY헤드라인M" pitchFamily="18" charset="-127"/>
              </a:rPr>
              <a:t>CHAPTER 8 </a:t>
            </a:r>
            <a:r>
              <a:rPr lang="ko-KR" altLang="en-US" b="0" dirty="0">
                <a:ea typeface="HY헤드라인M" pitchFamily="18" charset="-127"/>
              </a:rPr>
              <a:t>컴퓨터 네트워크 보안 </a:t>
            </a:r>
          </a:p>
          <a:p>
            <a:pPr marL="530225" lvl="1" indent="-236538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Tx/>
              <a:buChar char="•"/>
              <a:tabLst>
                <a:tab pos="268288" algn="l"/>
              </a:tabLst>
            </a:pPr>
            <a:r>
              <a:rPr lang="en-US" altLang="ko-KR" b="0" dirty="0">
                <a:solidFill>
                  <a:srgbClr val="FF0000"/>
                </a:solidFill>
                <a:ea typeface="HY헤드라인M" pitchFamily="18" charset="-127"/>
              </a:rPr>
              <a:t>CHAPTER 9 </a:t>
            </a:r>
            <a:r>
              <a:rPr lang="ko-KR" altLang="en-US" b="0" dirty="0">
                <a:solidFill>
                  <a:srgbClr val="FF0000"/>
                </a:solidFill>
                <a:ea typeface="HY헤드라인M" pitchFamily="18" charset="-127"/>
              </a:rPr>
              <a:t>멀티미디어 네트워킹</a:t>
            </a:r>
            <a:endParaRPr lang="en-US" altLang="ko-KR" b="0" dirty="0" smtClean="0">
              <a:solidFill>
                <a:srgbClr val="FF0000"/>
              </a:solidFill>
              <a:ea typeface="HY헤드라인M" pitchFamily="18" charset="-127"/>
            </a:endParaRPr>
          </a:p>
          <a:p>
            <a:pPr marL="530225" lvl="1" indent="-236538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Tx/>
              <a:buChar char="•"/>
              <a:tabLst>
                <a:tab pos="268288" algn="l"/>
              </a:tabLst>
            </a:pPr>
            <a:endParaRPr lang="en-US" altLang="ko-KR" b="0" dirty="0" smtClean="0">
              <a:solidFill>
                <a:srgbClr val="FF0000"/>
              </a:solidFill>
              <a:ea typeface="HY헤드라인M" pitchFamily="18" charset="-127"/>
            </a:endParaRPr>
          </a:p>
          <a:p>
            <a:pPr marL="530225" lvl="1" indent="-236538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Tx/>
              <a:buChar char="•"/>
              <a:tabLst>
                <a:tab pos="268288" algn="l"/>
              </a:tabLst>
            </a:pPr>
            <a:r>
              <a:rPr lang="ko-KR" altLang="en-US" b="0" dirty="0" smtClean="0">
                <a:ea typeface="HY헤드라인M" pitchFamily="18" charset="-127"/>
              </a:rPr>
              <a:t>강의 </a:t>
            </a:r>
            <a:r>
              <a:rPr lang="ko-KR" altLang="en-US" b="0" dirty="0">
                <a:ea typeface="HY헤드라인M" pitchFamily="18" charset="-127"/>
              </a:rPr>
              <a:t>사이트</a:t>
            </a:r>
            <a:r>
              <a:rPr lang="en-US" altLang="ko-KR" b="0" dirty="0">
                <a:ea typeface="HY헤드라인M" pitchFamily="18" charset="-127"/>
              </a:rPr>
              <a:t>: http://eruri.kangwon.ac.kr/course/view.php?id=52439</a:t>
            </a:r>
            <a:endParaRPr lang="ko-KR" altLang="en-US" sz="1800" b="0" dirty="0">
              <a:ea typeface="HY헤드라인M" pitchFamily="18" charset="-127"/>
            </a:endParaRP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6751032" y="475360"/>
            <a:ext cx="2302481" cy="25736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</p:spPr>
        <p:txBody>
          <a:bodyPr wrap="none" lIns="36000" tIns="36000" rIns="36000" bIns="36000" anchor="ctr">
            <a:spAutoFit/>
          </a:bodyPr>
          <a:lstStyle/>
          <a:p>
            <a:pPr marL="292100" indent="-292100" algn="r">
              <a:lnSpc>
                <a:spcPct val="100000"/>
              </a:lnSpc>
              <a:spcBef>
                <a:spcPct val="0"/>
              </a:spcBef>
              <a:buFont typeface="Wingdings" pitchFamily="2" charset="2"/>
              <a:buNone/>
              <a:tabLst>
                <a:tab pos="292100" algn="l"/>
                <a:tab pos="685800" algn="l"/>
              </a:tabLst>
            </a:pPr>
            <a:r>
              <a:rPr lang="en-US" altLang="ko-KR" sz="1200" b="0" dirty="0">
                <a:solidFill>
                  <a:srgbClr val="0066CC"/>
                </a:solidFill>
                <a:ea typeface="HY헤드라인M" pitchFamily="18" charset="-127"/>
                <a:sym typeface="Wingdings" pitchFamily="2" charset="2"/>
              </a:rPr>
              <a:t>Overview of </a:t>
            </a:r>
            <a:r>
              <a:rPr lang="en-US" altLang="ko-KR" sz="1200" b="0" dirty="0" smtClean="0">
                <a:solidFill>
                  <a:srgbClr val="0066CC"/>
                </a:solidFill>
                <a:ea typeface="HY헤드라인M" pitchFamily="18" charset="-127"/>
                <a:sym typeface="Wingdings" pitchFamily="2" charset="2"/>
              </a:rPr>
              <a:t>Computer Networks</a:t>
            </a:r>
            <a:endParaRPr lang="en-US" altLang="ko-KR" sz="1200" b="0" dirty="0">
              <a:solidFill>
                <a:srgbClr val="0066CC"/>
              </a:solidFill>
              <a:ea typeface="HY헤드라인M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rgbClr val="80808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36000" tIns="36000" rIns="36000" bIns="36000" numCol="1" anchor="ctr" anchorCtr="0" compatLnSpc="1">
        <a:prstTxWarp prst="textNoShape">
          <a:avLst/>
        </a:prstTxWarp>
        <a:spAutoFit/>
      </a:bodyPr>
      <a:lstStyle>
        <a:defPPr marL="292100" marR="0" indent="-292100" algn="l" defTabSz="914400" rtl="0" eaLnBrk="1" fontAlgn="ctr" latinLnBrk="1" hangingPunct="1">
          <a:lnSpc>
            <a:spcPct val="140000"/>
          </a:lnSpc>
          <a:spcBef>
            <a:spcPct val="20000"/>
          </a:spcBef>
          <a:spcAft>
            <a:spcPct val="0"/>
          </a:spcAft>
          <a:buClr>
            <a:srgbClr val="660066"/>
          </a:buClr>
          <a:buSzTx/>
          <a:buFont typeface="Wingdings" pitchFamily="2" charset="2"/>
          <a:buChar char="v"/>
          <a:tabLst>
            <a:tab pos="292100" algn="l"/>
            <a:tab pos="685800" algn="l"/>
          </a:tabLst>
          <a:defRPr kumimoji="1" lang="ko-KR" alt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rebuchet MS" pitchFamily="34" charset="0"/>
            <a:ea typeface="굴림체" pitchFamily="49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rgbClr val="80808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36000" tIns="36000" rIns="36000" bIns="36000" numCol="1" anchor="ctr" anchorCtr="0" compatLnSpc="1">
        <a:prstTxWarp prst="textNoShape">
          <a:avLst/>
        </a:prstTxWarp>
        <a:spAutoFit/>
      </a:bodyPr>
      <a:lstStyle>
        <a:defPPr marL="292100" marR="0" indent="-292100" algn="l" defTabSz="914400" rtl="0" eaLnBrk="1" fontAlgn="ctr" latinLnBrk="1" hangingPunct="1">
          <a:lnSpc>
            <a:spcPct val="140000"/>
          </a:lnSpc>
          <a:spcBef>
            <a:spcPct val="20000"/>
          </a:spcBef>
          <a:spcAft>
            <a:spcPct val="0"/>
          </a:spcAft>
          <a:buClr>
            <a:srgbClr val="660066"/>
          </a:buClr>
          <a:buSzTx/>
          <a:buFont typeface="Wingdings" pitchFamily="2" charset="2"/>
          <a:buChar char="v"/>
          <a:tabLst>
            <a:tab pos="292100" algn="l"/>
            <a:tab pos="685800" algn="l"/>
          </a:tabLst>
          <a:defRPr kumimoji="1" lang="ko-KR" alt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rebuchet MS" pitchFamily="34" charset="0"/>
            <a:ea typeface="굴림체" pitchFamily="49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기본 디자인">
  <a:themeElements>
    <a:clrScheme name="2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rgbClr val="80808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36000" tIns="36000" rIns="36000" bIns="36000" numCol="1" anchor="ctr" anchorCtr="0" compatLnSpc="1">
        <a:prstTxWarp prst="textNoShape">
          <a:avLst/>
        </a:prstTxWarp>
        <a:spAutoFit/>
      </a:bodyPr>
      <a:lstStyle>
        <a:defPPr marL="292100" marR="0" indent="-292100" algn="l" defTabSz="914400" rtl="0" eaLnBrk="1" fontAlgn="ctr" latinLnBrk="1" hangingPunct="1">
          <a:lnSpc>
            <a:spcPct val="140000"/>
          </a:lnSpc>
          <a:spcBef>
            <a:spcPct val="20000"/>
          </a:spcBef>
          <a:spcAft>
            <a:spcPct val="0"/>
          </a:spcAft>
          <a:buClr>
            <a:srgbClr val="660066"/>
          </a:buClr>
          <a:buSzTx/>
          <a:buFont typeface="Wingdings" pitchFamily="2" charset="2"/>
          <a:buChar char="v"/>
          <a:tabLst>
            <a:tab pos="292100" algn="l"/>
            <a:tab pos="685800" algn="l"/>
          </a:tabLst>
          <a:defRPr kumimoji="1" lang="ko-KR" alt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rebuchet MS" pitchFamily="34" charset="0"/>
            <a:ea typeface="굴림체" pitchFamily="49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rgbClr val="80808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36000" tIns="36000" rIns="36000" bIns="36000" numCol="1" anchor="ctr" anchorCtr="0" compatLnSpc="1">
        <a:prstTxWarp prst="textNoShape">
          <a:avLst/>
        </a:prstTxWarp>
        <a:spAutoFit/>
      </a:bodyPr>
      <a:lstStyle>
        <a:defPPr marL="292100" marR="0" indent="-292100" algn="l" defTabSz="914400" rtl="0" eaLnBrk="1" fontAlgn="ctr" latinLnBrk="1" hangingPunct="1">
          <a:lnSpc>
            <a:spcPct val="140000"/>
          </a:lnSpc>
          <a:spcBef>
            <a:spcPct val="20000"/>
          </a:spcBef>
          <a:spcAft>
            <a:spcPct val="0"/>
          </a:spcAft>
          <a:buClr>
            <a:srgbClr val="660066"/>
          </a:buClr>
          <a:buSzTx/>
          <a:buFont typeface="Wingdings" pitchFamily="2" charset="2"/>
          <a:buChar char="v"/>
          <a:tabLst>
            <a:tab pos="292100" algn="l"/>
            <a:tab pos="685800" algn="l"/>
          </a:tabLst>
          <a:defRPr kumimoji="1" lang="ko-KR" alt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rebuchet MS" pitchFamily="34" charset="0"/>
            <a:ea typeface="굴림체" pitchFamily="49" charset="-127"/>
          </a:defRPr>
        </a:defPPr>
      </a:lstStyle>
    </a:lnDef>
  </a:objectDefaults>
  <a:extraClrSchemeLst>
    <a:extraClrScheme>
      <a:clrScheme name="2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15302</TotalTime>
  <Words>518</Words>
  <Application>Microsoft Office PowerPoint</Application>
  <PresentationFormat>화면 슬라이드 쇼(4:3)</PresentationFormat>
  <Paragraphs>77</Paragraphs>
  <Slides>6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6</vt:i4>
      </vt:variant>
    </vt:vector>
  </HeadingPairs>
  <TitlesOfParts>
    <vt:vector size="15" baseType="lpstr">
      <vt:lpstr>HY헤드라인M</vt:lpstr>
      <vt:lpstr>굴림</vt:lpstr>
      <vt:lpstr>굴림체</vt:lpstr>
      <vt:lpstr>Symbol</vt:lpstr>
      <vt:lpstr>Times New Roman</vt:lpstr>
      <vt:lpstr>Trebuchet MS</vt:lpstr>
      <vt:lpstr>Wingdings</vt:lpstr>
      <vt:lpstr>기본 디자인</vt:lpstr>
      <vt:lpstr>2_기본 디자인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Discrete Mathematics</dc:title>
  <dc:creator>문양세</dc:creator>
  <cp:lastModifiedBy>mjchoi</cp:lastModifiedBy>
  <cp:revision>1342</cp:revision>
  <dcterms:created xsi:type="dcterms:W3CDTF">2003-03-03T08:07:33Z</dcterms:created>
  <dcterms:modified xsi:type="dcterms:W3CDTF">2020-08-24T09:08:39Z</dcterms:modified>
</cp:coreProperties>
</file>