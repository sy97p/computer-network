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8" r:id="rId1"/>
  </p:sldMasterIdLst>
  <p:notesMasterIdLst>
    <p:notesMasterId r:id="rId20"/>
  </p:notesMasterIdLst>
  <p:handoutMasterIdLst>
    <p:handoutMasterId r:id="rId21"/>
  </p:handoutMasterIdLst>
  <p:sldIdLst>
    <p:sldId id="778" r:id="rId2"/>
    <p:sldId id="837" r:id="rId3"/>
    <p:sldId id="838" r:id="rId4"/>
    <p:sldId id="839" r:id="rId5"/>
    <p:sldId id="840" r:id="rId6"/>
    <p:sldId id="841" r:id="rId7"/>
    <p:sldId id="842" r:id="rId8"/>
    <p:sldId id="843" r:id="rId9"/>
    <p:sldId id="844" r:id="rId10"/>
    <p:sldId id="845" r:id="rId11"/>
    <p:sldId id="846" r:id="rId12"/>
    <p:sldId id="847" r:id="rId13"/>
    <p:sldId id="848" r:id="rId14"/>
    <p:sldId id="849" r:id="rId15"/>
    <p:sldId id="850" r:id="rId16"/>
    <p:sldId id="851" r:id="rId17"/>
    <p:sldId id="852" r:id="rId18"/>
    <p:sldId id="875" r:id="rId19"/>
  </p:sldIdLst>
  <p:sldSz cx="9144000" cy="6858000" type="screen4x3"/>
  <p:notesSz cx="7315200" cy="96012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5pPr>
    <a:lvl6pPr marL="2286000" algn="l" defTabSz="457200" rtl="0" eaLnBrk="1" latinLnBrk="0" hangingPunct="1">
      <a:defRPr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6pPr>
    <a:lvl7pPr marL="2743200" algn="l" defTabSz="457200" rtl="0" eaLnBrk="1" latinLnBrk="0" hangingPunct="1">
      <a:defRPr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7pPr>
    <a:lvl8pPr marL="3200400" algn="l" defTabSz="457200" rtl="0" eaLnBrk="1" latinLnBrk="0" hangingPunct="1">
      <a:defRPr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8pPr>
    <a:lvl9pPr marL="3657600" algn="l" defTabSz="457200" rtl="0" eaLnBrk="1" latinLnBrk="0" hangingPunct="1">
      <a:defRPr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00"/>
    <a:srgbClr val="DDDDDD"/>
    <a:srgbClr val="FFCCFF"/>
    <a:srgbClr val="000099"/>
    <a:srgbClr val="FF0000"/>
    <a:srgbClr val="008000"/>
    <a:srgbClr val="66CCFF"/>
    <a:srgbClr val="CC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>
    <p:restoredLeft sz="15620"/>
    <p:restoredTop sz="84075" autoAdjust="0"/>
  </p:normalViewPr>
  <p:slideViewPr>
    <p:cSldViewPr snapToGrid="0">
      <p:cViewPr varScale="1">
        <p:scale>
          <a:sx n="97" d="100"/>
          <a:sy n="97" d="100"/>
        </p:scale>
        <p:origin x="2004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259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defTabSz="966788">
              <a:defRPr sz="1300">
                <a:latin typeface="Times New Roman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2259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143375" y="0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algn="r" defTabSz="966788">
              <a:defRPr sz="1300">
                <a:latin typeface="Times New Roman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2259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120188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defTabSz="966788">
              <a:defRPr sz="1300">
                <a:latin typeface="Times New Roman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2259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143375" y="9120188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algn="r" defTabSz="966788">
              <a:defRPr sz="1300">
                <a:latin typeface="Times New Roman" charset="0"/>
              </a:defRPr>
            </a:lvl1pPr>
          </a:lstStyle>
          <a:p>
            <a:pPr>
              <a:defRPr/>
            </a:pPr>
            <a:fld id="{91292653-6D28-1A4E-9097-8CD0CA4FA95B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641615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defTabSz="966788">
              <a:defRPr sz="1300">
                <a:latin typeface="Times New Roman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144963" y="0"/>
            <a:ext cx="3170237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algn="r" defTabSz="966788">
              <a:defRPr sz="1300">
                <a:latin typeface="Times New Roman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3994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257300" y="720725"/>
            <a:ext cx="4800600" cy="36004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30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74725" y="4560888"/>
            <a:ext cx="5365750" cy="43195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121775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defTabSz="966788">
              <a:defRPr sz="1300">
                <a:latin typeface="Times New Roman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144963" y="9121775"/>
            <a:ext cx="3170237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algn="r" defTabSz="966788">
              <a:defRPr sz="1300">
                <a:latin typeface="Times New Roman" charset="0"/>
              </a:defRPr>
            </a:lvl1pPr>
          </a:lstStyle>
          <a:p>
            <a:pPr>
              <a:defRPr/>
            </a:pPr>
            <a:fld id="{ACCD5E27-021E-054B-84DE-C100B224ED65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741150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-109" charset="0"/>
        <a:ea typeface="ＭＳ Ｐゴシック" charset="0"/>
        <a:cs typeface="ＭＳ Ｐゴシック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-109" charset="0"/>
        <a:ea typeface="ＭＳ Ｐゴシック" charset="0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-109" charset="0"/>
        <a:ea typeface="ＭＳ Ｐゴシック" charset="0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-109" charset="0"/>
        <a:ea typeface="ＭＳ Ｐゴシック" charset="0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-109" charset="0"/>
        <a:ea typeface="ＭＳ Ｐゴシック" charset="0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fld id="{66954268-D528-7442-800B-9664DDD7601B}" type="slidenum">
              <a:rPr lang="en-US" i="0" smtClean="0">
                <a:latin typeface="Times New Roman" charset="0"/>
              </a:rPr>
              <a:pPr>
                <a:defRPr/>
              </a:pPr>
              <a:t>2</a:t>
            </a:fld>
            <a:endParaRPr lang="en-US" i="0" dirty="0">
              <a:latin typeface="Times New Roman" charset="0"/>
            </a:endParaRPr>
          </a:p>
        </p:txBody>
      </p:sp>
      <p:sp>
        <p:nvSpPr>
          <p:cNvPr id="983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8308" name="Rectangle 3"/>
          <p:cNvSpPr>
            <a:spLocks noGrp="1" noChangeArrowheads="1"/>
          </p:cNvSpPr>
          <p:nvPr>
            <p:ph type="body" idx="1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>
              <a:defRPr/>
            </a:pPr>
            <a:endParaRPr lang="en-US" dirty="0">
              <a:latin typeface="Times New Roman" charset="0"/>
              <a:cs typeface="+mn-cs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650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fld id="{F4433DD6-D70A-8E47-B310-554B6E789C8D}" type="slidenum">
              <a:rPr lang="en-US" i="0" smtClean="0">
                <a:latin typeface="Times New Roman" charset="0"/>
              </a:rPr>
              <a:pPr>
                <a:defRPr/>
              </a:pPr>
              <a:t>3</a:t>
            </a:fld>
            <a:endParaRPr lang="en-US" i="0" dirty="0">
              <a:latin typeface="Times New Roman" charset="0"/>
            </a:endParaRPr>
          </a:p>
        </p:txBody>
      </p:sp>
      <p:sp>
        <p:nvSpPr>
          <p:cNvPr id="1556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5652" name="Rectangle 3"/>
          <p:cNvSpPr>
            <a:spLocks noGrp="1" noChangeArrowheads="1"/>
          </p:cNvSpPr>
          <p:nvPr>
            <p:ph type="body" idx="1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>
              <a:defRPr/>
            </a:pPr>
            <a:endParaRPr lang="en-US" dirty="0">
              <a:latin typeface="Times New Roman" charset="0"/>
              <a:cs typeface="+mn-cs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674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fld id="{233626DD-24C9-E94F-AE99-A71BBB1A5D74}" type="slidenum">
              <a:rPr lang="en-US" i="0" smtClean="0">
                <a:latin typeface="Times New Roman" charset="0"/>
              </a:rPr>
              <a:pPr>
                <a:defRPr/>
              </a:pPr>
              <a:t>4</a:t>
            </a:fld>
            <a:endParaRPr lang="en-US" i="0" dirty="0">
              <a:latin typeface="Times New Roman" charset="0"/>
            </a:endParaRPr>
          </a:p>
        </p:txBody>
      </p:sp>
      <p:sp>
        <p:nvSpPr>
          <p:cNvPr id="1566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6676" name="Rectangle 3"/>
          <p:cNvSpPr>
            <a:spLocks noGrp="1" noChangeArrowheads="1"/>
          </p:cNvSpPr>
          <p:nvPr>
            <p:ph type="body" idx="1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>
              <a:defRPr/>
            </a:pPr>
            <a:endParaRPr lang="en-US" dirty="0">
              <a:latin typeface="Times New Roman" charset="0"/>
              <a:cs typeface="+mn-cs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698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fld id="{8CC6F2D1-A888-7345-8BF4-5577B25D9EB8}" type="slidenum">
              <a:rPr lang="en-US" i="0" smtClean="0">
                <a:latin typeface="Times New Roman" charset="0"/>
              </a:rPr>
              <a:pPr>
                <a:defRPr/>
              </a:pPr>
              <a:t>5</a:t>
            </a:fld>
            <a:endParaRPr lang="en-US" i="0" dirty="0">
              <a:latin typeface="Times New Roman" charset="0"/>
            </a:endParaRPr>
          </a:p>
        </p:txBody>
      </p:sp>
      <p:sp>
        <p:nvSpPr>
          <p:cNvPr id="1576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7700" name="Rectangle 3"/>
          <p:cNvSpPr>
            <a:spLocks noGrp="1" noChangeArrowheads="1"/>
          </p:cNvSpPr>
          <p:nvPr>
            <p:ph type="body" idx="1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>
              <a:defRPr/>
            </a:pPr>
            <a:endParaRPr lang="en-US" dirty="0">
              <a:latin typeface="Times New Roman" charset="0"/>
              <a:cs typeface="+mn-cs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746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 defTabSz="9652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 defTabSz="9652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defTabSz="9652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defTabSz="9652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defTabSz="9652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fld id="{5899F814-C6BF-1141-85EA-782526095993}" type="slidenum">
              <a:rPr lang="en-US" i="0" smtClean="0">
                <a:solidFill>
                  <a:srgbClr val="000000"/>
                </a:solidFill>
                <a:latin typeface="Times New Roman" charset="0"/>
              </a:rPr>
              <a:pPr>
                <a:defRPr/>
              </a:pPr>
              <a:t>6</a:t>
            </a:fld>
            <a:endParaRPr lang="en-US" i="0" dirty="0">
              <a:solidFill>
                <a:srgbClr val="000000"/>
              </a:solidFill>
              <a:latin typeface="Times New Roman" charset="0"/>
            </a:endParaRPr>
          </a:p>
        </p:txBody>
      </p:sp>
      <p:sp>
        <p:nvSpPr>
          <p:cNvPr id="1597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9748" name="Rectangle 3"/>
          <p:cNvSpPr>
            <a:spLocks noGrp="1" noChangeArrowheads="1"/>
          </p:cNvSpPr>
          <p:nvPr>
            <p:ph type="body" idx="1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>
              <a:defRPr/>
            </a:pPr>
            <a:endParaRPr lang="en-US" dirty="0">
              <a:latin typeface="Times New Roman" charset="0"/>
              <a:cs typeface="+mn-cs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770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 defTabSz="9652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 defTabSz="9652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defTabSz="9652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defTabSz="9652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defTabSz="9652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fld id="{46E67162-D420-CA40-8110-1AA35398323B}" type="slidenum">
              <a:rPr lang="en-US" i="0" smtClean="0">
                <a:solidFill>
                  <a:srgbClr val="000000"/>
                </a:solidFill>
                <a:latin typeface="Times New Roman" charset="0"/>
              </a:rPr>
              <a:pPr>
                <a:defRPr/>
              </a:pPr>
              <a:t>7</a:t>
            </a:fld>
            <a:endParaRPr lang="en-US" i="0" dirty="0">
              <a:solidFill>
                <a:srgbClr val="000000"/>
              </a:solidFill>
              <a:latin typeface="Times New Roman" charset="0"/>
            </a:endParaRPr>
          </a:p>
        </p:txBody>
      </p:sp>
      <p:sp>
        <p:nvSpPr>
          <p:cNvPr id="1607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0772" name="Rectangle 3"/>
          <p:cNvSpPr>
            <a:spLocks noGrp="1" noChangeArrowheads="1"/>
          </p:cNvSpPr>
          <p:nvPr>
            <p:ph type="body" idx="1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>
              <a:defRPr/>
            </a:pPr>
            <a:endParaRPr lang="en-US" dirty="0">
              <a:latin typeface="Times New Roman" charset="0"/>
              <a:cs typeface="+mn-cs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794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 defTabSz="9652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 defTabSz="9652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defTabSz="9652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defTabSz="9652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defTabSz="9652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fld id="{04905453-E051-BC4D-8DD5-BD2AF7AD00B3}" type="slidenum">
              <a:rPr lang="en-US" i="0" smtClean="0">
                <a:solidFill>
                  <a:srgbClr val="000000"/>
                </a:solidFill>
                <a:latin typeface="Times New Roman" charset="0"/>
              </a:rPr>
              <a:pPr>
                <a:defRPr/>
              </a:pPr>
              <a:t>8</a:t>
            </a:fld>
            <a:endParaRPr lang="en-US" i="0" dirty="0">
              <a:solidFill>
                <a:srgbClr val="000000"/>
              </a:solidFill>
              <a:latin typeface="Times New Roman" charset="0"/>
            </a:endParaRPr>
          </a:p>
        </p:txBody>
      </p:sp>
      <p:sp>
        <p:nvSpPr>
          <p:cNvPr id="1617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1796" name="Rectangle 3"/>
          <p:cNvSpPr>
            <a:spLocks noGrp="1" noChangeArrowheads="1"/>
          </p:cNvSpPr>
          <p:nvPr>
            <p:ph type="body" idx="1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>
              <a:defRPr/>
            </a:pPr>
            <a:endParaRPr lang="en-US" dirty="0">
              <a:latin typeface="Times New Roman" charset="0"/>
              <a:cs typeface="+mn-cs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818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 defTabSz="9652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 defTabSz="9652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defTabSz="9652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defTabSz="9652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defTabSz="9652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fld id="{561E5BF8-A926-074D-815E-F2F393FDB438}" type="slidenum">
              <a:rPr lang="en-US" i="0" smtClean="0">
                <a:solidFill>
                  <a:srgbClr val="000000"/>
                </a:solidFill>
                <a:latin typeface="Times New Roman" charset="0"/>
              </a:rPr>
              <a:pPr>
                <a:defRPr/>
              </a:pPr>
              <a:t>9</a:t>
            </a:fld>
            <a:endParaRPr lang="en-US" i="0" dirty="0">
              <a:solidFill>
                <a:srgbClr val="000000"/>
              </a:solidFill>
              <a:latin typeface="Times New Roman" charset="0"/>
            </a:endParaRPr>
          </a:p>
        </p:txBody>
      </p:sp>
      <p:sp>
        <p:nvSpPr>
          <p:cNvPr id="1628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2820" name="Rectangle 3"/>
          <p:cNvSpPr>
            <a:spLocks noGrp="1" noChangeArrowheads="1"/>
          </p:cNvSpPr>
          <p:nvPr>
            <p:ph type="body" idx="1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>
              <a:defRPr/>
            </a:pPr>
            <a:endParaRPr lang="en-US" dirty="0">
              <a:latin typeface="Times New Roman" charset="0"/>
              <a:cs typeface="+mn-cs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42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 defTabSz="9652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 defTabSz="9652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defTabSz="9652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defTabSz="9652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defTabSz="9652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fld id="{C65E8E46-FAA0-DA4A-9B36-C2794ABD15BF}" type="slidenum">
              <a:rPr lang="en-US" i="0" smtClean="0">
                <a:solidFill>
                  <a:srgbClr val="000000"/>
                </a:solidFill>
                <a:latin typeface="Times New Roman" charset="0"/>
              </a:rPr>
              <a:pPr>
                <a:defRPr/>
              </a:pPr>
              <a:t>10</a:t>
            </a:fld>
            <a:endParaRPr lang="en-US" i="0" dirty="0">
              <a:solidFill>
                <a:srgbClr val="000000"/>
              </a:solidFill>
              <a:latin typeface="Times New Roman" charset="0"/>
            </a:endParaRPr>
          </a:p>
        </p:txBody>
      </p:sp>
      <p:sp>
        <p:nvSpPr>
          <p:cNvPr id="1638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3844" name="Rectangle 3"/>
          <p:cNvSpPr>
            <a:spLocks noGrp="1" noChangeArrowheads="1"/>
          </p:cNvSpPr>
          <p:nvPr>
            <p:ph type="body" idx="1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>
              <a:defRPr/>
            </a:pPr>
            <a:endParaRPr lang="en-US" dirty="0">
              <a:latin typeface="Times New Roman" charset="0"/>
              <a:cs typeface="+mn-cs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866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 defTabSz="9652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 defTabSz="9652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defTabSz="9652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defTabSz="9652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defTabSz="9652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fld id="{A7CA331A-DC94-1B42-A2A9-C17C57FED148}" type="slidenum">
              <a:rPr lang="en-US" i="0" smtClean="0">
                <a:solidFill>
                  <a:srgbClr val="000000"/>
                </a:solidFill>
                <a:latin typeface="Times New Roman" charset="0"/>
              </a:rPr>
              <a:pPr>
                <a:defRPr/>
              </a:pPr>
              <a:t>11</a:t>
            </a:fld>
            <a:endParaRPr lang="en-US" i="0" dirty="0">
              <a:solidFill>
                <a:srgbClr val="000000"/>
              </a:solidFill>
              <a:latin typeface="Times New Roman" charset="0"/>
            </a:endParaRPr>
          </a:p>
        </p:txBody>
      </p:sp>
      <p:sp>
        <p:nvSpPr>
          <p:cNvPr id="1648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4868" name="Rectangle 3"/>
          <p:cNvSpPr>
            <a:spLocks noGrp="1" noChangeArrowheads="1"/>
          </p:cNvSpPr>
          <p:nvPr>
            <p:ph type="body" idx="1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>
              <a:defRPr/>
            </a:pPr>
            <a:endParaRPr lang="en-US" dirty="0">
              <a:latin typeface="Times New Roman" charset="0"/>
              <a:cs typeface="+mn-cs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890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 defTabSz="9652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 defTabSz="9652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defTabSz="9652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defTabSz="9652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defTabSz="9652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fld id="{CA0263EC-9FC8-3E46-A8F2-77E357E79E36}" type="slidenum">
              <a:rPr lang="en-US" i="0" smtClean="0">
                <a:solidFill>
                  <a:srgbClr val="000000"/>
                </a:solidFill>
                <a:latin typeface="Times New Roman" charset="0"/>
              </a:rPr>
              <a:pPr>
                <a:defRPr/>
              </a:pPr>
              <a:t>12</a:t>
            </a:fld>
            <a:endParaRPr lang="en-US" i="0" dirty="0">
              <a:solidFill>
                <a:srgbClr val="000000"/>
              </a:solidFill>
              <a:latin typeface="Times New Roman" charset="0"/>
            </a:endParaRPr>
          </a:p>
        </p:txBody>
      </p:sp>
      <p:sp>
        <p:nvSpPr>
          <p:cNvPr id="1658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5892" name="Rectangle 3"/>
          <p:cNvSpPr>
            <a:spLocks noGrp="1" noChangeArrowheads="1"/>
          </p:cNvSpPr>
          <p:nvPr>
            <p:ph type="body" idx="1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>
              <a:defRPr/>
            </a:pPr>
            <a:endParaRPr lang="en-US" dirty="0">
              <a:latin typeface="Times New Roman" charset="0"/>
              <a:cs typeface="+mn-cs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3" name="Rectangle 7"/>
          <p:cNvSpPr>
            <a:spLocks noGrp="1" noChangeArrowheads="1"/>
          </p:cNvSpPr>
          <p:nvPr>
            <p:ph type="ftr" sz="quarter" idx="11"/>
          </p:nvPr>
        </p:nvSpPr>
        <p:spPr>
          <a:xfrm>
            <a:off x="5532438" y="6467475"/>
            <a:ext cx="2895600" cy="287338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Network Layer</a:t>
            </a:r>
          </a:p>
        </p:txBody>
      </p:sp>
      <p:sp>
        <p:nvSpPr>
          <p:cNvPr id="4" name="Rectangle 8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324850" y="6462713"/>
            <a:ext cx="676275" cy="276225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4-</a:t>
            </a:r>
            <a:fld id="{7EFC9773-7379-5049-A6C9-0C8EEEC5C544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21341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33400" y="1600200"/>
            <a:ext cx="3810000" cy="4648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95800" y="1600200"/>
            <a:ext cx="3810000" cy="4648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Footer Placeholder 5"/>
          <p:cNvSpPr>
            <a:spLocks noGrp="1" noChangeArrowheads="1"/>
          </p:cNvSpPr>
          <p:nvPr>
            <p:ph type="ftr" sz="quarter" idx="11"/>
          </p:nvPr>
        </p:nvSpPr>
        <p:spPr>
          <a:xfrm>
            <a:off x="5572125" y="6486525"/>
            <a:ext cx="28956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Data Link Layer</a:t>
            </a:r>
          </a:p>
        </p:txBody>
      </p:sp>
      <p:sp>
        <p:nvSpPr>
          <p:cNvPr id="7" name="Slide Number Placeholder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181975" y="6486525"/>
            <a:ext cx="676275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5-</a:t>
            </a:r>
            <a:fld id="{9AB7E571-4613-BD47-B8AF-E4769FE4BBE2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60707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5572125" y="6486525"/>
            <a:ext cx="28956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Data Link Layer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181975" y="6486525"/>
            <a:ext cx="676275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5-</a:t>
            </a:r>
            <a:fld id="{D0626857-DD43-9D46-91D4-DEBFBA1258D1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58142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5572125" y="6486525"/>
            <a:ext cx="28956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Data Link Layer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181975" y="6486525"/>
            <a:ext cx="676275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5-</a:t>
            </a:r>
            <a:fld id="{B3616EB6-F471-2047-976B-63D7811A01EC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17572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533400" y="2286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533400" y="1600200"/>
            <a:ext cx="7772400" cy="464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latin typeface="Times New Roman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03" r:id="rId1"/>
    <p:sldLayoutId id="2147483804" r:id="rId2"/>
    <p:sldLayoutId id="2147483805" r:id="rId3"/>
    <p:sldLayoutId id="2147483806" r:id="rId4"/>
  </p:sldLayoutIdLst>
  <p:hf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rgbClr val="000099"/>
          </a:solidFill>
          <a:latin typeface="+mj-lt"/>
          <a:ea typeface="ＭＳ Ｐゴシック" charset="0"/>
          <a:cs typeface="ＭＳ Ｐゴシック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rgbClr val="000099"/>
          </a:solidFill>
          <a:latin typeface="Gill Sans MT" pitchFamily="34" charset="0"/>
          <a:ea typeface="ＭＳ Ｐゴシック" charset="0"/>
          <a:cs typeface="ＭＳ Ｐゴシック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rgbClr val="000099"/>
          </a:solidFill>
          <a:latin typeface="Gill Sans MT" pitchFamily="34" charset="0"/>
          <a:ea typeface="ＭＳ Ｐゴシック" charset="0"/>
          <a:cs typeface="ＭＳ Ｐゴシック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rgbClr val="000099"/>
          </a:solidFill>
          <a:latin typeface="Gill Sans MT" pitchFamily="34" charset="0"/>
          <a:ea typeface="ＭＳ Ｐゴシック" charset="0"/>
          <a:cs typeface="ＭＳ Ｐゴシック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rgbClr val="000099"/>
          </a:solidFill>
          <a:latin typeface="Gill Sans MT" pitchFamily="34" charset="0"/>
          <a:ea typeface="ＭＳ Ｐゴシック" charset="0"/>
          <a:cs typeface="ＭＳ Ｐゴシック" charset="0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sz="4400">
          <a:solidFill>
            <a:srgbClr val="000099"/>
          </a:solidFill>
          <a:latin typeface="Gill Sans MT" pitchFamily="34" charset="0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sz="4400">
          <a:solidFill>
            <a:srgbClr val="000099"/>
          </a:solidFill>
          <a:latin typeface="Gill Sans MT" pitchFamily="34" charset="0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sz="4400">
          <a:solidFill>
            <a:srgbClr val="000099"/>
          </a:solidFill>
          <a:latin typeface="Gill Sans MT" pitchFamily="34" charset="0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sz="4400">
          <a:solidFill>
            <a:srgbClr val="000099"/>
          </a:solidFill>
          <a:latin typeface="Gill Sans MT" pitchFamily="34" charset="0"/>
        </a:defRPr>
      </a:lvl9pPr>
    </p:titleStyle>
    <p:bodyStyle>
      <a:lvl1pPr marL="342900" indent="-342900" algn="l" rtl="0" eaLnBrk="0" fontAlgn="base" hangingPunct="0">
        <a:lnSpc>
          <a:spcPct val="85000"/>
        </a:lnSpc>
        <a:spcBef>
          <a:spcPct val="20000"/>
        </a:spcBef>
        <a:spcAft>
          <a:spcPct val="0"/>
        </a:spcAft>
        <a:buClr>
          <a:srgbClr val="000099"/>
        </a:buClr>
        <a:buSzPct val="100000"/>
        <a:buFont typeface="Wingdings" charset="2"/>
        <a:buChar char="§"/>
        <a:defRPr sz="2800">
          <a:solidFill>
            <a:schemeClr val="tx1"/>
          </a:solidFill>
          <a:latin typeface="+mn-lt"/>
          <a:ea typeface="ＭＳ Ｐゴシック" charset="0"/>
          <a:cs typeface="ＭＳ Ｐゴシック" charset="0"/>
        </a:defRPr>
      </a:lvl1pPr>
      <a:lvl2pPr marL="742950" indent="-285750" algn="l" rtl="0" eaLnBrk="0" fontAlgn="base" hangingPunct="0">
        <a:lnSpc>
          <a:spcPct val="85000"/>
        </a:lnSpc>
        <a:spcBef>
          <a:spcPct val="20000"/>
        </a:spcBef>
        <a:spcAft>
          <a:spcPct val="0"/>
        </a:spcAft>
        <a:buClr>
          <a:srgbClr val="000099"/>
        </a:buClr>
        <a:buFont typeface="Arial"/>
        <a:buChar char="•"/>
        <a:defRPr sz="2400">
          <a:solidFill>
            <a:schemeClr val="tx1"/>
          </a:solidFill>
          <a:latin typeface="+mn-lt"/>
          <a:ea typeface="ＭＳ Ｐゴシック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Comic Sans MS" pitchFamily="66" charset="0"/>
          <a:ea typeface="ＭＳ Ｐゴシック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Times New Roman" pitchFamily="-109" charset="0"/>
          <a:ea typeface="ＭＳ Ｐゴシック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pitchFamily="-109" charset="0"/>
          <a:ea typeface="ＭＳ Ｐゴシック" charset="0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pitchFamily="-109" charset="0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pitchFamily="-109" charset="0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pitchFamily="-109" charset="0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pitchFamily="-109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0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1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9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7.png"/><Relationship Id="rId5" Type="http://schemas.openxmlformats.org/officeDocument/2006/relationships/image" Target="../media/image12.png"/><Relationship Id="rId4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0.png"/><Relationship Id="rId4" Type="http://schemas.openxmlformats.org/officeDocument/2006/relationships/image" Target="../media/image2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9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30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1" name="Rectangle 4"/>
          <p:cNvSpPr>
            <a:spLocks noChangeArrowheads="1"/>
          </p:cNvSpPr>
          <p:nvPr/>
        </p:nvSpPr>
        <p:spPr bwMode="auto">
          <a:xfrm>
            <a:off x="5608638" y="3489325"/>
            <a:ext cx="3260725" cy="286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eaLnBrk="1" hangingPunct="1">
              <a:lnSpc>
                <a:spcPts val="3063"/>
              </a:lnSpc>
            </a:pPr>
            <a:r>
              <a:rPr lang="en-US" sz="2800" i="1" dirty="0">
                <a:solidFill>
                  <a:srgbClr val="008000"/>
                </a:solidFill>
                <a:cs typeface="Arial" charset="0"/>
              </a:rPr>
              <a:t>Computer Networking: A Top Down Approach </a:t>
            </a:r>
            <a:br>
              <a:rPr lang="en-US" sz="2800" dirty="0">
                <a:solidFill>
                  <a:srgbClr val="008000"/>
                </a:solidFill>
                <a:cs typeface="Arial" charset="0"/>
              </a:rPr>
            </a:br>
            <a:endParaRPr lang="en-US" sz="2000" dirty="0">
              <a:solidFill>
                <a:srgbClr val="008000"/>
              </a:solidFill>
              <a:cs typeface="Arial" charset="0"/>
            </a:endParaRPr>
          </a:p>
        </p:txBody>
      </p:sp>
      <p:sp>
        <p:nvSpPr>
          <p:cNvPr id="40962" name="Text Box 6"/>
          <p:cNvSpPr txBox="1">
            <a:spLocks noChangeArrowheads="1"/>
          </p:cNvSpPr>
          <p:nvPr/>
        </p:nvSpPr>
        <p:spPr bwMode="auto">
          <a:xfrm>
            <a:off x="369888" y="3241675"/>
            <a:ext cx="5378450" cy="1481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800" dirty="0"/>
              <a:t>A note on the use of these Powerpoint slides:</a:t>
            </a:r>
          </a:p>
          <a:p>
            <a:r>
              <a:rPr lang="en-US" sz="1200" dirty="0"/>
              <a:t>We</a:t>
            </a:r>
            <a:r>
              <a:rPr lang="ja-JP" altLang="en-US" sz="1200" dirty="0"/>
              <a:t>’</a:t>
            </a:r>
            <a:r>
              <a:rPr lang="en-US" altLang="ja-JP" sz="1200" dirty="0"/>
              <a:t>re making these slides freely available to all (faculty, students, readers). They’re in PowerPoint form so you see the animations; and can add, modify, and delete slides  (including this one) and slide content to suit your needs. They obviously represent a </a:t>
            </a:r>
            <a:r>
              <a:rPr lang="en-US" altLang="ja-JP" sz="1200" i="1" dirty="0"/>
              <a:t>lot</a:t>
            </a:r>
            <a:r>
              <a:rPr lang="en-US" altLang="ja-JP" sz="1200" dirty="0"/>
              <a:t> of work on our part. In return for use, we only ask the following:</a:t>
            </a:r>
          </a:p>
          <a:p>
            <a:pPr>
              <a:lnSpc>
                <a:spcPct val="85000"/>
              </a:lnSpc>
            </a:pPr>
            <a:endParaRPr lang="en-US" sz="1400" dirty="0"/>
          </a:p>
        </p:txBody>
      </p:sp>
      <p:sp>
        <p:nvSpPr>
          <p:cNvPr id="29702" name="Text Box 7"/>
          <p:cNvSpPr txBox="1">
            <a:spLocks noChangeArrowheads="1"/>
          </p:cNvSpPr>
          <p:nvPr/>
        </p:nvSpPr>
        <p:spPr bwMode="auto">
          <a:xfrm>
            <a:off x="390525" y="4370388"/>
            <a:ext cx="5378450" cy="2098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173038" indent="-17303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>
              <a:defRPr/>
            </a:pPr>
            <a:endParaRPr lang="en-US" sz="1400" dirty="0">
              <a:latin typeface="Gill Sans MT" charset="0"/>
            </a:endParaRPr>
          </a:p>
          <a:p>
            <a:pPr marL="231775" indent="-177800">
              <a:buClr>
                <a:srgbClr val="000099"/>
              </a:buClr>
              <a:buSzPct val="100000"/>
              <a:buFont typeface="Wingdings" charset="2"/>
              <a:buChar char="§"/>
              <a:defRPr/>
            </a:pPr>
            <a:r>
              <a:rPr lang="en-US" sz="1200" dirty="0"/>
              <a:t>If you use these slides (e.g., in a class) that you mention their source (after all, we</a:t>
            </a:r>
            <a:r>
              <a:rPr lang="ja-JP" altLang="en-US" sz="1200" dirty="0"/>
              <a:t>’</a:t>
            </a:r>
            <a:r>
              <a:rPr lang="en-US" altLang="ja-JP" sz="1200" dirty="0"/>
              <a:t>d like people to use our book!)</a:t>
            </a:r>
          </a:p>
          <a:p>
            <a:pPr marL="231775" indent="-177800">
              <a:buClr>
                <a:srgbClr val="000099"/>
              </a:buClr>
              <a:buSzPct val="100000"/>
              <a:buFont typeface="Wingdings" charset="2"/>
              <a:buChar char="§"/>
              <a:defRPr/>
            </a:pPr>
            <a:r>
              <a:rPr lang="en-US" sz="1200" dirty="0"/>
              <a:t>If you post any slides on a www site, that you note that they are adapted from (or perhaps identical to) our slides, and note our copyright of this material.</a:t>
            </a:r>
          </a:p>
          <a:p>
            <a:pPr>
              <a:buClr>
                <a:schemeClr val="accent2"/>
              </a:buClr>
              <a:buFont typeface="Wingdings" charset="0"/>
              <a:buChar char="q"/>
              <a:defRPr/>
            </a:pPr>
            <a:endParaRPr lang="en-US" sz="1200" dirty="0"/>
          </a:p>
          <a:p>
            <a:pPr>
              <a:lnSpc>
                <a:spcPct val="85000"/>
              </a:lnSpc>
              <a:buClr>
                <a:schemeClr val="accent2"/>
              </a:buClr>
              <a:buFont typeface="Wingdings" charset="0"/>
              <a:buNone/>
              <a:defRPr/>
            </a:pPr>
            <a:r>
              <a:rPr lang="en-US" sz="1200" dirty="0"/>
              <a:t>Thanks and enjoy!  JFK/KWR</a:t>
            </a:r>
          </a:p>
          <a:p>
            <a:pPr>
              <a:lnSpc>
                <a:spcPct val="85000"/>
              </a:lnSpc>
              <a:defRPr/>
            </a:pPr>
            <a:endParaRPr lang="en-US" sz="1200" dirty="0"/>
          </a:p>
          <a:p>
            <a:pPr>
              <a:defRPr/>
            </a:pPr>
            <a:r>
              <a:rPr lang="en-US" sz="1200" dirty="0"/>
              <a:t>     All material copyright 1996-2016</a:t>
            </a:r>
          </a:p>
          <a:p>
            <a:pPr>
              <a:defRPr/>
            </a:pPr>
            <a:r>
              <a:rPr lang="en-US" sz="1200" dirty="0"/>
              <a:t>     J.F Kurose and K.W. Ross, All Rights Reserved</a:t>
            </a:r>
          </a:p>
        </p:txBody>
      </p:sp>
      <p:pic>
        <p:nvPicPr>
          <p:cNvPr id="40964" name="Picture 8"/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1963" y="6146800"/>
            <a:ext cx="187325" cy="187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0966" name="Rectangle 4"/>
          <p:cNvSpPr>
            <a:spLocks noChangeArrowheads="1"/>
          </p:cNvSpPr>
          <p:nvPr/>
        </p:nvSpPr>
        <p:spPr bwMode="auto">
          <a:xfrm>
            <a:off x="5634038" y="4510088"/>
            <a:ext cx="3260725" cy="286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eaLnBrk="1" hangingPunct="1"/>
            <a:r>
              <a:rPr lang="en-US" dirty="0">
                <a:solidFill>
                  <a:srgbClr val="008000"/>
                </a:solidFill>
                <a:cs typeface="Arial" charset="0"/>
              </a:rPr>
              <a:t>7</a:t>
            </a:r>
            <a:r>
              <a:rPr lang="en-US" baseline="30000" dirty="0">
                <a:solidFill>
                  <a:srgbClr val="008000"/>
                </a:solidFill>
                <a:cs typeface="Arial" charset="0"/>
              </a:rPr>
              <a:t>th</a:t>
            </a:r>
            <a:r>
              <a:rPr lang="en-US" dirty="0">
                <a:solidFill>
                  <a:srgbClr val="008000"/>
                </a:solidFill>
                <a:cs typeface="Arial" charset="0"/>
              </a:rPr>
              <a:t> Edition, </a:t>
            </a:r>
            <a:r>
              <a:rPr lang="en-US" dirty="0">
                <a:solidFill>
                  <a:srgbClr val="008000"/>
                </a:solidFill>
              </a:rPr>
              <a:t>Global Edition </a:t>
            </a:r>
            <a:br>
              <a:rPr lang="en-US" dirty="0">
                <a:solidFill>
                  <a:srgbClr val="008000"/>
                </a:solidFill>
                <a:cs typeface="Arial" charset="0"/>
              </a:rPr>
            </a:br>
            <a:r>
              <a:rPr lang="en-US" dirty="0">
                <a:solidFill>
                  <a:srgbClr val="008000"/>
                </a:solidFill>
                <a:cs typeface="Arial" charset="0"/>
              </a:rPr>
              <a:t>Jim Kurose, Keith Ross</a:t>
            </a:r>
            <a:br>
              <a:rPr lang="en-US">
                <a:solidFill>
                  <a:srgbClr val="008000"/>
                </a:solidFill>
                <a:cs typeface="Arial" charset="0"/>
              </a:rPr>
            </a:br>
            <a:r>
              <a:rPr lang="en-US" sz="1400">
                <a:solidFill>
                  <a:srgbClr val="008000"/>
                </a:solidFill>
                <a:cs typeface="Arial" charset="0"/>
              </a:rPr>
              <a:t>Pearson</a:t>
            </a:r>
            <a:br>
              <a:rPr lang="en-US" sz="1400" dirty="0">
                <a:solidFill>
                  <a:srgbClr val="008000"/>
                </a:solidFill>
                <a:cs typeface="Arial" charset="0"/>
              </a:rPr>
            </a:br>
            <a:r>
              <a:rPr lang="en-US" sz="1400" dirty="0">
                <a:solidFill>
                  <a:srgbClr val="008000"/>
                </a:solidFill>
                <a:cs typeface="Arial" charset="0"/>
              </a:rPr>
              <a:t>April 2016</a:t>
            </a:r>
          </a:p>
        </p:txBody>
      </p:sp>
      <p:sp>
        <p:nvSpPr>
          <p:cNvPr id="40967" name="Rectangle 3"/>
          <p:cNvSpPr>
            <a:spLocks noChangeArrowheads="1"/>
          </p:cNvSpPr>
          <p:nvPr/>
        </p:nvSpPr>
        <p:spPr bwMode="auto">
          <a:xfrm>
            <a:off x="371475" y="715963"/>
            <a:ext cx="4487863" cy="1724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eaLnBrk="1" hangingPunct="1">
              <a:lnSpc>
                <a:spcPct val="85000"/>
              </a:lnSpc>
            </a:pPr>
            <a:r>
              <a:rPr lang="en-US" sz="4400" dirty="0">
                <a:solidFill>
                  <a:srgbClr val="000099"/>
                </a:solidFill>
                <a:latin typeface="Gill Sans MT" charset="0"/>
                <a:cs typeface="Arial" charset="0"/>
              </a:rPr>
              <a:t>Chapter 6</a:t>
            </a:r>
            <a:br>
              <a:rPr lang="en-US" sz="4800" dirty="0">
                <a:solidFill>
                  <a:srgbClr val="000099"/>
                </a:solidFill>
                <a:latin typeface="Gill Sans MT" charset="0"/>
                <a:cs typeface="Arial" charset="0"/>
              </a:rPr>
            </a:br>
            <a:r>
              <a:rPr lang="en-US" sz="4400" dirty="0">
                <a:solidFill>
                  <a:srgbClr val="000099"/>
                </a:solidFill>
                <a:latin typeface="Gill Sans MT" charset="0"/>
                <a:cs typeface="Arial" charset="0"/>
              </a:rPr>
              <a:t>The Link Layer </a:t>
            </a:r>
          </a:p>
          <a:p>
            <a:pPr eaLnBrk="1" hangingPunct="1">
              <a:lnSpc>
                <a:spcPct val="85000"/>
              </a:lnSpc>
            </a:pPr>
            <a:r>
              <a:rPr lang="en-US" sz="4400" dirty="0">
                <a:solidFill>
                  <a:srgbClr val="000099"/>
                </a:solidFill>
                <a:latin typeface="Gill Sans MT" charset="0"/>
                <a:cs typeface="Arial" charset="0"/>
              </a:rPr>
              <a:t>and LANs</a:t>
            </a:r>
          </a:p>
        </p:txBody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56154" y="6522365"/>
            <a:ext cx="548655" cy="272319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200" dirty="0">
                <a:latin typeface="Tahoma" charset="0"/>
              </a:rPr>
              <a:t>6-</a:t>
            </a:r>
            <a:fld id="{8E8C6E93-DF5B-BC4B-80F9-500DED1EEDCC}" type="slidenum">
              <a:rPr lang="en-US" sz="1200">
                <a:latin typeface="Tahoma" charset="0"/>
              </a:rPr>
              <a:pPr/>
              <a:t>1</a:t>
            </a:fld>
            <a:endParaRPr lang="en-US" sz="1200" dirty="0">
              <a:latin typeface="Tahoma" charset="0"/>
            </a:endParaRPr>
          </a:p>
        </p:txBody>
      </p:sp>
      <p:sp>
        <p:nvSpPr>
          <p:cNvPr id="1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6375496" y="6521551"/>
            <a:ext cx="2177473" cy="241541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Link Layer and LANs</a:t>
            </a:r>
          </a:p>
        </p:txBody>
      </p:sp>
      <p:pic>
        <p:nvPicPr>
          <p:cNvPr id="14" name="Picture 1" descr="kurose7e_cover_small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 bwMode="auto">
          <a:xfrm>
            <a:off x="5712715" y="325438"/>
            <a:ext cx="3082733" cy="3819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1" name="Picture 9" descr="underline_base"/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2438" y="2389188"/>
            <a:ext cx="3890962" cy="238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2540191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8723" name="Picture 5" descr="underline_base"/>
          <p:cNvPicPr>
            <a:picLocks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1025" y="1028700"/>
            <a:ext cx="5942013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7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latin typeface="Gill Sans MT" charset="0"/>
                <a:cs typeface="+mj-cs"/>
              </a:rPr>
              <a:t>Link layer, </a:t>
            </a:r>
            <a:r>
              <a:rPr lang="en-US" sz="4000" dirty="0">
                <a:latin typeface="Gill Sans MT" charset="0"/>
                <a:cs typeface="+mj-cs"/>
              </a:rPr>
              <a:t>LAN</a:t>
            </a:r>
            <a:r>
              <a:rPr lang="en-US" dirty="0">
                <a:latin typeface="Gill Sans MT" charset="0"/>
                <a:cs typeface="+mj-cs"/>
              </a:rPr>
              <a:t>s: outline</a:t>
            </a:r>
          </a:p>
        </p:txBody>
      </p:sp>
      <p:sp>
        <p:nvSpPr>
          <p:cNvPr id="3078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533400" y="1600200"/>
            <a:ext cx="3922713" cy="4648200"/>
          </a:xfrm>
        </p:spPr>
        <p:txBody>
          <a:bodyPr/>
          <a:lstStyle/>
          <a:p>
            <a:pPr marL="457200" indent="-457200">
              <a:buFont typeface="Wingdings" charset="0"/>
              <a:buNone/>
              <a:defRPr/>
            </a:pPr>
            <a:r>
              <a:rPr lang="en-US" dirty="0">
                <a:solidFill>
                  <a:srgbClr val="000099"/>
                </a:solidFill>
                <a:latin typeface="Gill Sans MT" charset="0"/>
                <a:cs typeface="+mn-cs"/>
              </a:rPr>
              <a:t>6.1</a:t>
            </a:r>
            <a:r>
              <a:rPr lang="en-US" dirty="0">
                <a:solidFill>
                  <a:srgbClr val="CC0000"/>
                </a:solidFill>
                <a:latin typeface="Gill Sans MT" charset="0"/>
                <a:cs typeface="+mn-cs"/>
              </a:rPr>
              <a:t> </a:t>
            </a:r>
            <a:r>
              <a:rPr lang="en-US" dirty="0">
                <a:latin typeface="Gill Sans MT" charset="0"/>
                <a:cs typeface="+mn-cs"/>
              </a:rPr>
              <a:t>introduction, services</a:t>
            </a:r>
          </a:p>
          <a:p>
            <a:pPr marL="457200" indent="-457200">
              <a:buFont typeface="Wingdings" charset="0"/>
              <a:buNone/>
              <a:defRPr/>
            </a:pPr>
            <a:r>
              <a:rPr lang="en-US" dirty="0">
                <a:solidFill>
                  <a:srgbClr val="000099"/>
                </a:solidFill>
                <a:latin typeface="Gill Sans MT" charset="0"/>
                <a:cs typeface="+mn-cs"/>
              </a:rPr>
              <a:t>6.2</a:t>
            </a:r>
            <a:r>
              <a:rPr lang="en-US" dirty="0">
                <a:solidFill>
                  <a:srgbClr val="CC0000"/>
                </a:solidFill>
                <a:latin typeface="Gill Sans MT" charset="0"/>
                <a:cs typeface="+mn-cs"/>
              </a:rPr>
              <a:t> </a:t>
            </a:r>
            <a:r>
              <a:rPr lang="en-US" dirty="0">
                <a:latin typeface="Gill Sans MT" charset="0"/>
                <a:cs typeface="+mn-cs"/>
              </a:rPr>
              <a:t>error detection, correction </a:t>
            </a:r>
          </a:p>
          <a:p>
            <a:pPr marL="457200" indent="-457200">
              <a:buFont typeface="Wingdings" charset="0"/>
              <a:buNone/>
              <a:defRPr/>
            </a:pPr>
            <a:r>
              <a:rPr lang="en-US" dirty="0">
                <a:solidFill>
                  <a:srgbClr val="000099"/>
                </a:solidFill>
                <a:latin typeface="Gill Sans MT" charset="0"/>
                <a:cs typeface="+mn-cs"/>
              </a:rPr>
              <a:t>6.3</a:t>
            </a:r>
            <a:r>
              <a:rPr lang="en-US" dirty="0">
                <a:solidFill>
                  <a:srgbClr val="CC0000"/>
                </a:solidFill>
                <a:latin typeface="Gill Sans MT" charset="0"/>
                <a:cs typeface="+mn-cs"/>
              </a:rPr>
              <a:t> </a:t>
            </a:r>
            <a:r>
              <a:rPr lang="en-US" dirty="0">
                <a:latin typeface="Gill Sans MT" charset="0"/>
                <a:cs typeface="+mn-cs"/>
              </a:rPr>
              <a:t>multiple access protocols</a:t>
            </a:r>
          </a:p>
          <a:p>
            <a:pPr marL="457200" indent="-457200">
              <a:buFont typeface="Wingdings" charset="0"/>
              <a:buNone/>
              <a:defRPr/>
            </a:pPr>
            <a:r>
              <a:rPr lang="en-US" dirty="0">
                <a:solidFill>
                  <a:srgbClr val="CC0000"/>
                </a:solidFill>
                <a:latin typeface="Gill Sans MT" charset="0"/>
                <a:cs typeface="+mn-cs"/>
              </a:rPr>
              <a:t>6.4 LANs</a:t>
            </a:r>
          </a:p>
          <a:p>
            <a:pPr lvl="1">
              <a:defRPr/>
            </a:pPr>
            <a:r>
              <a:rPr lang="en-US" dirty="0">
                <a:latin typeface="Gill Sans MT" charset="0"/>
              </a:rPr>
              <a:t>addressing, ARP</a:t>
            </a:r>
          </a:p>
          <a:p>
            <a:pPr lvl="1">
              <a:defRPr/>
            </a:pPr>
            <a:r>
              <a:rPr lang="en-US" dirty="0">
                <a:latin typeface="Gill Sans MT" charset="0"/>
              </a:rPr>
              <a:t>Ethernet</a:t>
            </a:r>
          </a:p>
          <a:p>
            <a:pPr lvl="1">
              <a:defRPr/>
            </a:pPr>
            <a:r>
              <a:rPr lang="en-US" dirty="0">
                <a:solidFill>
                  <a:srgbClr val="CC0000"/>
                </a:solidFill>
                <a:latin typeface="Gill Sans MT" charset="0"/>
              </a:rPr>
              <a:t>switches</a:t>
            </a:r>
          </a:p>
          <a:p>
            <a:pPr lvl="1">
              <a:defRPr/>
            </a:pPr>
            <a:r>
              <a:rPr lang="en-US" dirty="0">
                <a:solidFill>
                  <a:srgbClr val="CC0000"/>
                </a:solidFill>
                <a:latin typeface="Gill Sans MT" charset="0"/>
              </a:rPr>
              <a:t>VLANS</a:t>
            </a:r>
          </a:p>
        </p:txBody>
      </p:sp>
      <p:sp>
        <p:nvSpPr>
          <p:cNvPr id="3079" name="Rectangle 4"/>
          <p:cNvSpPr>
            <a:spLocks noGrp="1" noChangeArrowheads="1"/>
          </p:cNvSpPr>
          <p:nvPr>
            <p:ph type="body" sz="half" idx="2"/>
          </p:nvPr>
        </p:nvSpPr>
        <p:spPr>
          <a:xfrm>
            <a:off x="4495800" y="1600200"/>
            <a:ext cx="4054475" cy="4648200"/>
          </a:xfrm>
        </p:spPr>
        <p:txBody>
          <a:bodyPr/>
          <a:lstStyle/>
          <a:p>
            <a:pPr marL="457200" indent="-457200">
              <a:buFont typeface="Wingdings" charset="0"/>
              <a:buNone/>
              <a:defRPr/>
            </a:pPr>
            <a:r>
              <a:rPr lang="en-US" dirty="0">
                <a:solidFill>
                  <a:srgbClr val="000099"/>
                </a:solidFill>
                <a:latin typeface="Gill Sans MT" charset="0"/>
                <a:cs typeface="+mn-cs"/>
              </a:rPr>
              <a:t>6.5</a:t>
            </a:r>
            <a:r>
              <a:rPr lang="en-US" dirty="0">
                <a:latin typeface="Gill Sans MT" charset="0"/>
                <a:cs typeface="+mn-cs"/>
              </a:rPr>
              <a:t> link virtualization: MPLS</a:t>
            </a:r>
          </a:p>
          <a:p>
            <a:pPr marL="457200" indent="-457200">
              <a:buFont typeface="Wingdings" charset="0"/>
              <a:buNone/>
              <a:defRPr/>
            </a:pPr>
            <a:r>
              <a:rPr lang="en-US" dirty="0">
                <a:solidFill>
                  <a:srgbClr val="000099"/>
                </a:solidFill>
                <a:latin typeface="Gill Sans MT" charset="0"/>
                <a:cs typeface="+mn-cs"/>
              </a:rPr>
              <a:t>6.6</a:t>
            </a:r>
            <a:r>
              <a:rPr lang="en-US" dirty="0">
                <a:latin typeface="Gill Sans MT" charset="0"/>
                <a:cs typeface="+mn-cs"/>
              </a:rPr>
              <a:t> data center networking</a:t>
            </a:r>
          </a:p>
          <a:p>
            <a:pPr marL="457200" indent="-457200">
              <a:buFont typeface="Wingdings" charset="0"/>
              <a:buNone/>
              <a:defRPr/>
            </a:pPr>
            <a:r>
              <a:rPr lang="en-US" dirty="0">
                <a:solidFill>
                  <a:srgbClr val="000099"/>
                </a:solidFill>
                <a:latin typeface="Gill Sans MT" charset="0"/>
                <a:cs typeface="+mn-cs"/>
              </a:rPr>
              <a:t>6.7</a:t>
            </a:r>
            <a:r>
              <a:rPr lang="en-US" dirty="0">
                <a:latin typeface="Gill Sans MT" charset="0"/>
                <a:cs typeface="+mn-cs"/>
              </a:rPr>
              <a:t> a day in the life of a web request</a:t>
            </a:r>
          </a:p>
          <a:p>
            <a:pPr marL="457200" indent="-457200">
              <a:buFont typeface="Wingdings" charset="0"/>
              <a:buNone/>
              <a:defRPr/>
            </a:pPr>
            <a:endParaRPr lang="en-US" sz="2600" dirty="0">
              <a:latin typeface="Gill Sans MT" charset="0"/>
              <a:cs typeface="+mn-cs"/>
            </a:endParaRPr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56154" y="6522365"/>
            <a:ext cx="548655" cy="272319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200" dirty="0">
                <a:latin typeface="Tahoma" charset="0"/>
              </a:rPr>
              <a:t>6-</a:t>
            </a:r>
            <a:fld id="{8E8C6E93-DF5B-BC4B-80F9-500DED1EEDCC}" type="slidenum">
              <a:rPr lang="en-US" sz="1200">
                <a:latin typeface="Tahoma" charset="0"/>
              </a:rPr>
              <a:pPr/>
              <a:t>2</a:t>
            </a:fld>
            <a:endParaRPr lang="en-US" sz="1200" dirty="0">
              <a:latin typeface="Tahoma" charset="0"/>
            </a:endParaRPr>
          </a:p>
        </p:txBody>
      </p:sp>
      <p:sp>
        <p:nvSpPr>
          <p:cNvPr id="9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6375496" y="6521551"/>
            <a:ext cx="2177473" cy="241541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Link Layer and LANs</a:t>
            </a:r>
          </a:p>
        </p:txBody>
      </p:sp>
    </p:spTree>
    <p:extLst>
      <p:ext uri="{BB962C8B-B14F-4D97-AF65-F5344CB8AC3E}">
        <p14:creationId xmlns:p14="http://schemas.microsoft.com/office/powerpoint/2010/main" val="27348537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4" name="Rectangle 2"/>
          <p:cNvSpPr>
            <a:spLocks noGrp="1" noChangeArrowheads="1"/>
          </p:cNvSpPr>
          <p:nvPr>
            <p:ph type="title"/>
          </p:nvPr>
        </p:nvSpPr>
        <p:spPr>
          <a:xfrm>
            <a:off x="546100" y="0"/>
            <a:ext cx="7772400" cy="1143000"/>
          </a:xfrm>
        </p:spPr>
        <p:txBody>
          <a:bodyPr/>
          <a:lstStyle/>
          <a:p>
            <a:pPr>
              <a:defRPr/>
            </a:pPr>
            <a:r>
              <a:rPr lang="en-US" dirty="0">
                <a:latin typeface="Gill Sans MT" charset="0"/>
                <a:cs typeface="+mj-cs"/>
              </a:rPr>
              <a:t>Ethernet switch</a:t>
            </a:r>
          </a:p>
        </p:txBody>
      </p:sp>
      <p:sp>
        <p:nvSpPr>
          <p:cNvPr id="6144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6425" y="1071563"/>
            <a:ext cx="8001000" cy="4640262"/>
          </a:xfrm>
        </p:spPr>
        <p:txBody>
          <a:bodyPr/>
          <a:lstStyle/>
          <a:p>
            <a:pPr>
              <a:defRPr/>
            </a:pPr>
            <a:r>
              <a:rPr lang="en-US" dirty="0">
                <a:solidFill>
                  <a:srgbClr val="CC0000"/>
                </a:solidFill>
                <a:latin typeface="Gill Sans MT" charset="0"/>
                <a:cs typeface="+mn-cs"/>
              </a:rPr>
              <a:t>link-layer device: takes an </a:t>
            </a:r>
            <a:r>
              <a:rPr lang="en-US" i="1" dirty="0">
                <a:solidFill>
                  <a:srgbClr val="CC0000"/>
                </a:solidFill>
                <a:latin typeface="Gill Sans MT" charset="0"/>
                <a:cs typeface="+mn-cs"/>
              </a:rPr>
              <a:t>active</a:t>
            </a:r>
            <a:r>
              <a:rPr lang="en-US" dirty="0">
                <a:solidFill>
                  <a:srgbClr val="CC0000"/>
                </a:solidFill>
                <a:latin typeface="Gill Sans MT" charset="0"/>
                <a:cs typeface="+mn-cs"/>
              </a:rPr>
              <a:t> role</a:t>
            </a:r>
          </a:p>
          <a:p>
            <a:pPr lvl="1">
              <a:defRPr/>
            </a:pPr>
            <a:r>
              <a:rPr lang="en-US" sz="2800" dirty="0">
                <a:latin typeface="Gill Sans MT" charset="0"/>
              </a:rPr>
              <a:t>store, forward Ethernet frames</a:t>
            </a:r>
          </a:p>
          <a:p>
            <a:pPr lvl="1">
              <a:defRPr/>
            </a:pPr>
            <a:r>
              <a:rPr lang="en-US" sz="2800" dirty="0">
                <a:latin typeface="Gill Sans MT" charset="0"/>
              </a:rPr>
              <a:t>examine incoming frame</a:t>
            </a:r>
            <a:r>
              <a:rPr lang="ja-JP" altLang="en-US" sz="2800">
                <a:latin typeface="Gill Sans MT" charset="0"/>
              </a:rPr>
              <a:t>’</a:t>
            </a:r>
            <a:r>
              <a:rPr lang="en-US" sz="2800" dirty="0">
                <a:latin typeface="Gill Sans MT" charset="0"/>
              </a:rPr>
              <a:t>s MAC address, </a:t>
            </a:r>
            <a:r>
              <a:rPr lang="en-US" sz="2800" dirty="0">
                <a:solidFill>
                  <a:srgbClr val="CC0000"/>
                </a:solidFill>
                <a:latin typeface="Gill Sans MT" charset="0"/>
              </a:rPr>
              <a:t>selectively</a:t>
            </a:r>
            <a:r>
              <a:rPr lang="en-US" sz="2800" dirty="0">
                <a:latin typeface="Gill Sans MT" charset="0"/>
              </a:rPr>
              <a:t> forward  frame to one-or-more outgoing links when frame is to be forwarded on segment, uses CSMA/CD to access segment</a:t>
            </a:r>
          </a:p>
          <a:p>
            <a:pPr>
              <a:defRPr/>
            </a:pPr>
            <a:r>
              <a:rPr lang="en-US" i="1" dirty="0">
                <a:solidFill>
                  <a:srgbClr val="CC0000"/>
                </a:solidFill>
                <a:latin typeface="Gill Sans MT" charset="0"/>
                <a:cs typeface="+mn-cs"/>
              </a:rPr>
              <a:t>transparent</a:t>
            </a:r>
          </a:p>
          <a:p>
            <a:pPr lvl="1">
              <a:defRPr/>
            </a:pPr>
            <a:r>
              <a:rPr lang="en-US" sz="2800" dirty="0">
                <a:latin typeface="Gill Sans MT" charset="0"/>
              </a:rPr>
              <a:t>hosts are unaware of presence of switches</a:t>
            </a:r>
          </a:p>
          <a:p>
            <a:pPr>
              <a:defRPr/>
            </a:pPr>
            <a:r>
              <a:rPr lang="en-US" i="1" dirty="0">
                <a:solidFill>
                  <a:srgbClr val="CC0000"/>
                </a:solidFill>
                <a:latin typeface="Gill Sans MT" charset="0"/>
                <a:cs typeface="+mn-cs"/>
              </a:rPr>
              <a:t>plug-and-play, self-learning</a:t>
            </a:r>
          </a:p>
          <a:p>
            <a:pPr lvl="1">
              <a:defRPr/>
            </a:pPr>
            <a:r>
              <a:rPr lang="en-US" sz="2800" dirty="0">
                <a:latin typeface="Gill Sans MT" charset="0"/>
              </a:rPr>
              <a:t>switches do not need to be configured</a:t>
            </a:r>
          </a:p>
          <a:p>
            <a:pPr>
              <a:defRPr/>
            </a:pPr>
            <a:endParaRPr lang="en-US" sz="2400" dirty="0">
              <a:latin typeface="Gill Sans MT" charset="0"/>
              <a:cs typeface="+mn-cs"/>
            </a:endParaRPr>
          </a:p>
        </p:txBody>
      </p:sp>
      <p:pic>
        <p:nvPicPr>
          <p:cNvPr id="160773" name="Picture 24" descr="underline_base"/>
          <p:cNvPicPr>
            <a:picLocks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1825" y="793750"/>
            <a:ext cx="3656013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56154" y="6522365"/>
            <a:ext cx="548655" cy="272319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200" dirty="0">
                <a:latin typeface="Tahoma" charset="0"/>
              </a:rPr>
              <a:t>6-</a:t>
            </a:r>
            <a:fld id="{8E8C6E93-DF5B-BC4B-80F9-500DED1EEDCC}" type="slidenum">
              <a:rPr lang="en-US" sz="1200">
                <a:latin typeface="Tahoma" charset="0"/>
              </a:rPr>
              <a:pPr/>
              <a:t>3</a:t>
            </a:fld>
            <a:endParaRPr lang="en-US" sz="1200" dirty="0">
              <a:latin typeface="Tahoma" charset="0"/>
            </a:endParaRPr>
          </a:p>
        </p:txBody>
      </p:sp>
      <p:sp>
        <p:nvSpPr>
          <p:cNvPr id="8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6375496" y="6521551"/>
            <a:ext cx="2177473" cy="241541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Link Layer and LANs</a:t>
            </a:r>
          </a:p>
        </p:txBody>
      </p:sp>
    </p:spTree>
    <p:extLst>
      <p:ext uri="{BB962C8B-B14F-4D97-AF65-F5344CB8AC3E}">
        <p14:creationId xmlns:p14="http://schemas.microsoft.com/office/powerpoint/2010/main" val="24396369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8" name="Rectangle 2"/>
          <p:cNvSpPr>
            <a:spLocks noGrp="1" noChangeArrowheads="1"/>
          </p:cNvSpPr>
          <p:nvPr>
            <p:ph type="title"/>
          </p:nvPr>
        </p:nvSpPr>
        <p:spPr>
          <a:xfrm>
            <a:off x="288925" y="136525"/>
            <a:ext cx="8469313" cy="1143000"/>
          </a:xfrm>
        </p:spPr>
        <p:txBody>
          <a:bodyPr/>
          <a:lstStyle/>
          <a:p>
            <a:pPr>
              <a:defRPr/>
            </a:pPr>
            <a:r>
              <a:rPr lang="en-US" sz="3600" dirty="0">
                <a:latin typeface="Gill Sans MT" charset="0"/>
                <a:cs typeface="+mj-cs"/>
              </a:rPr>
              <a:t>Switch: </a:t>
            </a:r>
            <a:r>
              <a:rPr lang="en-US" sz="3600" i="1" dirty="0">
                <a:latin typeface="Gill Sans MT" charset="0"/>
                <a:cs typeface="+mj-cs"/>
              </a:rPr>
              <a:t>multiple</a:t>
            </a:r>
            <a:r>
              <a:rPr lang="en-US" sz="3600" dirty="0">
                <a:latin typeface="Gill Sans MT" charset="0"/>
                <a:cs typeface="+mj-cs"/>
              </a:rPr>
              <a:t> simultaneous transmissions</a:t>
            </a:r>
          </a:p>
        </p:txBody>
      </p:sp>
      <p:sp>
        <p:nvSpPr>
          <p:cNvPr id="6246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92113" y="1393825"/>
            <a:ext cx="4503737" cy="4576763"/>
          </a:xfrm>
        </p:spPr>
        <p:txBody>
          <a:bodyPr/>
          <a:lstStyle/>
          <a:p>
            <a:pPr>
              <a:lnSpc>
                <a:spcPct val="90000"/>
              </a:lnSpc>
              <a:defRPr/>
            </a:pPr>
            <a:r>
              <a:rPr lang="en-US" sz="2400" dirty="0">
                <a:latin typeface="Gill Sans MT" charset="0"/>
                <a:cs typeface="+mn-cs"/>
              </a:rPr>
              <a:t>hosts have dedicated, direct connection to switch</a:t>
            </a:r>
          </a:p>
          <a:p>
            <a:pPr>
              <a:lnSpc>
                <a:spcPct val="90000"/>
              </a:lnSpc>
              <a:defRPr/>
            </a:pPr>
            <a:r>
              <a:rPr lang="en-US" sz="2400" dirty="0">
                <a:latin typeface="Gill Sans MT" charset="0"/>
                <a:cs typeface="+mn-cs"/>
              </a:rPr>
              <a:t>switches buffer packets</a:t>
            </a:r>
          </a:p>
          <a:p>
            <a:pPr>
              <a:lnSpc>
                <a:spcPct val="90000"/>
              </a:lnSpc>
              <a:defRPr/>
            </a:pPr>
            <a:r>
              <a:rPr lang="en-US" sz="2400" dirty="0">
                <a:latin typeface="Gill Sans MT" charset="0"/>
                <a:cs typeface="+mn-cs"/>
              </a:rPr>
              <a:t>Ethernet protocol used on </a:t>
            </a:r>
            <a:r>
              <a:rPr lang="en-US" sz="2400" i="1" dirty="0">
                <a:latin typeface="Gill Sans MT" charset="0"/>
                <a:cs typeface="+mn-cs"/>
              </a:rPr>
              <a:t>each</a:t>
            </a:r>
            <a:r>
              <a:rPr lang="en-US" sz="2400" dirty="0">
                <a:latin typeface="Gill Sans MT" charset="0"/>
                <a:cs typeface="+mn-cs"/>
              </a:rPr>
              <a:t> incoming link, but no collisions; full duplex</a:t>
            </a:r>
          </a:p>
          <a:p>
            <a:pPr lvl="1">
              <a:defRPr/>
            </a:pPr>
            <a:r>
              <a:rPr lang="en-US" dirty="0">
                <a:latin typeface="Gill Sans MT" charset="0"/>
              </a:rPr>
              <a:t>each link is its own collision domain</a:t>
            </a:r>
          </a:p>
          <a:p>
            <a:pPr>
              <a:lnSpc>
                <a:spcPct val="90000"/>
              </a:lnSpc>
              <a:defRPr/>
            </a:pPr>
            <a:r>
              <a:rPr lang="en-US" sz="2400" i="1" dirty="0">
                <a:solidFill>
                  <a:srgbClr val="CC0000"/>
                </a:solidFill>
                <a:latin typeface="Gill Sans MT" charset="0"/>
                <a:cs typeface="+mn-cs"/>
              </a:rPr>
              <a:t>switching:</a:t>
            </a:r>
            <a:r>
              <a:rPr lang="en-US" sz="2400" dirty="0">
                <a:solidFill>
                  <a:srgbClr val="CC0000"/>
                </a:solidFill>
                <a:latin typeface="Gill Sans MT" charset="0"/>
                <a:cs typeface="+mn-cs"/>
              </a:rPr>
              <a:t> </a:t>
            </a:r>
            <a:r>
              <a:rPr lang="en-US" sz="2400" dirty="0">
                <a:latin typeface="Gill Sans MT" charset="0"/>
                <a:cs typeface="+mn-cs"/>
              </a:rPr>
              <a:t>A-to-A</a:t>
            </a:r>
            <a:r>
              <a:rPr lang="ja-JP" altLang="en-US" sz="2400" dirty="0">
                <a:latin typeface="Gill Sans MT" charset="0"/>
                <a:cs typeface="+mn-cs"/>
              </a:rPr>
              <a:t>’</a:t>
            </a:r>
            <a:r>
              <a:rPr lang="en-US" sz="2400" dirty="0">
                <a:latin typeface="Gill Sans MT" charset="0"/>
                <a:cs typeface="+mn-cs"/>
              </a:rPr>
              <a:t> and B-to-B</a:t>
            </a:r>
            <a:r>
              <a:rPr lang="ja-JP" altLang="en-US" sz="2400" dirty="0">
                <a:latin typeface="Gill Sans MT" charset="0"/>
                <a:cs typeface="+mn-cs"/>
              </a:rPr>
              <a:t>’</a:t>
            </a:r>
            <a:r>
              <a:rPr lang="en-US" sz="2400" dirty="0">
                <a:latin typeface="Gill Sans MT" charset="0"/>
                <a:cs typeface="+mn-cs"/>
              </a:rPr>
              <a:t> can transmit simultaneously, without collisions </a:t>
            </a:r>
          </a:p>
        </p:txBody>
      </p:sp>
      <p:grpSp>
        <p:nvGrpSpPr>
          <p:cNvPr id="162821" name="Group 1"/>
          <p:cNvGrpSpPr>
            <a:grpSpLocks/>
          </p:cNvGrpSpPr>
          <p:nvPr/>
        </p:nvGrpSpPr>
        <p:grpSpPr bwMode="auto">
          <a:xfrm>
            <a:off x="5106988" y="1425575"/>
            <a:ext cx="3660775" cy="4283075"/>
            <a:chOff x="5106576" y="1425893"/>
            <a:chExt cx="3661504" cy="4282976"/>
          </a:xfrm>
        </p:grpSpPr>
        <p:sp>
          <p:nvSpPr>
            <p:cNvPr id="62472" name="Text Box 34"/>
            <p:cNvSpPr txBox="1">
              <a:spLocks noChangeArrowheads="1"/>
            </p:cNvSpPr>
            <p:nvPr/>
          </p:nvSpPr>
          <p:spPr bwMode="auto">
            <a:xfrm>
              <a:off x="5827445" y="5062772"/>
              <a:ext cx="2710402" cy="64609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>
                <a:defRPr/>
              </a:pPr>
              <a:r>
                <a:rPr lang="en-US" dirty="0">
                  <a:latin typeface="Arial" charset="0"/>
                  <a:cs typeface="Arial" charset="0"/>
                </a:rPr>
                <a:t>switch with six interfaces</a:t>
              </a:r>
            </a:p>
            <a:p>
              <a:pPr algn="ctr">
                <a:defRPr/>
              </a:pPr>
              <a:r>
                <a:rPr lang="en-US" dirty="0">
                  <a:latin typeface="Arial" charset="0"/>
                  <a:cs typeface="Arial" charset="0"/>
                </a:rPr>
                <a:t>(</a:t>
              </a:r>
              <a:r>
                <a:rPr lang="en-US" dirty="0">
                  <a:solidFill>
                    <a:srgbClr val="FF0000"/>
                  </a:solidFill>
                  <a:latin typeface="Arial" charset="0"/>
                  <a:cs typeface="Arial" charset="0"/>
                </a:rPr>
                <a:t>1,2,3,4,5,6</a:t>
              </a:r>
              <a:r>
                <a:rPr lang="en-US" dirty="0">
                  <a:latin typeface="Arial" charset="0"/>
                  <a:cs typeface="Arial" charset="0"/>
                </a:rPr>
                <a:t>)</a:t>
              </a:r>
              <a:r>
                <a:rPr lang="en-US" i="0" dirty="0">
                  <a:latin typeface="Arial" charset="0"/>
                  <a:cs typeface="Arial" charset="0"/>
                </a:rPr>
                <a:t>  </a:t>
              </a:r>
            </a:p>
          </p:txBody>
        </p:sp>
        <p:grpSp>
          <p:nvGrpSpPr>
            <p:cNvPr id="162824" name="Group 34"/>
            <p:cNvGrpSpPr>
              <a:grpSpLocks/>
            </p:cNvGrpSpPr>
            <p:nvPr/>
          </p:nvGrpSpPr>
          <p:grpSpPr bwMode="auto">
            <a:xfrm>
              <a:off x="5106576" y="1425893"/>
              <a:ext cx="3661504" cy="3600334"/>
              <a:chOff x="731524" y="1819788"/>
              <a:chExt cx="3661504" cy="3600334"/>
            </a:xfrm>
          </p:grpSpPr>
          <p:sp>
            <p:nvSpPr>
              <p:cNvPr id="62474" name="Text Box 23"/>
              <p:cNvSpPr txBox="1">
                <a:spLocks noChangeArrowheads="1"/>
              </p:cNvSpPr>
              <p:nvPr/>
            </p:nvSpPr>
            <p:spPr bwMode="auto">
              <a:xfrm>
                <a:off x="2655957" y="1819788"/>
                <a:ext cx="350907" cy="36670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>
                  <a:defRPr/>
                </a:pPr>
                <a:r>
                  <a:rPr lang="en-US" i="0" dirty="0">
                    <a:latin typeface="Arial" charset="0"/>
                    <a:cs typeface="Arial" charset="0"/>
                  </a:rPr>
                  <a:t>A</a:t>
                </a:r>
              </a:p>
            </p:txBody>
          </p:sp>
          <p:sp>
            <p:nvSpPr>
              <p:cNvPr id="62475" name="Text Box 24"/>
              <p:cNvSpPr txBox="1">
                <a:spLocks noChangeArrowheads="1"/>
              </p:cNvSpPr>
              <p:nvPr/>
            </p:nvSpPr>
            <p:spPr bwMode="auto">
              <a:xfrm>
                <a:off x="2371738" y="5050277"/>
                <a:ext cx="371549" cy="36987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>
                  <a:defRPr/>
                </a:pPr>
                <a:r>
                  <a:rPr lang="en-US" i="0" dirty="0">
                    <a:latin typeface="Arial" charset="0"/>
                    <a:cs typeface="Arial" charset="0"/>
                  </a:rPr>
                  <a:t>A</a:t>
                </a:r>
                <a:r>
                  <a:rPr lang="ja-JP" altLang="en-US" i="0">
                    <a:latin typeface="Arial" charset="0"/>
                    <a:cs typeface="Arial" charset="0"/>
                  </a:rPr>
                  <a:t>’</a:t>
                </a:r>
                <a:endParaRPr lang="en-US" i="0" dirty="0">
                  <a:latin typeface="Arial" charset="0"/>
                  <a:cs typeface="Arial" charset="0"/>
                </a:endParaRPr>
              </a:p>
            </p:txBody>
          </p:sp>
          <p:sp>
            <p:nvSpPr>
              <p:cNvPr id="62476" name="Text Box 25"/>
              <p:cNvSpPr txBox="1">
                <a:spLocks noChangeArrowheads="1"/>
              </p:cNvSpPr>
              <p:nvPr/>
            </p:nvSpPr>
            <p:spPr bwMode="auto">
              <a:xfrm>
                <a:off x="3988134" y="2419849"/>
                <a:ext cx="338205" cy="36829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>
                  <a:defRPr/>
                </a:pPr>
                <a:r>
                  <a:rPr lang="en-US" i="0" dirty="0">
                    <a:latin typeface="Arial" charset="0"/>
                    <a:cs typeface="Arial" charset="0"/>
                  </a:rPr>
                  <a:t>B</a:t>
                </a:r>
              </a:p>
            </p:txBody>
          </p:sp>
          <p:sp>
            <p:nvSpPr>
              <p:cNvPr id="62477" name="Text Box 26"/>
              <p:cNvSpPr txBox="1">
                <a:spLocks noChangeArrowheads="1"/>
              </p:cNvSpPr>
              <p:nvPr/>
            </p:nvSpPr>
            <p:spPr bwMode="auto">
              <a:xfrm>
                <a:off x="995101" y="4188283"/>
                <a:ext cx="390603" cy="36829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>
                  <a:defRPr/>
                </a:pPr>
                <a:r>
                  <a:rPr lang="en-US" i="0" dirty="0">
                    <a:latin typeface="Arial" charset="0"/>
                    <a:cs typeface="Arial" charset="0"/>
                  </a:rPr>
                  <a:t>B</a:t>
                </a:r>
                <a:r>
                  <a:rPr lang="ja-JP" altLang="en-US" i="0">
                    <a:latin typeface="Arial" charset="0"/>
                    <a:cs typeface="Arial" charset="0"/>
                  </a:rPr>
                  <a:t>’</a:t>
                </a:r>
                <a:endParaRPr lang="en-US" i="0" dirty="0">
                  <a:latin typeface="Arial" charset="0"/>
                  <a:cs typeface="Arial" charset="0"/>
                </a:endParaRPr>
              </a:p>
            </p:txBody>
          </p:sp>
          <p:sp>
            <p:nvSpPr>
              <p:cNvPr id="62478" name="Text Box 27"/>
              <p:cNvSpPr txBox="1">
                <a:spLocks noChangeArrowheads="1"/>
              </p:cNvSpPr>
              <p:nvPr/>
            </p:nvSpPr>
            <p:spPr bwMode="auto">
              <a:xfrm>
                <a:off x="3740435" y="4188283"/>
                <a:ext cx="350908" cy="36829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>
                  <a:defRPr/>
                </a:pPr>
                <a:r>
                  <a:rPr lang="en-US" i="0" dirty="0">
                    <a:latin typeface="Arial" charset="0"/>
                    <a:cs typeface="Arial" charset="0"/>
                  </a:rPr>
                  <a:t>C</a:t>
                </a:r>
              </a:p>
            </p:txBody>
          </p:sp>
          <p:sp>
            <p:nvSpPr>
              <p:cNvPr id="62479" name="Text Box 28"/>
              <p:cNvSpPr txBox="1">
                <a:spLocks noChangeArrowheads="1"/>
              </p:cNvSpPr>
              <p:nvPr/>
            </p:nvSpPr>
            <p:spPr bwMode="auto">
              <a:xfrm>
                <a:off x="1123714" y="2465886"/>
                <a:ext cx="403305" cy="36829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>
                  <a:defRPr/>
                </a:pPr>
                <a:r>
                  <a:rPr lang="en-US" i="0" dirty="0">
                    <a:latin typeface="Arial" charset="0"/>
                    <a:cs typeface="Arial" charset="0"/>
                  </a:rPr>
                  <a:t>C</a:t>
                </a:r>
                <a:r>
                  <a:rPr lang="ja-JP" altLang="en-US" i="0">
                    <a:latin typeface="Arial" charset="0"/>
                    <a:cs typeface="Arial" charset="0"/>
                  </a:rPr>
                  <a:t>’</a:t>
                </a:r>
                <a:endParaRPr lang="en-US" i="0" dirty="0">
                  <a:latin typeface="Arial" charset="0"/>
                  <a:cs typeface="Arial" charset="0"/>
                </a:endParaRPr>
              </a:p>
            </p:txBody>
          </p:sp>
          <p:sp>
            <p:nvSpPr>
              <p:cNvPr id="62480" name="Line 17"/>
              <p:cNvSpPr>
                <a:spLocks noChangeShapeType="1"/>
              </p:cNvSpPr>
              <p:nvPr/>
            </p:nvSpPr>
            <p:spPr bwMode="auto">
              <a:xfrm>
                <a:off x="1687389" y="3165957"/>
                <a:ext cx="720869" cy="29844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62481" name="Line 18"/>
              <p:cNvSpPr>
                <a:spLocks noChangeShapeType="1"/>
              </p:cNvSpPr>
              <p:nvPr/>
            </p:nvSpPr>
            <p:spPr bwMode="auto">
              <a:xfrm>
                <a:off x="2673423" y="2872277"/>
                <a:ext cx="0" cy="50481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62482" name="Line 19"/>
              <p:cNvSpPr>
                <a:spLocks noChangeShapeType="1"/>
              </p:cNvSpPr>
              <p:nvPr/>
            </p:nvSpPr>
            <p:spPr bwMode="auto">
              <a:xfrm flipH="1">
                <a:off x="2863961" y="2996099"/>
                <a:ext cx="892353" cy="48417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62483" name="Line 20"/>
              <p:cNvSpPr>
                <a:spLocks noChangeShapeType="1"/>
              </p:cNvSpPr>
              <p:nvPr/>
            </p:nvSpPr>
            <p:spPr bwMode="auto">
              <a:xfrm flipV="1">
                <a:off x="2673423" y="3605685"/>
                <a:ext cx="12703" cy="70959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grpSp>
            <p:nvGrpSpPr>
              <p:cNvPr id="162835" name="Group 45"/>
              <p:cNvGrpSpPr>
                <a:grpSpLocks/>
              </p:cNvGrpSpPr>
              <p:nvPr/>
            </p:nvGrpSpPr>
            <p:grpSpPr bwMode="auto">
              <a:xfrm>
                <a:off x="747936" y="2733042"/>
                <a:ext cx="914403" cy="690308"/>
                <a:chOff x="1046480" y="3962400"/>
                <a:chExt cx="1026163" cy="761428"/>
              </a:xfrm>
            </p:grpSpPr>
            <p:sp>
              <p:nvSpPr>
                <p:cNvPr id="80" name="Rectangle 48"/>
                <p:cNvSpPr>
                  <a:spLocks noChangeArrowheads="1"/>
                </p:cNvSpPr>
                <p:nvPr/>
              </p:nvSpPr>
              <p:spPr bwMode="auto">
                <a:xfrm rot="16200000">
                  <a:off x="1893247" y="4299441"/>
                  <a:ext cx="110313" cy="247682"/>
                </a:xfrm>
                <a:prstGeom prst="rect">
                  <a:avLst/>
                </a:prstGeom>
                <a:gradFill rotWithShape="1">
                  <a:gsLst>
                    <a:gs pos="0">
                      <a:srgbClr val="008000"/>
                    </a:gs>
                    <a:gs pos="50000">
                      <a:schemeClr val="bg1"/>
                    </a:gs>
                    <a:gs pos="100000">
                      <a:srgbClr val="008000"/>
                    </a:gs>
                  </a:gsLst>
                  <a:lin ang="0" scaled="1"/>
                </a:gradFill>
                <a:ln w="9525">
                  <a:solidFill>
                    <a:srgbClr val="008000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latin typeface="Arial" pitchFamily="34" charset="0"/>
                    <a:ea typeface="+mn-ea"/>
                    <a:cs typeface="Arial" pitchFamily="34" charset="0"/>
                  </a:endParaRPr>
                </a:p>
              </p:txBody>
            </p:sp>
            <p:grpSp>
              <p:nvGrpSpPr>
                <p:cNvPr id="162870" name="Group 49"/>
                <p:cNvGrpSpPr>
                  <a:grpSpLocks/>
                </p:cNvGrpSpPr>
                <p:nvPr/>
              </p:nvGrpSpPr>
              <p:grpSpPr bwMode="auto">
                <a:xfrm>
                  <a:off x="1046480" y="3962400"/>
                  <a:ext cx="936071" cy="761428"/>
                  <a:chOff x="-44" y="1473"/>
                  <a:chExt cx="981" cy="1105"/>
                </a:xfrm>
              </p:grpSpPr>
              <p:pic>
                <p:nvPicPr>
                  <p:cNvPr id="162871" name="Picture 50" descr="desktop_computer_stylized_medium"/>
                  <p:cNvPicPr>
                    <a:picLocks noChangeAspect="1" noChangeArrowheads="1"/>
                  </p:cNvPicPr>
                  <p:nvPr/>
                </p:nvPicPr>
                <p:blipFill>
                  <a:blip r:embed="rId3" cstate="email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 flipH="1">
                    <a:off x="-44" y="1473"/>
                    <a:ext cx="981" cy="1105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</p:pic>
              <p:sp>
                <p:nvSpPr>
                  <p:cNvPr id="162872" name="Freeform 51"/>
                  <p:cNvSpPr>
                    <a:spLocks/>
                  </p:cNvSpPr>
                  <p:nvPr/>
                </p:nvSpPr>
                <p:spPr bwMode="auto">
                  <a:xfrm flipH="1">
                    <a:off x="374" y="1579"/>
                    <a:ext cx="477" cy="506"/>
                  </a:xfrm>
                  <a:custGeom>
                    <a:avLst/>
                    <a:gdLst>
                      <a:gd name="T0" fmla="*/ 0 w 356"/>
                      <a:gd name="T1" fmla="*/ 0 h 368"/>
                      <a:gd name="T2" fmla="*/ 1736 w 356"/>
                      <a:gd name="T3" fmla="*/ 95 h 368"/>
                      <a:gd name="T4" fmla="*/ 2059 w 356"/>
                      <a:gd name="T5" fmla="*/ 1990 h 368"/>
                      <a:gd name="T6" fmla="*/ 454 w 356"/>
                      <a:gd name="T7" fmla="*/ 2489 h 368"/>
                      <a:gd name="T8" fmla="*/ 0 w 356"/>
                      <a:gd name="T9" fmla="*/ 0 h 368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0" t="0" r="r" b="b"/>
                    <a:pathLst>
                      <a:path w="356" h="368">
                        <a:moveTo>
                          <a:pt x="0" y="0"/>
                        </a:moveTo>
                        <a:lnTo>
                          <a:pt x="300" y="14"/>
                        </a:lnTo>
                        <a:lnTo>
                          <a:pt x="356" y="294"/>
                        </a:lnTo>
                        <a:lnTo>
                          <a:pt x="78" y="368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000099"/>
                      </a:gs>
                      <a:gs pos="100000">
                        <a:schemeClr val="bg1"/>
                      </a:gs>
                    </a:gsLst>
                    <a:lin ang="2700000" scaled="1"/>
                  </a:gra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9525" cap="flat" cmpd="sng">
                        <a:solidFill>
                          <a:schemeClr val="tx1"/>
                        </a:solidFill>
                        <a:prstDash val="solid"/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/>
                  <a:lstStyle/>
                  <a:p>
                    <a:endParaRPr lang="en-US" dirty="0"/>
                  </a:p>
                </p:txBody>
              </p:sp>
            </p:grpSp>
          </p:grpSp>
          <p:grpSp>
            <p:nvGrpSpPr>
              <p:cNvPr id="162836" name="Group 46"/>
              <p:cNvGrpSpPr>
                <a:grpSpLocks/>
              </p:cNvGrpSpPr>
              <p:nvPr/>
            </p:nvGrpSpPr>
            <p:grpSpPr bwMode="auto">
              <a:xfrm>
                <a:off x="3539588" y="2669737"/>
                <a:ext cx="853440" cy="741680"/>
                <a:chOff x="7179310" y="4033520"/>
                <a:chExt cx="1009650" cy="855028"/>
              </a:xfrm>
            </p:grpSpPr>
            <p:grpSp>
              <p:nvGrpSpPr>
                <p:cNvPr id="162865" name="Group 44"/>
                <p:cNvGrpSpPr>
                  <a:grpSpLocks/>
                </p:cNvGrpSpPr>
                <p:nvPr/>
              </p:nvGrpSpPr>
              <p:grpSpPr bwMode="auto">
                <a:xfrm>
                  <a:off x="7179310" y="4033520"/>
                  <a:ext cx="1009650" cy="855028"/>
                  <a:chOff x="-44" y="1473"/>
                  <a:chExt cx="981" cy="1105"/>
                </a:xfrm>
              </p:grpSpPr>
              <p:pic>
                <p:nvPicPr>
                  <p:cNvPr id="162867" name="Picture 45" descr="desktop_computer_stylized_medium"/>
                  <p:cNvPicPr>
                    <a:picLocks noChangeAspect="1" noChangeArrowheads="1"/>
                  </p:cNvPicPr>
                  <p:nvPr/>
                </p:nvPicPr>
                <p:blipFill>
                  <a:blip r:embed="rId4" cstate="email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 flipH="1">
                    <a:off x="-44" y="1473"/>
                    <a:ext cx="981" cy="1105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</p:pic>
              <p:sp>
                <p:nvSpPr>
                  <p:cNvPr id="162868" name="Freeform 46"/>
                  <p:cNvSpPr>
                    <a:spLocks/>
                  </p:cNvSpPr>
                  <p:nvPr/>
                </p:nvSpPr>
                <p:spPr bwMode="auto">
                  <a:xfrm flipH="1">
                    <a:off x="374" y="1579"/>
                    <a:ext cx="477" cy="506"/>
                  </a:xfrm>
                  <a:custGeom>
                    <a:avLst/>
                    <a:gdLst>
                      <a:gd name="T0" fmla="*/ 0 w 356"/>
                      <a:gd name="T1" fmla="*/ 0 h 368"/>
                      <a:gd name="T2" fmla="*/ 1736 w 356"/>
                      <a:gd name="T3" fmla="*/ 95 h 368"/>
                      <a:gd name="T4" fmla="*/ 2059 w 356"/>
                      <a:gd name="T5" fmla="*/ 1990 h 368"/>
                      <a:gd name="T6" fmla="*/ 454 w 356"/>
                      <a:gd name="T7" fmla="*/ 2489 h 368"/>
                      <a:gd name="T8" fmla="*/ 0 w 356"/>
                      <a:gd name="T9" fmla="*/ 0 h 368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0" t="0" r="r" b="b"/>
                    <a:pathLst>
                      <a:path w="356" h="368">
                        <a:moveTo>
                          <a:pt x="0" y="0"/>
                        </a:moveTo>
                        <a:lnTo>
                          <a:pt x="300" y="14"/>
                        </a:lnTo>
                        <a:lnTo>
                          <a:pt x="356" y="294"/>
                        </a:lnTo>
                        <a:lnTo>
                          <a:pt x="78" y="368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000099"/>
                      </a:gs>
                      <a:gs pos="100000">
                        <a:schemeClr val="bg1"/>
                      </a:gs>
                    </a:gsLst>
                    <a:lin ang="2700000" scaled="1"/>
                  </a:gra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9525" cap="flat" cmpd="sng">
                        <a:solidFill>
                          <a:schemeClr val="tx1"/>
                        </a:solidFill>
                        <a:prstDash val="solid"/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/>
                  <a:lstStyle/>
                  <a:p>
                    <a:endParaRPr lang="en-US" dirty="0"/>
                  </a:p>
                </p:txBody>
              </p:sp>
            </p:grpSp>
            <p:sp>
              <p:nvSpPr>
                <p:cNvPr id="77" name="Rectangle 43"/>
                <p:cNvSpPr>
                  <a:spLocks noChangeArrowheads="1"/>
                </p:cNvSpPr>
                <p:nvPr/>
              </p:nvSpPr>
              <p:spPr bwMode="auto">
                <a:xfrm rot="16200000">
                  <a:off x="7440190" y="4309334"/>
                  <a:ext cx="126274" cy="195358"/>
                </a:xfrm>
                <a:prstGeom prst="rect">
                  <a:avLst/>
                </a:prstGeom>
                <a:gradFill rotWithShape="1">
                  <a:gsLst>
                    <a:gs pos="0">
                      <a:srgbClr val="008000"/>
                    </a:gs>
                    <a:gs pos="50000">
                      <a:schemeClr val="bg1"/>
                    </a:gs>
                    <a:gs pos="100000">
                      <a:srgbClr val="008000"/>
                    </a:gs>
                  </a:gsLst>
                  <a:lin ang="0" scaled="1"/>
                </a:gradFill>
                <a:ln w="9525">
                  <a:solidFill>
                    <a:srgbClr val="008000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latin typeface="Arial" pitchFamily="34" charset="0"/>
                    <a:ea typeface="+mn-ea"/>
                    <a:cs typeface="Arial" pitchFamily="34" charset="0"/>
                  </a:endParaRPr>
                </a:p>
              </p:txBody>
            </p:sp>
          </p:grpSp>
          <p:sp>
            <p:nvSpPr>
              <p:cNvPr id="48" name="Rectangle 43"/>
              <p:cNvSpPr>
                <a:spLocks noChangeArrowheads="1"/>
              </p:cNvSpPr>
              <p:nvPr/>
            </p:nvSpPr>
            <p:spPr bwMode="auto">
              <a:xfrm>
                <a:off x="2614674" y="2705593"/>
                <a:ext cx="109559" cy="165096"/>
              </a:xfrm>
              <a:prstGeom prst="rect">
                <a:avLst/>
              </a:prstGeom>
              <a:gradFill rotWithShape="1">
                <a:gsLst>
                  <a:gs pos="0">
                    <a:srgbClr val="008000"/>
                  </a:gs>
                  <a:gs pos="50000">
                    <a:schemeClr val="bg1"/>
                  </a:gs>
                  <a:gs pos="100000">
                    <a:srgbClr val="008000"/>
                  </a:gs>
                </a:gsLst>
                <a:lin ang="0" scaled="1"/>
              </a:gradFill>
              <a:ln w="9525">
                <a:solidFill>
                  <a:srgbClr val="008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latin typeface="Arial" pitchFamily="34" charset="0"/>
                  <a:ea typeface="+mn-ea"/>
                  <a:cs typeface="Arial" pitchFamily="34" charset="0"/>
                </a:endParaRPr>
              </a:p>
            </p:txBody>
          </p:sp>
          <p:grpSp>
            <p:nvGrpSpPr>
              <p:cNvPr id="162838" name="Group 44"/>
              <p:cNvGrpSpPr>
                <a:grpSpLocks/>
              </p:cNvGrpSpPr>
              <p:nvPr/>
            </p:nvGrpSpPr>
            <p:grpSpPr bwMode="auto">
              <a:xfrm>
                <a:off x="2233637" y="2138292"/>
                <a:ext cx="853440" cy="741680"/>
                <a:chOff x="-44" y="1473"/>
                <a:chExt cx="981" cy="1105"/>
              </a:xfrm>
            </p:grpSpPr>
            <p:pic>
              <p:nvPicPr>
                <p:cNvPr id="162863" name="Picture 45" descr="desktop_computer_stylized_medium"/>
                <p:cNvPicPr>
                  <a:picLocks noChangeAspect="1" noChangeArrowheads="1"/>
                </p:cNvPicPr>
                <p:nvPr/>
              </p:nvPicPr>
              <p:blipFill>
                <a:blip r:embed="rId4" cstate="email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162864" name="Freeform 46"/>
                <p:cNvSpPr>
                  <a:spLocks/>
                </p:cNvSpPr>
                <p:nvPr/>
              </p:nvSpPr>
              <p:spPr bwMode="auto">
                <a:xfrm flipH="1">
                  <a:off x="374" y="1579"/>
                  <a:ext cx="477" cy="506"/>
                </a:xfrm>
                <a:custGeom>
                  <a:avLst/>
                  <a:gdLst>
                    <a:gd name="T0" fmla="*/ 0 w 356"/>
                    <a:gd name="T1" fmla="*/ 0 h 368"/>
                    <a:gd name="T2" fmla="*/ 1736 w 356"/>
                    <a:gd name="T3" fmla="*/ 95 h 368"/>
                    <a:gd name="T4" fmla="*/ 2059 w 356"/>
                    <a:gd name="T5" fmla="*/ 1990 h 368"/>
                    <a:gd name="T6" fmla="*/ 454 w 356"/>
                    <a:gd name="T7" fmla="*/ 2489 h 368"/>
                    <a:gd name="T8" fmla="*/ 0 w 356"/>
                    <a:gd name="T9" fmla="*/ 0 h 3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356" h="368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000099"/>
                    </a:gs>
                    <a:gs pos="100000">
                      <a:schemeClr val="bg1"/>
                    </a:gs>
                  </a:gsLst>
                  <a:lin ang="27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flat" cmpd="sng">
                      <a:solidFill>
                        <a:schemeClr val="tx1"/>
                      </a:solidFill>
                      <a:prstDash val="solid"/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endParaRPr lang="en-US" dirty="0"/>
                </a:p>
              </p:txBody>
            </p:sp>
          </p:grpSp>
          <p:grpSp>
            <p:nvGrpSpPr>
              <p:cNvPr id="162839" name="Group 49"/>
              <p:cNvGrpSpPr>
                <a:grpSpLocks/>
              </p:cNvGrpSpPr>
              <p:nvPr/>
            </p:nvGrpSpPr>
            <p:grpSpPr bwMode="auto">
              <a:xfrm>
                <a:off x="2060917" y="4279843"/>
                <a:ext cx="853440" cy="835329"/>
                <a:chOff x="8077200" y="3320111"/>
                <a:chExt cx="853440" cy="835329"/>
              </a:xfrm>
            </p:grpSpPr>
            <p:sp>
              <p:nvSpPr>
                <p:cNvPr id="70" name="Rectangle 43"/>
                <p:cNvSpPr>
                  <a:spLocks noChangeArrowheads="1"/>
                </p:cNvSpPr>
                <p:nvPr/>
              </p:nvSpPr>
              <p:spPr bwMode="auto">
                <a:xfrm>
                  <a:off x="8630957" y="3320624"/>
                  <a:ext cx="111147" cy="165096"/>
                </a:xfrm>
                <a:prstGeom prst="rect">
                  <a:avLst/>
                </a:prstGeom>
                <a:gradFill rotWithShape="1">
                  <a:gsLst>
                    <a:gs pos="0">
                      <a:srgbClr val="008000"/>
                    </a:gs>
                    <a:gs pos="50000">
                      <a:schemeClr val="bg1"/>
                    </a:gs>
                    <a:gs pos="100000">
                      <a:srgbClr val="008000"/>
                    </a:gs>
                  </a:gsLst>
                  <a:lin ang="0" scaled="1"/>
                </a:gradFill>
                <a:ln w="9525">
                  <a:solidFill>
                    <a:srgbClr val="008000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latin typeface="Arial" pitchFamily="34" charset="0"/>
                    <a:ea typeface="+mn-ea"/>
                    <a:cs typeface="Arial" pitchFamily="34" charset="0"/>
                  </a:endParaRPr>
                </a:p>
              </p:txBody>
            </p:sp>
            <p:grpSp>
              <p:nvGrpSpPr>
                <p:cNvPr id="162860" name="Group 44"/>
                <p:cNvGrpSpPr>
                  <a:grpSpLocks/>
                </p:cNvGrpSpPr>
                <p:nvPr/>
              </p:nvGrpSpPr>
              <p:grpSpPr bwMode="auto">
                <a:xfrm>
                  <a:off x="8077200" y="3413760"/>
                  <a:ext cx="853440" cy="741680"/>
                  <a:chOff x="-44" y="1473"/>
                  <a:chExt cx="981" cy="1105"/>
                </a:xfrm>
              </p:grpSpPr>
              <p:pic>
                <p:nvPicPr>
                  <p:cNvPr id="162861" name="Picture 45" descr="desktop_computer_stylized_medium"/>
                  <p:cNvPicPr>
                    <a:picLocks noChangeAspect="1" noChangeArrowheads="1"/>
                  </p:cNvPicPr>
                  <p:nvPr/>
                </p:nvPicPr>
                <p:blipFill>
                  <a:blip r:embed="rId4" cstate="email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 flipH="1">
                    <a:off x="-44" y="1473"/>
                    <a:ext cx="981" cy="1105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</p:pic>
              <p:sp>
                <p:nvSpPr>
                  <p:cNvPr id="162862" name="Freeform 46"/>
                  <p:cNvSpPr>
                    <a:spLocks/>
                  </p:cNvSpPr>
                  <p:nvPr/>
                </p:nvSpPr>
                <p:spPr bwMode="auto">
                  <a:xfrm flipH="1">
                    <a:off x="374" y="1579"/>
                    <a:ext cx="477" cy="506"/>
                  </a:xfrm>
                  <a:custGeom>
                    <a:avLst/>
                    <a:gdLst>
                      <a:gd name="T0" fmla="*/ 0 w 356"/>
                      <a:gd name="T1" fmla="*/ 0 h 368"/>
                      <a:gd name="T2" fmla="*/ 1736 w 356"/>
                      <a:gd name="T3" fmla="*/ 95 h 368"/>
                      <a:gd name="T4" fmla="*/ 2059 w 356"/>
                      <a:gd name="T5" fmla="*/ 1990 h 368"/>
                      <a:gd name="T6" fmla="*/ 454 w 356"/>
                      <a:gd name="T7" fmla="*/ 2489 h 368"/>
                      <a:gd name="T8" fmla="*/ 0 w 356"/>
                      <a:gd name="T9" fmla="*/ 0 h 368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0" t="0" r="r" b="b"/>
                    <a:pathLst>
                      <a:path w="356" h="368">
                        <a:moveTo>
                          <a:pt x="0" y="0"/>
                        </a:moveTo>
                        <a:lnTo>
                          <a:pt x="300" y="14"/>
                        </a:lnTo>
                        <a:lnTo>
                          <a:pt x="356" y="294"/>
                        </a:lnTo>
                        <a:lnTo>
                          <a:pt x="78" y="368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000099"/>
                      </a:gs>
                      <a:gs pos="100000">
                        <a:schemeClr val="bg1"/>
                      </a:gs>
                    </a:gsLst>
                    <a:lin ang="2700000" scaled="1"/>
                  </a:gra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9525" cap="flat" cmpd="sng">
                        <a:solidFill>
                          <a:schemeClr val="tx1"/>
                        </a:solidFill>
                        <a:prstDash val="solid"/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/>
                  <a:lstStyle/>
                  <a:p>
                    <a:endParaRPr lang="en-US" dirty="0"/>
                  </a:p>
                </p:txBody>
              </p:sp>
            </p:grpSp>
          </p:grpSp>
          <p:pic>
            <p:nvPicPr>
              <p:cNvPr id="62489" name="Picture 3"/>
              <p:cNvPicPr>
                <a:picLocks noChangeAspect="1" noChangeArrowheads="1"/>
              </p:cNvPicPr>
              <p:nvPr/>
            </p:nvPicPr>
            <p:blipFill>
              <a:blip r:embed="rId5" cstate="email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374913" y="3316766"/>
                <a:ext cx="603370" cy="34130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</p:pic>
          <p:grpSp>
            <p:nvGrpSpPr>
              <p:cNvPr id="162841" name="Group 51"/>
              <p:cNvGrpSpPr>
                <a:grpSpLocks/>
              </p:cNvGrpSpPr>
              <p:nvPr/>
            </p:nvGrpSpPr>
            <p:grpSpPr bwMode="auto">
              <a:xfrm>
                <a:off x="731524" y="3616962"/>
                <a:ext cx="914403" cy="690308"/>
                <a:chOff x="1046480" y="3962400"/>
                <a:chExt cx="1026163" cy="761428"/>
              </a:xfrm>
            </p:grpSpPr>
            <p:sp>
              <p:nvSpPr>
                <p:cNvPr id="66" name="Rectangle 48"/>
                <p:cNvSpPr>
                  <a:spLocks noChangeArrowheads="1"/>
                </p:cNvSpPr>
                <p:nvPr/>
              </p:nvSpPr>
              <p:spPr bwMode="auto">
                <a:xfrm rot="16200000">
                  <a:off x="1893846" y="4299769"/>
                  <a:ext cx="110314" cy="247682"/>
                </a:xfrm>
                <a:prstGeom prst="rect">
                  <a:avLst/>
                </a:prstGeom>
                <a:gradFill rotWithShape="1">
                  <a:gsLst>
                    <a:gs pos="0">
                      <a:srgbClr val="008000"/>
                    </a:gs>
                    <a:gs pos="50000">
                      <a:schemeClr val="bg1"/>
                    </a:gs>
                    <a:gs pos="100000">
                      <a:srgbClr val="008000"/>
                    </a:gs>
                  </a:gsLst>
                  <a:lin ang="0" scaled="1"/>
                </a:gradFill>
                <a:ln w="9525">
                  <a:solidFill>
                    <a:srgbClr val="008000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latin typeface="Arial" pitchFamily="34" charset="0"/>
                    <a:ea typeface="+mn-ea"/>
                    <a:cs typeface="Arial" pitchFamily="34" charset="0"/>
                  </a:endParaRPr>
                </a:p>
              </p:txBody>
            </p:sp>
            <p:grpSp>
              <p:nvGrpSpPr>
                <p:cNvPr id="162856" name="Group 49"/>
                <p:cNvGrpSpPr>
                  <a:grpSpLocks/>
                </p:cNvGrpSpPr>
                <p:nvPr/>
              </p:nvGrpSpPr>
              <p:grpSpPr bwMode="auto">
                <a:xfrm>
                  <a:off x="1046480" y="3962400"/>
                  <a:ext cx="936071" cy="761428"/>
                  <a:chOff x="-44" y="1473"/>
                  <a:chExt cx="981" cy="1105"/>
                </a:xfrm>
              </p:grpSpPr>
              <p:pic>
                <p:nvPicPr>
                  <p:cNvPr id="162857" name="Picture 50" descr="desktop_computer_stylized_medium"/>
                  <p:cNvPicPr>
                    <a:picLocks noChangeAspect="1" noChangeArrowheads="1"/>
                  </p:cNvPicPr>
                  <p:nvPr/>
                </p:nvPicPr>
                <p:blipFill>
                  <a:blip r:embed="rId3" cstate="email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 flipH="1">
                    <a:off x="-44" y="1473"/>
                    <a:ext cx="981" cy="1105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</p:pic>
              <p:sp>
                <p:nvSpPr>
                  <p:cNvPr id="162858" name="Freeform 51"/>
                  <p:cNvSpPr>
                    <a:spLocks/>
                  </p:cNvSpPr>
                  <p:nvPr/>
                </p:nvSpPr>
                <p:spPr bwMode="auto">
                  <a:xfrm flipH="1">
                    <a:off x="374" y="1579"/>
                    <a:ext cx="477" cy="506"/>
                  </a:xfrm>
                  <a:custGeom>
                    <a:avLst/>
                    <a:gdLst>
                      <a:gd name="T0" fmla="*/ 0 w 356"/>
                      <a:gd name="T1" fmla="*/ 0 h 368"/>
                      <a:gd name="T2" fmla="*/ 1736 w 356"/>
                      <a:gd name="T3" fmla="*/ 95 h 368"/>
                      <a:gd name="T4" fmla="*/ 2059 w 356"/>
                      <a:gd name="T5" fmla="*/ 1990 h 368"/>
                      <a:gd name="T6" fmla="*/ 454 w 356"/>
                      <a:gd name="T7" fmla="*/ 2489 h 368"/>
                      <a:gd name="T8" fmla="*/ 0 w 356"/>
                      <a:gd name="T9" fmla="*/ 0 h 368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0" t="0" r="r" b="b"/>
                    <a:pathLst>
                      <a:path w="356" h="368">
                        <a:moveTo>
                          <a:pt x="0" y="0"/>
                        </a:moveTo>
                        <a:lnTo>
                          <a:pt x="300" y="14"/>
                        </a:lnTo>
                        <a:lnTo>
                          <a:pt x="356" y="294"/>
                        </a:lnTo>
                        <a:lnTo>
                          <a:pt x="78" y="368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000099"/>
                      </a:gs>
                      <a:gs pos="100000">
                        <a:schemeClr val="bg1"/>
                      </a:gs>
                    </a:gsLst>
                    <a:lin ang="2700000" scaled="1"/>
                  </a:gra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9525" cap="flat" cmpd="sng">
                        <a:solidFill>
                          <a:schemeClr val="tx1"/>
                        </a:solidFill>
                        <a:prstDash val="solid"/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/>
                  <a:lstStyle/>
                  <a:p>
                    <a:endParaRPr lang="en-US" dirty="0"/>
                  </a:p>
                </p:txBody>
              </p:sp>
            </p:grpSp>
          </p:grpSp>
          <p:grpSp>
            <p:nvGrpSpPr>
              <p:cNvPr id="162842" name="Group 52"/>
              <p:cNvGrpSpPr>
                <a:grpSpLocks/>
              </p:cNvGrpSpPr>
              <p:nvPr/>
            </p:nvGrpSpPr>
            <p:grpSpPr bwMode="auto">
              <a:xfrm>
                <a:off x="3410634" y="3567725"/>
                <a:ext cx="853440" cy="741680"/>
                <a:chOff x="7179310" y="4033520"/>
                <a:chExt cx="1009650" cy="855028"/>
              </a:xfrm>
            </p:grpSpPr>
            <p:grpSp>
              <p:nvGrpSpPr>
                <p:cNvPr id="162851" name="Group 44"/>
                <p:cNvGrpSpPr>
                  <a:grpSpLocks/>
                </p:cNvGrpSpPr>
                <p:nvPr/>
              </p:nvGrpSpPr>
              <p:grpSpPr bwMode="auto">
                <a:xfrm>
                  <a:off x="7179310" y="4033520"/>
                  <a:ext cx="1009650" cy="855028"/>
                  <a:chOff x="-44" y="1473"/>
                  <a:chExt cx="981" cy="1105"/>
                </a:xfrm>
              </p:grpSpPr>
              <p:pic>
                <p:nvPicPr>
                  <p:cNvPr id="162853" name="Picture 45" descr="desktop_computer_stylized_medium"/>
                  <p:cNvPicPr>
                    <a:picLocks noChangeAspect="1" noChangeArrowheads="1"/>
                  </p:cNvPicPr>
                  <p:nvPr/>
                </p:nvPicPr>
                <p:blipFill>
                  <a:blip r:embed="rId4" cstate="email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 flipH="1">
                    <a:off x="-44" y="1473"/>
                    <a:ext cx="981" cy="1105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</p:pic>
              <p:sp>
                <p:nvSpPr>
                  <p:cNvPr id="162854" name="Freeform 46"/>
                  <p:cNvSpPr>
                    <a:spLocks/>
                  </p:cNvSpPr>
                  <p:nvPr/>
                </p:nvSpPr>
                <p:spPr bwMode="auto">
                  <a:xfrm flipH="1">
                    <a:off x="374" y="1579"/>
                    <a:ext cx="477" cy="506"/>
                  </a:xfrm>
                  <a:custGeom>
                    <a:avLst/>
                    <a:gdLst>
                      <a:gd name="T0" fmla="*/ 0 w 356"/>
                      <a:gd name="T1" fmla="*/ 0 h 368"/>
                      <a:gd name="T2" fmla="*/ 1736 w 356"/>
                      <a:gd name="T3" fmla="*/ 95 h 368"/>
                      <a:gd name="T4" fmla="*/ 2059 w 356"/>
                      <a:gd name="T5" fmla="*/ 1990 h 368"/>
                      <a:gd name="T6" fmla="*/ 454 w 356"/>
                      <a:gd name="T7" fmla="*/ 2489 h 368"/>
                      <a:gd name="T8" fmla="*/ 0 w 356"/>
                      <a:gd name="T9" fmla="*/ 0 h 368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0" t="0" r="r" b="b"/>
                    <a:pathLst>
                      <a:path w="356" h="368">
                        <a:moveTo>
                          <a:pt x="0" y="0"/>
                        </a:moveTo>
                        <a:lnTo>
                          <a:pt x="300" y="14"/>
                        </a:lnTo>
                        <a:lnTo>
                          <a:pt x="356" y="294"/>
                        </a:lnTo>
                        <a:lnTo>
                          <a:pt x="78" y="368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000099"/>
                      </a:gs>
                      <a:gs pos="100000">
                        <a:schemeClr val="bg1"/>
                      </a:gs>
                    </a:gsLst>
                    <a:lin ang="2700000" scaled="1"/>
                  </a:gra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9525" cap="flat" cmpd="sng">
                        <a:solidFill>
                          <a:schemeClr val="tx1"/>
                        </a:solidFill>
                        <a:prstDash val="solid"/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/>
                  <a:lstStyle/>
                  <a:p>
                    <a:endParaRPr lang="en-US" dirty="0"/>
                  </a:p>
                </p:txBody>
              </p:sp>
            </p:grpSp>
            <p:sp>
              <p:nvSpPr>
                <p:cNvPr id="63" name="Rectangle 43"/>
                <p:cNvSpPr>
                  <a:spLocks noChangeArrowheads="1"/>
                </p:cNvSpPr>
                <p:nvPr/>
              </p:nvSpPr>
              <p:spPr bwMode="auto">
                <a:xfrm rot="16200000">
                  <a:off x="7438739" y="4308075"/>
                  <a:ext cx="128105" cy="197237"/>
                </a:xfrm>
                <a:prstGeom prst="rect">
                  <a:avLst/>
                </a:prstGeom>
                <a:gradFill rotWithShape="1">
                  <a:gsLst>
                    <a:gs pos="0">
                      <a:srgbClr val="008000"/>
                    </a:gs>
                    <a:gs pos="50000">
                      <a:schemeClr val="bg1"/>
                    </a:gs>
                    <a:gs pos="100000">
                      <a:srgbClr val="008000"/>
                    </a:gs>
                  </a:gsLst>
                  <a:lin ang="0" scaled="1"/>
                </a:gradFill>
                <a:ln w="9525">
                  <a:solidFill>
                    <a:srgbClr val="008000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latin typeface="Arial" pitchFamily="34" charset="0"/>
                    <a:ea typeface="+mn-ea"/>
                    <a:cs typeface="Arial" pitchFamily="34" charset="0"/>
                  </a:endParaRPr>
                </a:p>
              </p:txBody>
            </p:sp>
          </p:grpSp>
          <p:sp>
            <p:nvSpPr>
              <p:cNvPr id="62492" name="Line 17"/>
              <p:cNvSpPr>
                <a:spLocks noChangeShapeType="1"/>
              </p:cNvSpPr>
              <p:nvPr/>
            </p:nvSpPr>
            <p:spPr bwMode="auto">
              <a:xfrm flipV="1">
                <a:off x="1660396" y="3600922"/>
                <a:ext cx="744686" cy="4508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62493" name="Line 19"/>
              <p:cNvSpPr>
                <a:spLocks noChangeShapeType="1"/>
              </p:cNvSpPr>
              <p:nvPr/>
            </p:nvSpPr>
            <p:spPr bwMode="auto">
              <a:xfrm flipH="1" flipV="1">
                <a:off x="2968756" y="3545361"/>
                <a:ext cx="646242" cy="338129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62494" name="Text Box 35"/>
              <p:cNvSpPr txBox="1">
                <a:spLocks noChangeArrowheads="1"/>
              </p:cNvSpPr>
              <p:nvPr/>
            </p:nvSpPr>
            <p:spPr bwMode="auto">
              <a:xfrm>
                <a:off x="2401907" y="3026260"/>
                <a:ext cx="312799" cy="36987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>
                  <a:defRPr/>
                </a:pPr>
                <a:r>
                  <a:rPr lang="en-US" i="0" dirty="0">
                    <a:solidFill>
                      <a:srgbClr val="FF0000"/>
                    </a:solidFill>
                    <a:latin typeface="Arial" charset="0"/>
                    <a:cs typeface="Arial" charset="0"/>
                  </a:rPr>
                  <a:t>1</a:t>
                </a:r>
              </a:p>
            </p:txBody>
          </p:sp>
          <p:sp>
            <p:nvSpPr>
              <p:cNvPr id="62495" name="Text Box 36"/>
              <p:cNvSpPr txBox="1">
                <a:spLocks noChangeArrowheads="1"/>
              </p:cNvSpPr>
              <p:nvPr/>
            </p:nvSpPr>
            <p:spPr bwMode="auto">
              <a:xfrm>
                <a:off x="2903656" y="3051660"/>
                <a:ext cx="323914" cy="36670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>
                  <a:defRPr/>
                </a:pPr>
                <a:r>
                  <a:rPr lang="en-US" i="0" dirty="0">
                    <a:solidFill>
                      <a:srgbClr val="FF0000"/>
                    </a:solidFill>
                    <a:latin typeface="Arial" charset="0"/>
                    <a:cs typeface="Arial" charset="0"/>
                  </a:rPr>
                  <a:t>2</a:t>
                </a:r>
              </a:p>
            </p:txBody>
          </p:sp>
          <p:sp>
            <p:nvSpPr>
              <p:cNvPr id="62496" name="Text Box 37"/>
              <p:cNvSpPr txBox="1">
                <a:spLocks noChangeArrowheads="1"/>
              </p:cNvSpPr>
              <p:nvPr/>
            </p:nvSpPr>
            <p:spPr bwMode="auto">
              <a:xfrm>
                <a:off x="3125951" y="3710457"/>
                <a:ext cx="322326" cy="36670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>
                  <a:defRPr/>
                </a:pPr>
                <a:r>
                  <a:rPr lang="en-US" i="0" dirty="0">
                    <a:solidFill>
                      <a:srgbClr val="FF0000"/>
                    </a:solidFill>
                    <a:latin typeface="Arial" charset="0"/>
                    <a:cs typeface="Arial" charset="0"/>
                  </a:rPr>
                  <a:t>3</a:t>
                </a:r>
              </a:p>
            </p:txBody>
          </p:sp>
          <p:sp>
            <p:nvSpPr>
              <p:cNvPr id="62497" name="Text Box 38"/>
              <p:cNvSpPr txBox="1">
                <a:spLocks noChangeArrowheads="1"/>
              </p:cNvSpPr>
              <p:nvPr/>
            </p:nvSpPr>
            <p:spPr bwMode="auto">
              <a:xfrm>
                <a:off x="2640079" y="3654896"/>
                <a:ext cx="323914" cy="36670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>
                  <a:defRPr/>
                </a:pPr>
                <a:r>
                  <a:rPr lang="en-US" i="0" dirty="0">
                    <a:solidFill>
                      <a:srgbClr val="FF0000"/>
                    </a:solidFill>
                    <a:latin typeface="Arial" charset="0"/>
                    <a:cs typeface="Arial" charset="0"/>
                  </a:rPr>
                  <a:t>4</a:t>
                </a:r>
              </a:p>
            </p:txBody>
          </p:sp>
          <p:sp>
            <p:nvSpPr>
              <p:cNvPr id="62498" name="Text Box 39"/>
              <p:cNvSpPr txBox="1">
                <a:spLocks noChangeArrowheads="1"/>
              </p:cNvSpPr>
              <p:nvPr/>
            </p:nvSpPr>
            <p:spPr bwMode="auto">
              <a:xfrm>
                <a:off x="2070052" y="3704108"/>
                <a:ext cx="323914" cy="36670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>
                  <a:defRPr/>
                </a:pPr>
                <a:r>
                  <a:rPr lang="en-US" i="0" dirty="0">
                    <a:solidFill>
                      <a:srgbClr val="FF0000"/>
                    </a:solidFill>
                    <a:latin typeface="Arial" charset="0"/>
                    <a:cs typeface="Arial" charset="0"/>
                  </a:rPr>
                  <a:t>5</a:t>
                </a:r>
              </a:p>
            </p:txBody>
          </p:sp>
          <p:sp>
            <p:nvSpPr>
              <p:cNvPr id="62499" name="Text Box 40"/>
              <p:cNvSpPr txBox="1">
                <a:spLocks noChangeArrowheads="1"/>
              </p:cNvSpPr>
              <p:nvPr/>
            </p:nvSpPr>
            <p:spPr bwMode="auto">
              <a:xfrm>
                <a:off x="2039884" y="3080234"/>
                <a:ext cx="319151" cy="36987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>
                  <a:defRPr/>
                </a:pPr>
                <a:r>
                  <a:rPr lang="en-US" i="0" dirty="0">
                    <a:solidFill>
                      <a:srgbClr val="FF0000"/>
                    </a:solidFill>
                    <a:latin typeface="Arial" charset="0"/>
                    <a:cs typeface="Arial" charset="0"/>
                  </a:rPr>
                  <a:t>6</a:t>
                </a:r>
              </a:p>
            </p:txBody>
          </p:sp>
        </p:grpSp>
      </p:grpSp>
      <p:pic>
        <p:nvPicPr>
          <p:cNvPr id="162822" name="Picture 6" descr="underline_base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288" y="962025"/>
            <a:ext cx="8228012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56154" y="6522365"/>
            <a:ext cx="548655" cy="272319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200" dirty="0">
                <a:latin typeface="Tahoma" charset="0"/>
              </a:rPr>
              <a:t>6-</a:t>
            </a:r>
            <a:fld id="{8E8C6E93-DF5B-BC4B-80F9-500DED1EEDCC}" type="slidenum">
              <a:rPr lang="en-US" sz="1200">
                <a:latin typeface="Tahoma" charset="0"/>
              </a:rPr>
              <a:pPr/>
              <a:t>4</a:t>
            </a:fld>
            <a:endParaRPr lang="en-US" sz="1200" dirty="0">
              <a:latin typeface="Tahoma" charset="0"/>
            </a:endParaRPr>
          </a:p>
        </p:txBody>
      </p:sp>
      <p:sp>
        <p:nvSpPr>
          <p:cNvPr id="59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6375496" y="6521551"/>
            <a:ext cx="2177473" cy="241541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Link Layer and LANs</a:t>
            </a:r>
          </a:p>
        </p:txBody>
      </p:sp>
    </p:spTree>
    <p:extLst>
      <p:ext uri="{BB962C8B-B14F-4D97-AF65-F5344CB8AC3E}">
        <p14:creationId xmlns:p14="http://schemas.microsoft.com/office/powerpoint/2010/main" val="38285765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2" name="Rectangle 2"/>
          <p:cNvSpPr>
            <a:spLocks noGrp="1" noChangeArrowheads="1"/>
          </p:cNvSpPr>
          <p:nvPr>
            <p:ph type="title"/>
          </p:nvPr>
        </p:nvSpPr>
        <p:spPr>
          <a:xfrm>
            <a:off x="441325" y="90488"/>
            <a:ext cx="7772400" cy="1143000"/>
          </a:xfrm>
        </p:spPr>
        <p:txBody>
          <a:bodyPr/>
          <a:lstStyle/>
          <a:p>
            <a:pPr>
              <a:defRPr/>
            </a:pPr>
            <a:r>
              <a:rPr lang="en-US" sz="3600" dirty="0">
                <a:latin typeface="Gill Sans MT" charset="0"/>
                <a:cs typeface="+mj-cs"/>
              </a:rPr>
              <a:t>Switch forwarding table</a:t>
            </a:r>
          </a:p>
        </p:txBody>
      </p:sp>
      <p:sp>
        <p:nvSpPr>
          <p:cNvPr id="6349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74663" y="1398588"/>
            <a:ext cx="4878387" cy="4805362"/>
          </a:xfrm>
        </p:spPr>
        <p:txBody>
          <a:bodyPr/>
          <a:lstStyle/>
          <a:p>
            <a:pPr marL="0" indent="0">
              <a:lnSpc>
                <a:spcPts val="3000"/>
              </a:lnSpc>
              <a:buFont typeface="Wingdings" charset="0"/>
              <a:buNone/>
              <a:defRPr/>
            </a:pPr>
            <a:r>
              <a:rPr lang="en-US" i="1" u="sng" dirty="0">
                <a:solidFill>
                  <a:srgbClr val="CC0000"/>
                </a:solidFill>
                <a:latin typeface="Gill Sans MT" charset="0"/>
                <a:cs typeface="+mn-cs"/>
              </a:rPr>
              <a:t>Q:</a:t>
            </a:r>
            <a:r>
              <a:rPr lang="en-US" dirty="0">
                <a:solidFill>
                  <a:srgbClr val="CC0000"/>
                </a:solidFill>
                <a:latin typeface="Gill Sans MT" charset="0"/>
                <a:cs typeface="+mn-cs"/>
              </a:rPr>
              <a:t> </a:t>
            </a:r>
            <a:r>
              <a:rPr lang="en-US" dirty="0">
                <a:latin typeface="Gill Sans MT" charset="0"/>
                <a:cs typeface="+mn-cs"/>
              </a:rPr>
              <a:t>how does switch know A</a:t>
            </a:r>
            <a:r>
              <a:rPr lang="ja-JP" altLang="en-US" dirty="0">
                <a:latin typeface="Gill Sans MT" charset="0"/>
                <a:cs typeface="+mn-cs"/>
              </a:rPr>
              <a:t>’</a:t>
            </a:r>
            <a:r>
              <a:rPr lang="en-US" dirty="0">
                <a:latin typeface="Gill Sans MT" charset="0"/>
                <a:cs typeface="+mn-cs"/>
              </a:rPr>
              <a:t> reachable via interface 4, B</a:t>
            </a:r>
            <a:r>
              <a:rPr lang="ja-JP" altLang="en-US" dirty="0">
                <a:latin typeface="Gill Sans MT" charset="0"/>
                <a:cs typeface="+mn-cs"/>
              </a:rPr>
              <a:t>’</a:t>
            </a:r>
            <a:r>
              <a:rPr lang="en-US" dirty="0">
                <a:latin typeface="Gill Sans MT" charset="0"/>
                <a:cs typeface="+mn-cs"/>
              </a:rPr>
              <a:t> reachable via interface 5?</a:t>
            </a:r>
          </a:p>
        </p:txBody>
      </p:sp>
      <p:grpSp>
        <p:nvGrpSpPr>
          <p:cNvPr id="164869" name="Group 34"/>
          <p:cNvGrpSpPr>
            <a:grpSpLocks/>
          </p:cNvGrpSpPr>
          <p:nvPr/>
        </p:nvGrpSpPr>
        <p:grpSpPr bwMode="auto">
          <a:xfrm>
            <a:off x="5106988" y="1425575"/>
            <a:ext cx="3660775" cy="4283075"/>
            <a:chOff x="5106576" y="1425893"/>
            <a:chExt cx="3661504" cy="4282976"/>
          </a:xfrm>
        </p:grpSpPr>
        <p:sp>
          <p:nvSpPr>
            <p:cNvPr id="63496" name="Text Box 34"/>
            <p:cNvSpPr txBox="1">
              <a:spLocks noChangeArrowheads="1"/>
            </p:cNvSpPr>
            <p:nvPr/>
          </p:nvSpPr>
          <p:spPr bwMode="auto">
            <a:xfrm>
              <a:off x="5827445" y="5062772"/>
              <a:ext cx="2710402" cy="64609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>
                <a:defRPr/>
              </a:pPr>
              <a:r>
                <a:rPr lang="en-US" dirty="0">
                  <a:latin typeface="Arial" charset="0"/>
                  <a:cs typeface="Arial" charset="0"/>
                </a:rPr>
                <a:t>switch with six interfaces</a:t>
              </a:r>
            </a:p>
            <a:p>
              <a:pPr algn="ctr">
                <a:defRPr/>
              </a:pPr>
              <a:r>
                <a:rPr lang="en-US" dirty="0">
                  <a:latin typeface="Arial" charset="0"/>
                  <a:cs typeface="Arial" charset="0"/>
                </a:rPr>
                <a:t>(</a:t>
              </a:r>
              <a:r>
                <a:rPr lang="en-US" dirty="0">
                  <a:solidFill>
                    <a:srgbClr val="FF0000"/>
                  </a:solidFill>
                  <a:latin typeface="Arial" charset="0"/>
                  <a:cs typeface="Arial" charset="0"/>
                </a:rPr>
                <a:t>1,2,3,4,5,6</a:t>
              </a:r>
              <a:r>
                <a:rPr lang="en-US" dirty="0">
                  <a:latin typeface="Arial" charset="0"/>
                  <a:cs typeface="Arial" charset="0"/>
                </a:rPr>
                <a:t>)</a:t>
              </a:r>
              <a:r>
                <a:rPr lang="en-US" i="0" dirty="0">
                  <a:latin typeface="Arial" charset="0"/>
                  <a:cs typeface="Arial" charset="0"/>
                </a:rPr>
                <a:t>  </a:t>
              </a:r>
            </a:p>
          </p:txBody>
        </p:sp>
        <p:grpSp>
          <p:nvGrpSpPr>
            <p:cNvPr id="164874" name="Group 36"/>
            <p:cNvGrpSpPr>
              <a:grpSpLocks/>
            </p:cNvGrpSpPr>
            <p:nvPr/>
          </p:nvGrpSpPr>
          <p:grpSpPr bwMode="auto">
            <a:xfrm>
              <a:off x="5106576" y="1425893"/>
              <a:ext cx="3661504" cy="3600334"/>
              <a:chOff x="731524" y="1819788"/>
              <a:chExt cx="3661504" cy="3600334"/>
            </a:xfrm>
          </p:grpSpPr>
          <p:sp>
            <p:nvSpPr>
              <p:cNvPr id="63498" name="Text Box 23"/>
              <p:cNvSpPr txBox="1">
                <a:spLocks noChangeArrowheads="1"/>
              </p:cNvSpPr>
              <p:nvPr/>
            </p:nvSpPr>
            <p:spPr bwMode="auto">
              <a:xfrm>
                <a:off x="2655957" y="1819788"/>
                <a:ext cx="350907" cy="36670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>
                  <a:defRPr/>
                </a:pPr>
                <a:r>
                  <a:rPr lang="en-US" i="0" dirty="0">
                    <a:latin typeface="Arial" charset="0"/>
                    <a:cs typeface="Arial" charset="0"/>
                  </a:rPr>
                  <a:t>A</a:t>
                </a:r>
              </a:p>
            </p:txBody>
          </p:sp>
          <p:sp>
            <p:nvSpPr>
              <p:cNvPr id="63499" name="Text Box 24"/>
              <p:cNvSpPr txBox="1">
                <a:spLocks noChangeArrowheads="1"/>
              </p:cNvSpPr>
              <p:nvPr/>
            </p:nvSpPr>
            <p:spPr bwMode="auto">
              <a:xfrm>
                <a:off x="2371738" y="5050277"/>
                <a:ext cx="371549" cy="36987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>
                  <a:defRPr/>
                </a:pPr>
                <a:r>
                  <a:rPr lang="en-US" i="0" dirty="0">
                    <a:latin typeface="Arial" charset="0"/>
                    <a:cs typeface="Arial" charset="0"/>
                  </a:rPr>
                  <a:t>A</a:t>
                </a:r>
                <a:r>
                  <a:rPr lang="ja-JP" altLang="en-US" i="0">
                    <a:latin typeface="Arial" charset="0"/>
                    <a:cs typeface="Arial" charset="0"/>
                  </a:rPr>
                  <a:t>’</a:t>
                </a:r>
                <a:endParaRPr lang="en-US" i="0" dirty="0">
                  <a:latin typeface="Arial" charset="0"/>
                  <a:cs typeface="Arial" charset="0"/>
                </a:endParaRPr>
              </a:p>
            </p:txBody>
          </p:sp>
          <p:sp>
            <p:nvSpPr>
              <p:cNvPr id="63500" name="Text Box 25"/>
              <p:cNvSpPr txBox="1">
                <a:spLocks noChangeArrowheads="1"/>
              </p:cNvSpPr>
              <p:nvPr/>
            </p:nvSpPr>
            <p:spPr bwMode="auto">
              <a:xfrm>
                <a:off x="3988134" y="2419849"/>
                <a:ext cx="338205" cy="36829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>
                  <a:defRPr/>
                </a:pPr>
                <a:r>
                  <a:rPr lang="en-US" i="0" dirty="0">
                    <a:latin typeface="Arial" charset="0"/>
                    <a:cs typeface="Arial" charset="0"/>
                  </a:rPr>
                  <a:t>B</a:t>
                </a:r>
              </a:p>
            </p:txBody>
          </p:sp>
          <p:sp>
            <p:nvSpPr>
              <p:cNvPr id="63501" name="Text Box 26"/>
              <p:cNvSpPr txBox="1">
                <a:spLocks noChangeArrowheads="1"/>
              </p:cNvSpPr>
              <p:nvPr/>
            </p:nvSpPr>
            <p:spPr bwMode="auto">
              <a:xfrm>
                <a:off x="995101" y="4188283"/>
                <a:ext cx="390603" cy="36829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>
                  <a:defRPr/>
                </a:pPr>
                <a:r>
                  <a:rPr lang="en-US" i="0" dirty="0">
                    <a:latin typeface="Arial" charset="0"/>
                    <a:cs typeface="Arial" charset="0"/>
                  </a:rPr>
                  <a:t>B</a:t>
                </a:r>
                <a:r>
                  <a:rPr lang="ja-JP" altLang="en-US" i="0">
                    <a:latin typeface="Arial" charset="0"/>
                    <a:cs typeface="Arial" charset="0"/>
                  </a:rPr>
                  <a:t>’</a:t>
                </a:r>
                <a:endParaRPr lang="en-US" i="0" dirty="0">
                  <a:latin typeface="Arial" charset="0"/>
                  <a:cs typeface="Arial" charset="0"/>
                </a:endParaRPr>
              </a:p>
            </p:txBody>
          </p:sp>
          <p:sp>
            <p:nvSpPr>
              <p:cNvPr id="63502" name="Text Box 27"/>
              <p:cNvSpPr txBox="1">
                <a:spLocks noChangeArrowheads="1"/>
              </p:cNvSpPr>
              <p:nvPr/>
            </p:nvSpPr>
            <p:spPr bwMode="auto">
              <a:xfrm>
                <a:off x="3740435" y="4188283"/>
                <a:ext cx="350908" cy="36829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>
                  <a:defRPr/>
                </a:pPr>
                <a:r>
                  <a:rPr lang="en-US" i="0" dirty="0">
                    <a:latin typeface="Arial" charset="0"/>
                    <a:cs typeface="Arial" charset="0"/>
                  </a:rPr>
                  <a:t>C</a:t>
                </a:r>
              </a:p>
            </p:txBody>
          </p:sp>
          <p:sp>
            <p:nvSpPr>
              <p:cNvPr id="63503" name="Text Box 28"/>
              <p:cNvSpPr txBox="1">
                <a:spLocks noChangeArrowheads="1"/>
              </p:cNvSpPr>
              <p:nvPr/>
            </p:nvSpPr>
            <p:spPr bwMode="auto">
              <a:xfrm>
                <a:off x="1123714" y="2465886"/>
                <a:ext cx="403305" cy="36829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>
                  <a:defRPr/>
                </a:pPr>
                <a:r>
                  <a:rPr lang="en-US" i="0" dirty="0">
                    <a:latin typeface="Arial" charset="0"/>
                    <a:cs typeface="Arial" charset="0"/>
                  </a:rPr>
                  <a:t>C</a:t>
                </a:r>
                <a:r>
                  <a:rPr lang="ja-JP" altLang="en-US" i="0">
                    <a:latin typeface="Arial" charset="0"/>
                    <a:cs typeface="Arial" charset="0"/>
                  </a:rPr>
                  <a:t>’</a:t>
                </a:r>
                <a:endParaRPr lang="en-US" i="0" dirty="0">
                  <a:latin typeface="Arial" charset="0"/>
                  <a:cs typeface="Arial" charset="0"/>
                </a:endParaRPr>
              </a:p>
            </p:txBody>
          </p:sp>
          <p:sp>
            <p:nvSpPr>
              <p:cNvPr id="63504" name="Line 17"/>
              <p:cNvSpPr>
                <a:spLocks noChangeShapeType="1"/>
              </p:cNvSpPr>
              <p:nvPr/>
            </p:nvSpPr>
            <p:spPr bwMode="auto">
              <a:xfrm>
                <a:off x="1687389" y="3165957"/>
                <a:ext cx="720869" cy="29844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63505" name="Line 18"/>
              <p:cNvSpPr>
                <a:spLocks noChangeShapeType="1"/>
              </p:cNvSpPr>
              <p:nvPr/>
            </p:nvSpPr>
            <p:spPr bwMode="auto">
              <a:xfrm>
                <a:off x="2673423" y="2872277"/>
                <a:ext cx="0" cy="50481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63506" name="Line 19"/>
              <p:cNvSpPr>
                <a:spLocks noChangeShapeType="1"/>
              </p:cNvSpPr>
              <p:nvPr/>
            </p:nvSpPr>
            <p:spPr bwMode="auto">
              <a:xfrm flipH="1">
                <a:off x="2863961" y="2996099"/>
                <a:ext cx="892353" cy="48417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63507" name="Line 20"/>
              <p:cNvSpPr>
                <a:spLocks noChangeShapeType="1"/>
              </p:cNvSpPr>
              <p:nvPr/>
            </p:nvSpPr>
            <p:spPr bwMode="auto">
              <a:xfrm flipV="1">
                <a:off x="2673423" y="3605685"/>
                <a:ext cx="12703" cy="70959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grpSp>
            <p:nvGrpSpPr>
              <p:cNvPr id="164885" name="Group 47"/>
              <p:cNvGrpSpPr>
                <a:grpSpLocks/>
              </p:cNvGrpSpPr>
              <p:nvPr/>
            </p:nvGrpSpPr>
            <p:grpSpPr bwMode="auto">
              <a:xfrm>
                <a:off x="747936" y="2733042"/>
                <a:ext cx="914403" cy="690308"/>
                <a:chOff x="1046480" y="3962400"/>
                <a:chExt cx="1026163" cy="761428"/>
              </a:xfrm>
            </p:grpSpPr>
            <p:sp>
              <p:nvSpPr>
                <p:cNvPr id="82" name="Rectangle 48"/>
                <p:cNvSpPr>
                  <a:spLocks noChangeArrowheads="1"/>
                </p:cNvSpPr>
                <p:nvPr/>
              </p:nvSpPr>
              <p:spPr bwMode="auto">
                <a:xfrm rot="16200000">
                  <a:off x="1893247" y="4299441"/>
                  <a:ext cx="110313" cy="247682"/>
                </a:xfrm>
                <a:prstGeom prst="rect">
                  <a:avLst/>
                </a:prstGeom>
                <a:gradFill rotWithShape="1">
                  <a:gsLst>
                    <a:gs pos="0">
                      <a:srgbClr val="008000"/>
                    </a:gs>
                    <a:gs pos="50000">
                      <a:schemeClr val="bg1"/>
                    </a:gs>
                    <a:gs pos="100000">
                      <a:srgbClr val="008000"/>
                    </a:gs>
                  </a:gsLst>
                  <a:lin ang="0" scaled="1"/>
                </a:gradFill>
                <a:ln w="9525">
                  <a:solidFill>
                    <a:srgbClr val="008000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latin typeface="Arial" pitchFamily="34" charset="0"/>
                    <a:ea typeface="+mn-ea"/>
                    <a:cs typeface="Arial" pitchFamily="34" charset="0"/>
                  </a:endParaRPr>
                </a:p>
              </p:txBody>
            </p:sp>
            <p:grpSp>
              <p:nvGrpSpPr>
                <p:cNvPr id="164920" name="Group 49"/>
                <p:cNvGrpSpPr>
                  <a:grpSpLocks/>
                </p:cNvGrpSpPr>
                <p:nvPr/>
              </p:nvGrpSpPr>
              <p:grpSpPr bwMode="auto">
                <a:xfrm>
                  <a:off x="1046480" y="3962400"/>
                  <a:ext cx="936071" cy="761428"/>
                  <a:chOff x="-44" y="1473"/>
                  <a:chExt cx="981" cy="1105"/>
                </a:xfrm>
              </p:grpSpPr>
              <p:pic>
                <p:nvPicPr>
                  <p:cNvPr id="164921" name="Picture 50" descr="desktop_computer_stylized_medium"/>
                  <p:cNvPicPr>
                    <a:picLocks noChangeAspect="1" noChangeArrowheads="1"/>
                  </p:cNvPicPr>
                  <p:nvPr/>
                </p:nvPicPr>
                <p:blipFill>
                  <a:blip r:embed="rId3" cstate="email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 flipH="1">
                    <a:off x="-44" y="1473"/>
                    <a:ext cx="981" cy="1105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</p:pic>
              <p:sp>
                <p:nvSpPr>
                  <p:cNvPr id="164922" name="Freeform 51"/>
                  <p:cNvSpPr>
                    <a:spLocks/>
                  </p:cNvSpPr>
                  <p:nvPr/>
                </p:nvSpPr>
                <p:spPr bwMode="auto">
                  <a:xfrm flipH="1">
                    <a:off x="374" y="1579"/>
                    <a:ext cx="477" cy="506"/>
                  </a:xfrm>
                  <a:custGeom>
                    <a:avLst/>
                    <a:gdLst>
                      <a:gd name="T0" fmla="*/ 0 w 356"/>
                      <a:gd name="T1" fmla="*/ 0 h 368"/>
                      <a:gd name="T2" fmla="*/ 1736 w 356"/>
                      <a:gd name="T3" fmla="*/ 95 h 368"/>
                      <a:gd name="T4" fmla="*/ 2059 w 356"/>
                      <a:gd name="T5" fmla="*/ 1990 h 368"/>
                      <a:gd name="T6" fmla="*/ 454 w 356"/>
                      <a:gd name="T7" fmla="*/ 2489 h 368"/>
                      <a:gd name="T8" fmla="*/ 0 w 356"/>
                      <a:gd name="T9" fmla="*/ 0 h 368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0" t="0" r="r" b="b"/>
                    <a:pathLst>
                      <a:path w="356" h="368">
                        <a:moveTo>
                          <a:pt x="0" y="0"/>
                        </a:moveTo>
                        <a:lnTo>
                          <a:pt x="300" y="14"/>
                        </a:lnTo>
                        <a:lnTo>
                          <a:pt x="356" y="294"/>
                        </a:lnTo>
                        <a:lnTo>
                          <a:pt x="78" y="368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000099"/>
                      </a:gs>
                      <a:gs pos="100000">
                        <a:schemeClr val="bg1"/>
                      </a:gs>
                    </a:gsLst>
                    <a:lin ang="2700000" scaled="1"/>
                  </a:gra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9525" cap="flat" cmpd="sng">
                        <a:solidFill>
                          <a:schemeClr val="tx1"/>
                        </a:solidFill>
                        <a:prstDash val="solid"/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/>
                  <a:lstStyle/>
                  <a:p>
                    <a:endParaRPr lang="en-US" dirty="0"/>
                  </a:p>
                </p:txBody>
              </p:sp>
            </p:grpSp>
          </p:grpSp>
          <p:grpSp>
            <p:nvGrpSpPr>
              <p:cNvPr id="164886" name="Group 48"/>
              <p:cNvGrpSpPr>
                <a:grpSpLocks/>
              </p:cNvGrpSpPr>
              <p:nvPr/>
            </p:nvGrpSpPr>
            <p:grpSpPr bwMode="auto">
              <a:xfrm>
                <a:off x="3539588" y="2669737"/>
                <a:ext cx="853440" cy="741680"/>
                <a:chOff x="7179310" y="4033520"/>
                <a:chExt cx="1009650" cy="855028"/>
              </a:xfrm>
            </p:grpSpPr>
            <p:grpSp>
              <p:nvGrpSpPr>
                <p:cNvPr id="164915" name="Group 44"/>
                <p:cNvGrpSpPr>
                  <a:grpSpLocks/>
                </p:cNvGrpSpPr>
                <p:nvPr/>
              </p:nvGrpSpPr>
              <p:grpSpPr bwMode="auto">
                <a:xfrm>
                  <a:off x="7179310" y="4033520"/>
                  <a:ext cx="1009650" cy="855028"/>
                  <a:chOff x="-44" y="1473"/>
                  <a:chExt cx="981" cy="1105"/>
                </a:xfrm>
              </p:grpSpPr>
              <p:pic>
                <p:nvPicPr>
                  <p:cNvPr id="164917" name="Picture 45" descr="desktop_computer_stylized_medium"/>
                  <p:cNvPicPr>
                    <a:picLocks noChangeAspect="1" noChangeArrowheads="1"/>
                  </p:cNvPicPr>
                  <p:nvPr/>
                </p:nvPicPr>
                <p:blipFill>
                  <a:blip r:embed="rId4" cstate="email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 flipH="1">
                    <a:off x="-44" y="1473"/>
                    <a:ext cx="981" cy="1105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</p:pic>
              <p:sp>
                <p:nvSpPr>
                  <p:cNvPr id="164918" name="Freeform 46"/>
                  <p:cNvSpPr>
                    <a:spLocks/>
                  </p:cNvSpPr>
                  <p:nvPr/>
                </p:nvSpPr>
                <p:spPr bwMode="auto">
                  <a:xfrm flipH="1">
                    <a:off x="374" y="1579"/>
                    <a:ext cx="477" cy="506"/>
                  </a:xfrm>
                  <a:custGeom>
                    <a:avLst/>
                    <a:gdLst>
                      <a:gd name="T0" fmla="*/ 0 w 356"/>
                      <a:gd name="T1" fmla="*/ 0 h 368"/>
                      <a:gd name="T2" fmla="*/ 1736 w 356"/>
                      <a:gd name="T3" fmla="*/ 95 h 368"/>
                      <a:gd name="T4" fmla="*/ 2059 w 356"/>
                      <a:gd name="T5" fmla="*/ 1990 h 368"/>
                      <a:gd name="T6" fmla="*/ 454 w 356"/>
                      <a:gd name="T7" fmla="*/ 2489 h 368"/>
                      <a:gd name="T8" fmla="*/ 0 w 356"/>
                      <a:gd name="T9" fmla="*/ 0 h 368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0" t="0" r="r" b="b"/>
                    <a:pathLst>
                      <a:path w="356" h="368">
                        <a:moveTo>
                          <a:pt x="0" y="0"/>
                        </a:moveTo>
                        <a:lnTo>
                          <a:pt x="300" y="14"/>
                        </a:lnTo>
                        <a:lnTo>
                          <a:pt x="356" y="294"/>
                        </a:lnTo>
                        <a:lnTo>
                          <a:pt x="78" y="368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000099"/>
                      </a:gs>
                      <a:gs pos="100000">
                        <a:schemeClr val="bg1"/>
                      </a:gs>
                    </a:gsLst>
                    <a:lin ang="2700000" scaled="1"/>
                  </a:gra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9525" cap="flat" cmpd="sng">
                        <a:solidFill>
                          <a:schemeClr val="tx1"/>
                        </a:solidFill>
                        <a:prstDash val="solid"/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/>
                  <a:lstStyle/>
                  <a:p>
                    <a:endParaRPr lang="en-US" dirty="0"/>
                  </a:p>
                </p:txBody>
              </p:sp>
            </p:grpSp>
            <p:sp>
              <p:nvSpPr>
                <p:cNvPr id="79" name="Rectangle 43"/>
                <p:cNvSpPr>
                  <a:spLocks noChangeArrowheads="1"/>
                </p:cNvSpPr>
                <p:nvPr/>
              </p:nvSpPr>
              <p:spPr bwMode="auto">
                <a:xfrm rot="16200000">
                  <a:off x="7440190" y="4309334"/>
                  <a:ext cx="126274" cy="195358"/>
                </a:xfrm>
                <a:prstGeom prst="rect">
                  <a:avLst/>
                </a:prstGeom>
                <a:gradFill rotWithShape="1">
                  <a:gsLst>
                    <a:gs pos="0">
                      <a:srgbClr val="008000"/>
                    </a:gs>
                    <a:gs pos="50000">
                      <a:schemeClr val="bg1"/>
                    </a:gs>
                    <a:gs pos="100000">
                      <a:srgbClr val="008000"/>
                    </a:gs>
                  </a:gsLst>
                  <a:lin ang="0" scaled="1"/>
                </a:gradFill>
                <a:ln w="9525">
                  <a:solidFill>
                    <a:srgbClr val="008000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latin typeface="Arial" pitchFamily="34" charset="0"/>
                    <a:ea typeface="+mn-ea"/>
                    <a:cs typeface="Arial" pitchFamily="34" charset="0"/>
                  </a:endParaRPr>
                </a:p>
              </p:txBody>
            </p:sp>
          </p:grpSp>
          <p:sp>
            <p:nvSpPr>
              <p:cNvPr id="50" name="Rectangle 43"/>
              <p:cNvSpPr>
                <a:spLocks noChangeArrowheads="1"/>
              </p:cNvSpPr>
              <p:nvPr/>
            </p:nvSpPr>
            <p:spPr bwMode="auto">
              <a:xfrm>
                <a:off x="2614674" y="2705593"/>
                <a:ext cx="109559" cy="165096"/>
              </a:xfrm>
              <a:prstGeom prst="rect">
                <a:avLst/>
              </a:prstGeom>
              <a:gradFill rotWithShape="1">
                <a:gsLst>
                  <a:gs pos="0">
                    <a:srgbClr val="008000"/>
                  </a:gs>
                  <a:gs pos="50000">
                    <a:schemeClr val="bg1"/>
                  </a:gs>
                  <a:gs pos="100000">
                    <a:srgbClr val="008000"/>
                  </a:gs>
                </a:gsLst>
                <a:lin ang="0" scaled="1"/>
              </a:gradFill>
              <a:ln w="9525">
                <a:solidFill>
                  <a:srgbClr val="008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latin typeface="Arial" pitchFamily="34" charset="0"/>
                  <a:ea typeface="+mn-ea"/>
                  <a:cs typeface="Arial" pitchFamily="34" charset="0"/>
                </a:endParaRPr>
              </a:p>
            </p:txBody>
          </p:sp>
          <p:grpSp>
            <p:nvGrpSpPr>
              <p:cNvPr id="164888" name="Group 44"/>
              <p:cNvGrpSpPr>
                <a:grpSpLocks/>
              </p:cNvGrpSpPr>
              <p:nvPr/>
            </p:nvGrpSpPr>
            <p:grpSpPr bwMode="auto">
              <a:xfrm>
                <a:off x="2233637" y="2138292"/>
                <a:ext cx="853440" cy="741680"/>
                <a:chOff x="-44" y="1473"/>
                <a:chExt cx="981" cy="1105"/>
              </a:xfrm>
            </p:grpSpPr>
            <p:pic>
              <p:nvPicPr>
                <p:cNvPr id="164913" name="Picture 45" descr="desktop_computer_stylized_medium"/>
                <p:cNvPicPr>
                  <a:picLocks noChangeAspect="1" noChangeArrowheads="1"/>
                </p:cNvPicPr>
                <p:nvPr/>
              </p:nvPicPr>
              <p:blipFill>
                <a:blip r:embed="rId4" cstate="email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164914" name="Freeform 46"/>
                <p:cNvSpPr>
                  <a:spLocks/>
                </p:cNvSpPr>
                <p:nvPr/>
              </p:nvSpPr>
              <p:spPr bwMode="auto">
                <a:xfrm flipH="1">
                  <a:off x="374" y="1579"/>
                  <a:ext cx="477" cy="506"/>
                </a:xfrm>
                <a:custGeom>
                  <a:avLst/>
                  <a:gdLst>
                    <a:gd name="T0" fmla="*/ 0 w 356"/>
                    <a:gd name="T1" fmla="*/ 0 h 368"/>
                    <a:gd name="T2" fmla="*/ 1736 w 356"/>
                    <a:gd name="T3" fmla="*/ 95 h 368"/>
                    <a:gd name="T4" fmla="*/ 2059 w 356"/>
                    <a:gd name="T5" fmla="*/ 1990 h 368"/>
                    <a:gd name="T6" fmla="*/ 454 w 356"/>
                    <a:gd name="T7" fmla="*/ 2489 h 368"/>
                    <a:gd name="T8" fmla="*/ 0 w 356"/>
                    <a:gd name="T9" fmla="*/ 0 h 3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356" h="368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000099"/>
                    </a:gs>
                    <a:gs pos="100000">
                      <a:schemeClr val="bg1"/>
                    </a:gs>
                  </a:gsLst>
                  <a:lin ang="27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flat" cmpd="sng">
                      <a:solidFill>
                        <a:schemeClr val="tx1"/>
                      </a:solidFill>
                      <a:prstDash val="solid"/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endParaRPr lang="en-US" dirty="0"/>
                </a:p>
              </p:txBody>
            </p:sp>
          </p:grpSp>
          <p:grpSp>
            <p:nvGrpSpPr>
              <p:cNvPr id="164889" name="Group 51"/>
              <p:cNvGrpSpPr>
                <a:grpSpLocks/>
              </p:cNvGrpSpPr>
              <p:nvPr/>
            </p:nvGrpSpPr>
            <p:grpSpPr bwMode="auto">
              <a:xfrm>
                <a:off x="2060917" y="4279843"/>
                <a:ext cx="853440" cy="835329"/>
                <a:chOff x="8077200" y="3320111"/>
                <a:chExt cx="853440" cy="835329"/>
              </a:xfrm>
            </p:grpSpPr>
            <p:sp>
              <p:nvSpPr>
                <p:cNvPr id="72" name="Rectangle 43"/>
                <p:cNvSpPr>
                  <a:spLocks noChangeArrowheads="1"/>
                </p:cNvSpPr>
                <p:nvPr/>
              </p:nvSpPr>
              <p:spPr bwMode="auto">
                <a:xfrm>
                  <a:off x="8630957" y="3320624"/>
                  <a:ext cx="111147" cy="165096"/>
                </a:xfrm>
                <a:prstGeom prst="rect">
                  <a:avLst/>
                </a:prstGeom>
                <a:gradFill rotWithShape="1">
                  <a:gsLst>
                    <a:gs pos="0">
                      <a:srgbClr val="008000"/>
                    </a:gs>
                    <a:gs pos="50000">
                      <a:schemeClr val="bg1"/>
                    </a:gs>
                    <a:gs pos="100000">
                      <a:srgbClr val="008000"/>
                    </a:gs>
                  </a:gsLst>
                  <a:lin ang="0" scaled="1"/>
                </a:gradFill>
                <a:ln w="9525">
                  <a:solidFill>
                    <a:srgbClr val="008000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latin typeface="Arial" pitchFamily="34" charset="0"/>
                    <a:ea typeface="+mn-ea"/>
                    <a:cs typeface="Arial" pitchFamily="34" charset="0"/>
                  </a:endParaRPr>
                </a:p>
              </p:txBody>
            </p:sp>
            <p:grpSp>
              <p:nvGrpSpPr>
                <p:cNvPr id="164910" name="Group 44"/>
                <p:cNvGrpSpPr>
                  <a:grpSpLocks/>
                </p:cNvGrpSpPr>
                <p:nvPr/>
              </p:nvGrpSpPr>
              <p:grpSpPr bwMode="auto">
                <a:xfrm>
                  <a:off x="8077200" y="3413760"/>
                  <a:ext cx="853440" cy="741680"/>
                  <a:chOff x="-44" y="1473"/>
                  <a:chExt cx="981" cy="1105"/>
                </a:xfrm>
              </p:grpSpPr>
              <p:pic>
                <p:nvPicPr>
                  <p:cNvPr id="164911" name="Picture 45" descr="desktop_computer_stylized_medium"/>
                  <p:cNvPicPr>
                    <a:picLocks noChangeAspect="1" noChangeArrowheads="1"/>
                  </p:cNvPicPr>
                  <p:nvPr/>
                </p:nvPicPr>
                <p:blipFill>
                  <a:blip r:embed="rId4" cstate="email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 flipH="1">
                    <a:off x="-44" y="1473"/>
                    <a:ext cx="981" cy="1105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</p:pic>
              <p:sp>
                <p:nvSpPr>
                  <p:cNvPr id="164912" name="Freeform 46"/>
                  <p:cNvSpPr>
                    <a:spLocks/>
                  </p:cNvSpPr>
                  <p:nvPr/>
                </p:nvSpPr>
                <p:spPr bwMode="auto">
                  <a:xfrm flipH="1">
                    <a:off x="374" y="1579"/>
                    <a:ext cx="477" cy="506"/>
                  </a:xfrm>
                  <a:custGeom>
                    <a:avLst/>
                    <a:gdLst>
                      <a:gd name="T0" fmla="*/ 0 w 356"/>
                      <a:gd name="T1" fmla="*/ 0 h 368"/>
                      <a:gd name="T2" fmla="*/ 1736 w 356"/>
                      <a:gd name="T3" fmla="*/ 95 h 368"/>
                      <a:gd name="T4" fmla="*/ 2059 w 356"/>
                      <a:gd name="T5" fmla="*/ 1990 h 368"/>
                      <a:gd name="T6" fmla="*/ 454 w 356"/>
                      <a:gd name="T7" fmla="*/ 2489 h 368"/>
                      <a:gd name="T8" fmla="*/ 0 w 356"/>
                      <a:gd name="T9" fmla="*/ 0 h 368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0" t="0" r="r" b="b"/>
                    <a:pathLst>
                      <a:path w="356" h="368">
                        <a:moveTo>
                          <a:pt x="0" y="0"/>
                        </a:moveTo>
                        <a:lnTo>
                          <a:pt x="300" y="14"/>
                        </a:lnTo>
                        <a:lnTo>
                          <a:pt x="356" y="294"/>
                        </a:lnTo>
                        <a:lnTo>
                          <a:pt x="78" y="368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000099"/>
                      </a:gs>
                      <a:gs pos="100000">
                        <a:schemeClr val="bg1"/>
                      </a:gs>
                    </a:gsLst>
                    <a:lin ang="2700000" scaled="1"/>
                  </a:gra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9525" cap="flat" cmpd="sng">
                        <a:solidFill>
                          <a:schemeClr val="tx1"/>
                        </a:solidFill>
                        <a:prstDash val="solid"/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/>
                  <a:lstStyle/>
                  <a:p>
                    <a:endParaRPr lang="en-US" dirty="0"/>
                  </a:p>
                </p:txBody>
              </p:sp>
            </p:grpSp>
          </p:grpSp>
          <p:pic>
            <p:nvPicPr>
              <p:cNvPr id="63513" name="Picture 3"/>
              <p:cNvPicPr>
                <a:picLocks noChangeAspect="1" noChangeArrowheads="1"/>
              </p:cNvPicPr>
              <p:nvPr/>
            </p:nvPicPr>
            <p:blipFill>
              <a:blip r:embed="rId5" cstate="email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374913" y="3316766"/>
                <a:ext cx="603370" cy="34130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</p:pic>
          <p:grpSp>
            <p:nvGrpSpPr>
              <p:cNvPr id="164891" name="Group 53"/>
              <p:cNvGrpSpPr>
                <a:grpSpLocks/>
              </p:cNvGrpSpPr>
              <p:nvPr/>
            </p:nvGrpSpPr>
            <p:grpSpPr bwMode="auto">
              <a:xfrm>
                <a:off x="731524" y="3616962"/>
                <a:ext cx="914403" cy="690308"/>
                <a:chOff x="1046480" y="3962400"/>
                <a:chExt cx="1026163" cy="761428"/>
              </a:xfrm>
            </p:grpSpPr>
            <p:sp>
              <p:nvSpPr>
                <p:cNvPr id="68" name="Rectangle 48"/>
                <p:cNvSpPr>
                  <a:spLocks noChangeArrowheads="1"/>
                </p:cNvSpPr>
                <p:nvPr/>
              </p:nvSpPr>
              <p:spPr bwMode="auto">
                <a:xfrm rot="16200000">
                  <a:off x="1893846" y="4299769"/>
                  <a:ext cx="110314" cy="247682"/>
                </a:xfrm>
                <a:prstGeom prst="rect">
                  <a:avLst/>
                </a:prstGeom>
                <a:gradFill rotWithShape="1">
                  <a:gsLst>
                    <a:gs pos="0">
                      <a:srgbClr val="008000"/>
                    </a:gs>
                    <a:gs pos="50000">
                      <a:schemeClr val="bg1"/>
                    </a:gs>
                    <a:gs pos="100000">
                      <a:srgbClr val="008000"/>
                    </a:gs>
                  </a:gsLst>
                  <a:lin ang="0" scaled="1"/>
                </a:gradFill>
                <a:ln w="9525">
                  <a:solidFill>
                    <a:srgbClr val="008000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latin typeface="Arial" pitchFamily="34" charset="0"/>
                    <a:ea typeface="+mn-ea"/>
                    <a:cs typeface="Arial" pitchFamily="34" charset="0"/>
                  </a:endParaRPr>
                </a:p>
              </p:txBody>
            </p:sp>
            <p:grpSp>
              <p:nvGrpSpPr>
                <p:cNvPr id="164906" name="Group 49"/>
                <p:cNvGrpSpPr>
                  <a:grpSpLocks/>
                </p:cNvGrpSpPr>
                <p:nvPr/>
              </p:nvGrpSpPr>
              <p:grpSpPr bwMode="auto">
                <a:xfrm>
                  <a:off x="1046480" y="3962400"/>
                  <a:ext cx="936071" cy="761428"/>
                  <a:chOff x="-44" y="1473"/>
                  <a:chExt cx="981" cy="1105"/>
                </a:xfrm>
              </p:grpSpPr>
              <p:pic>
                <p:nvPicPr>
                  <p:cNvPr id="164907" name="Picture 50" descr="desktop_computer_stylized_medium"/>
                  <p:cNvPicPr>
                    <a:picLocks noChangeAspect="1" noChangeArrowheads="1"/>
                  </p:cNvPicPr>
                  <p:nvPr/>
                </p:nvPicPr>
                <p:blipFill>
                  <a:blip r:embed="rId3" cstate="email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 flipH="1">
                    <a:off x="-44" y="1473"/>
                    <a:ext cx="981" cy="1105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</p:pic>
              <p:sp>
                <p:nvSpPr>
                  <p:cNvPr id="164908" name="Freeform 51"/>
                  <p:cNvSpPr>
                    <a:spLocks/>
                  </p:cNvSpPr>
                  <p:nvPr/>
                </p:nvSpPr>
                <p:spPr bwMode="auto">
                  <a:xfrm flipH="1">
                    <a:off x="374" y="1579"/>
                    <a:ext cx="477" cy="506"/>
                  </a:xfrm>
                  <a:custGeom>
                    <a:avLst/>
                    <a:gdLst>
                      <a:gd name="T0" fmla="*/ 0 w 356"/>
                      <a:gd name="T1" fmla="*/ 0 h 368"/>
                      <a:gd name="T2" fmla="*/ 1736 w 356"/>
                      <a:gd name="T3" fmla="*/ 95 h 368"/>
                      <a:gd name="T4" fmla="*/ 2059 w 356"/>
                      <a:gd name="T5" fmla="*/ 1990 h 368"/>
                      <a:gd name="T6" fmla="*/ 454 w 356"/>
                      <a:gd name="T7" fmla="*/ 2489 h 368"/>
                      <a:gd name="T8" fmla="*/ 0 w 356"/>
                      <a:gd name="T9" fmla="*/ 0 h 368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0" t="0" r="r" b="b"/>
                    <a:pathLst>
                      <a:path w="356" h="368">
                        <a:moveTo>
                          <a:pt x="0" y="0"/>
                        </a:moveTo>
                        <a:lnTo>
                          <a:pt x="300" y="14"/>
                        </a:lnTo>
                        <a:lnTo>
                          <a:pt x="356" y="294"/>
                        </a:lnTo>
                        <a:lnTo>
                          <a:pt x="78" y="368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000099"/>
                      </a:gs>
                      <a:gs pos="100000">
                        <a:schemeClr val="bg1"/>
                      </a:gs>
                    </a:gsLst>
                    <a:lin ang="2700000" scaled="1"/>
                  </a:gra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9525" cap="flat" cmpd="sng">
                        <a:solidFill>
                          <a:schemeClr val="tx1"/>
                        </a:solidFill>
                        <a:prstDash val="solid"/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/>
                  <a:lstStyle/>
                  <a:p>
                    <a:endParaRPr lang="en-US" dirty="0"/>
                  </a:p>
                </p:txBody>
              </p:sp>
            </p:grpSp>
          </p:grpSp>
          <p:grpSp>
            <p:nvGrpSpPr>
              <p:cNvPr id="164892" name="Group 54"/>
              <p:cNvGrpSpPr>
                <a:grpSpLocks/>
              </p:cNvGrpSpPr>
              <p:nvPr/>
            </p:nvGrpSpPr>
            <p:grpSpPr bwMode="auto">
              <a:xfrm>
                <a:off x="3410634" y="3567725"/>
                <a:ext cx="853440" cy="741680"/>
                <a:chOff x="7179310" y="4033520"/>
                <a:chExt cx="1009650" cy="855028"/>
              </a:xfrm>
            </p:grpSpPr>
            <p:grpSp>
              <p:nvGrpSpPr>
                <p:cNvPr id="164901" name="Group 44"/>
                <p:cNvGrpSpPr>
                  <a:grpSpLocks/>
                </p:cNvGrpSpPr>
                <p:nvPr/>
              </p:nvGrpSpPr>
              <p:grpSpPr bwMode="auto">
                <a:xfrm>
                  <a:off x="7179310" y="4033520"/>
                  <a:ext cx="1009650" cy="855028"/>
                  <a:chOff x="-44" y="1473"/>
                  <a:chExt cx="981" cy="1105"/>
                </a:xfrm>
              </p:grpSpPr>
              <p:pic>
                <p:nvPicPr>
                  <p:cNvPr id="164903" name="Picture 45" descr="desktop_computer_stylized_medium"/>
                  <p:cNvPicPr>
                    <a:picLocks noChangeAspect="1" noChangeArrowheads="1"/>
                  </p:cNvPicPr>
                  <p:nvPr/>
                </p:nvPicPr>
                <p:blipFill>
                  <a:blip r:embed="rId4" cstate="email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 flipH="1">
                    <a:off x="-44" y="1473"/>
                    <a:ext cx="981" cy="1105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</p:pic>
              <p:sp>
                <p:nvSpPr>
                  <p:cNvPr id="164904" name="Freeform 46"/>
                  <p:cNvSpPr>
                    <a:spLocks/>
                  </p:cNvSpPr>
                  <p:nvPr/>
                </p:nvSpPr>
                <p:spPr bwMode="auto">
                  <a:xfrm flipH="1">
                    <a:off x="374" y="1579"/>
                    <a:ext cx="477" cy="506"/>
                  </a:xfrm>
                  <a:custGeom>
                    <a:avLst/>
                    <a:gdLst>
                      <a:gd name="T0" fmla="*/ 0 w 356"/>
                      <a:gd name="T1" fmla="*/ 0 h 368"/>
                      <a:gd name="T2" fmla="*/ 1736 w 356"/>
                      <a:gd name="T3" fmla="*/ 95 h 368"/>
                      <a:gd name="T4" fmla="*/ 2059 w 356"/>
                      <a:gd name="T5" fmla="*/ 1990 h 368"/>
                      <a:gd name="T6" fmla="*/ 454 w 356"/>
                      <a:gd name="T7" fmla="*/ 2489 h 368"/>
                      <a:gd name="T8" fmla="*/ 0 w 356"/>
                      <a:gd name="T9" fmla="*/ 0 h 368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0" t="0" r="r" b="b"/>
                    <a:pathLst>
                      <a:path w="356" h="368">
                        <a:moveTo>
                          <a:pt x="0" y="0"/>
                        </a:moveTo>
                        <a:lnTo>
                          <a:pt x="300" y="14"/>
                        </a:lnTo>
                        <a:lnTo>
                          <a:pt x="356" y="294"/>
                        </a:lnTo>
                        <a:lnTo>
                          <a:pt x="78" y="368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000099"/>
                      </a:gs>
                      <a:gs pos="100000">
                        <a:schemeClr val="bg1"/>
                      </a:gs>
                    </a:gsLst>
                    <a:lin ang="2700000" scaled="1"/>
                  </a:gra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9525" cap="flat" cmpd="sng">
                        <a:solidFill>
                          <a:schemeClr val="tx1"/>
                        </a:solidFill>
                        <a:prstDash val="solid"/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/>
                  <a:lstStyle/>
                  <a:p>
                    <a:endParaRPr lang="en-US" dirty="0"/>
                  </a:p>
                </p:txBody>
              </p:sp>
            </p:grpSp>
            <p:sp>
              <p:nvSpPr>
                <p:cNvPr id="65" name="Rectangle 43"/>
                <p:cNvSpPr>
                  <a:spLocks noChangeArrowheads="1"/>
                </p:cNvSpPr>
                <p:nvPr/>
              </p:nvSpPr>
              <p:spPr bwMode="auto">
                <a:xfrm rot="16200000">
                  <a:off x="7438739" y="4308075"/>
                  <a:ext cx="128105" cy="197237"/>
                </a:xfrm>
                <a:prstGeom prst="rect">
                  <a:avLst/>
                </a:prstGeom>
                <a:gradFill rotWithShape="1">
                  <a:gsLst>
                    <a:gs pos="0">
                      <a:srgbClr val="008000"/>
                    </a:gs>
                    <a:gs pos="50000">
                      <a:schemeClr val="bg1"/>
                    </a:gs>
                    <a:gs pos="100000">
                      <a:srgbClr val="008000"/>
                    </a:gs>
                  </a:gsLst>
                  <a:lin ang="0" scaled="1"/>
                </a:gradFill>
                <a:ln w="9525">
                  <a:solidFill>
                    <a:srgbClr val="008000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latin typeface="Arial" pitchFamily="34" charset="0"/>
                    <a:ea typeface="+mn-ea"/>
                    <a:cs typeface="Arial" pitchFamily="34" charset="0"/>
                  </a:endParaRPr>
                </a:p>
              </p:txBody>
            </p:sp>
          </p:grpSp>
          <p:sp>
            <p:nvSpPr>
              <p:cNvPr id="63516" name="Line 17"/>
              <p:cNvSpPr>
                <a:spLocks noChangeShapeType="1"/>
              </p:cNvSpPr>
              <p:nvPr/>
            </p:nvSpPr>
            <p:spPr bwMode="auto">
              <a:xfrm flipV="1">
                <a:off x="1660396" y="3600922"/>
                <a:ext cx="744686" cy="4508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63517" name="Line 19"/>
              <p:cNvSpPr>
                <a:spLocks noChangeShapeType="1"/>
              </p:cNvSpPr>
              <p:nvPr/>
            </p:nvSpPr>
            <p:spPr bwMode="auto">
              <a:xfrm flipH="1" flipV="1">
                <a:off x="2968756" y="3545361"/>
                <a:ext cx="646242" cy="338129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63518" name="Text Box 35"/>
              <p:cNvSpPr txBox="1">
                <a:spLocks noChangeArrowheads="1"/>
              </p:cNvSpPr>
              <p:nvPr/>
            </p:nvSpPr>
            <p:spPr bwMode="auto">
              <a:xfrm>
                <a:off x="2401907" y="3026260"/>
                <a:ext cx="312799" cy="36987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>
                  <a:defRPr/>
                </a:pPr>
                <a:r>
                  <a:rPr lang="en-US" i="0" dirty="0">
                    <a:solidFill>
                      <a:srgbClr val="FF0000"/>
                    </a:solidFill>
                    <a:latin typeface="Arial" charset="0"/>
                    <a:cs typeface="Arial" charset="0"/>
                  </a:rPr>
                  <a:t>1</a:t>
                </a:r>
              </a:p>
            </p:txBody>
          </p:sp>
          <p:sp>
            <p:nvSpPr>
              <p:cNvPr id="63519" name="Text Box 36"/>
              <p:cNvSpPr txBox="1">
                <a:spLocks noChangeArrowheads="1"/>
              </p:cNvSpPr>
              <p:nvPr/>
            </p:nvSpPr>
            <p:spPr bwMode="auto">
              <a:xfrm>
                <a:off x="2903656" y="3051660"/>
                <a:ext cx="323914" cy="36670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>
                  <a:defRPr/>
                </a:pPr>
                <a:r>
                  <a:rPr lang="en-US" i="0" dirty="0">
                    <a:solidFill>
                      <a:srgbClr val="FF0000"/>
                    </a:solidFill>
                    <a:latin typeface="Arial" charset="0"/>
                    <a:cs typeface="Arial" charset="0"/>
                  </a:rPr>
                  <a:t>2</a:t>
                </a:r>
              </a:p>
            </p:txBody>
          </p:sp>
          <p:sp>
            <p:nvSpPr>
              <p:cNvPr id="63520" name="Text Box 37"/>
              <p:cNvSpPr txBox="1">
                <a:spLocks noChangeArrowheads="1"/>
              </p:cNvSpPr>
              <p:nvPr/>
            </p:nvSpPr>
            <p:spPr bwMode="auto">
              <a:xfrm>
                <a:off x="3125951" y="3710457"/>
                <a:ext cx="322326" cy="36670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>
                  <a:defRPr/>
                </a:pPr>
                <a:r>
                  <a:rPr lang="en-US" i="0" dirty="0">
                    <a:solidFill>
                      <a:srgbClr val="FF0000"/>
                    </a:solidFill>
                    <a:latin typeface="Arial" charset="0"/>
                    <a:cs typeface="Arial" charset="0"/>
                  </a:rPr>
                  <a:t>3</a:t>
                </a:r>
              </a:p>
            </p:txBody>
          </p:sp>
          <p:sp>
            <p:nvSpPr>
              <p:cNvPr id="63521" name="Text Box 38"/>
              <p:cNvSpPr txBox="1">
                <a:spLocks noChangeArrowheads="1"/>
              </p:cNvSpPr>
              <p:nvPr/>
            </p:nvSpPr>
            <p:spPr bwMode="auto">
              <a:xfrm>
                <a:off x="2640079" y="3654896"/>
                <a:ext cx="323914" cy="36670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>
                  <a:defRPr/>
                </a:pPr>
                <a:r>
                  <a:rPr lang="en-US" i="0" dirty="0">
                    <a:solidFill>
                      <a:srgbClr val="FF0000"/>
                    </a:solidFill>
                    <a:latin typeface="Arial" charset="0"/>
                    <a:cs typeface="Arial" charset="0"/>
                  </a:rPr>
                  <a:t>4</a:t>
                </a:r>
              </a:p>
            </p:txBody>
          </p:sp>
          <p:sp>
            <p:nvSpPr>
              <p:cNvPr id="63522" name="Text Box 39"/>
              <p:cNvSpPr txBox="1">
                <a:spLocks noChangeArrowheads="1"/>
              </p:cNvSpPr>
              <p:nvPr/>
            </p:nvSpPr>
            <p:spPr bwMode="auto">
              <a:xfrm>
                <a:off x="2070052" y="3704108"/>
                <a:ext cx="323914" cy="36670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>
                  <a:defRPr/>
                </a:pPr>
                <a:r>
                  <a:rPr lang="en-US" i="0" dirty="0">
                    <a:solidFill>
                      <a:srgbClr val="FF0000"/>
                    </a:solidFill>
                    <a:latin typeface="Arial" charset="0"/>
                    <a:cs typeface="Arial" charset="0"/>
                  </a:rPr>
                  <a:t>5</a:t>
                </a:r>
              </a:p>
            </p:txBody>
          </p:sp>
          <p:sp>
            <p:nvSpPr>
              <p:cNvPr id="63523" name="Text Box 40"/>
              <p:cNvSpPr txBox="1">
                <a:spLocks noChangeArrowheads="1"/>
              </p:cNvSpPr>
              <p:nvPr/>
            </p:nvSpPr>
            <p:spPr bwMode="auto">
              <a:xfrm>
                <a:off x="2039884" y="3080234"/>
                <a:ext cx="319151" cy="36987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>
                  <a:defRPr/>
                </a:pPr>
                <a:r>
                  <a:rPr lang="en-US" i="0" dirty="0">
                    <a:solidFill>
                      <a:srgbClr val="FF0000"/>
                    </a:solidFill>
                    <a:latin typeface="Arial" charset="0"/>
                    <a:cs typeface="Arial" charset="0"/>
                  </a:rPr>
                  <a:t>6</a:t>
                </a:r>
              </a:p>
            </p:txBody>
          </p:sp>
        </p:grpSp>
      </p:grpSp>
      <p:sp>
        <p:nvSpPr>
          <p:cNvPr id="58" name="Rectangle 3"/>
          <p:cNvSpPr txBox="1">
            <a:spLocks noChangeArrowheads="1"/>
          </p:cNvSpPr>
          <p:nvPr/>
        </p:nvSpPr>
        <p:spPr bwMode="auto">
          <a:xfrm>
            <a:off x="477838" y="2566988"/>
            <a:ext cx="4878387" cy="21320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charset="0"/>
              <a:buChar char="v"/>
              <a:defRPr sz="2800">
                <a:solidFill>
                  <a:schemeClr val="tx1"/>
                </a:solidFill>
                <a:latin typeface="+mn-lt"/>
                <a:ea typeface="ＭＳ Ｐゴシック" charset="0"/>
                <a:cs typeface="+mn-cs"/>
              </a:defRPr>
            </a:lvl1pPr>
            <a:lvl2pPr marL="742950" indent="-28575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Wingdings" charset="0"/>
              <a:buChar char="§"/>
              <a:defRPr sz="2400">
                <a:solidFill>
                  <a:schemeClr val="tx1"/>
                </a:solidFill>
                <a:latin typeface="+mn-lt"/>
                <a:ea typeface="ＭＳ Ｐゴシック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  <a:ea typeface="ＭＳ Ｐゴシック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itchFamily="-109" charset="0"/>
                <a:ea typeface="ＭＳ Ｐゴシック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  <a:ea typeface="ＭＳ Ｐゴシック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</a:defRPr>
            </a:lvl9pPr>
          </a:lstStyle>
          <a:p>
            <a:pPr>
              <a:lnSpc>
                <a:spcPts val="3000"/>
              </a:lnSpc>
              <a:buSzPct val="100000"/>
              <a:buFont typeface="Wingdings" charset="2"/>
              <a:buChar char="§"/>
              <a:defRPr/>
            </a:pPr>
            <a:r>
              <a:rPr lang="en-US" i="1" u="sng" dirty="0">
                <a:solidFill>
                  <a:srgbClr val="CC0000"/>
                </a:solidFill>
                <a:latin typeface="Gill Sans MT" charset="0"/>
              </a:rPr>
              <a:t>A:</a:t>
            </a:r>
            <a:r>
              <a:rPr lang="en-US" i="1" dirty="0">
                <a:solidFill>
                  <a:srgbClr val="CC0000"/>
                </a:solidFill>
                <a:latin typeface="Gill Sans MT" charset="0"/>
              </a:rPr>
              <a:t>  </a:t>
            </a:r>
            <a:r>
              <a:rPr lang="en-US" dirty="0">
                <a:latin typeface="Gill Sans MT" charset="0"/>
              </a:rPr>
              <a:t>each switch has a </a:t>
            </a:r>
            <a:r>
              <a:rPr lang="en-US" dirty="0">
                <a:solidFill>
                  <a:srgbClr val="CC0000"/>
                </a:solidFill>
                <a:latin typeface="Gill Sans MT" charset="0"/>
              </a:rPr>
              <a:t>switch table,</a:t>
            </a:r>
            <a:r>
              <a:rPr lang="en-US" dirty="0">
                <a:solidFill>
                  <a:srgbClr val="FF0000"/>
                </a:solidFill>
                <a:latin typeface="Gill Sans MT" charset="0"/>
              </a:rPr>
              <a:t> </a:t>
            </a:r>
            <a:r>
              <a:rPr lang="en-US" dirty="0">
                <a:latin typeface="Gill Sans MT" charset="0"/>
              </a:rPr>
              <a:t>each entry:</a:t>
            </a:r>
          </a:p>
          <a:p>
            <a:pPr lvl="1">
              <a:lnSpc>
                <a:spcPct val="100000"/>
              </a:lnSpc>
              <a:defRPr/>
            </a:pPr>
            <a:r>
              <a:rPr lang="en-US" dirty="0">
                <a:latin typeface="Gill Sans MT" charset="0"/>
                <a:cs typeface="+mn-cs"/>
              </a:rPr>
              <a:t>(MAC address of host, interface to reach host, time stamp)</a:t>
            </a:r>
          </a:p>
          <a:p>
            <a:pPr lvl="1">
              <a:lnSpc>
                <a:spcPct val="100000"/>
              </a:lnSpc>
              <a:defRPr/>
            </a:pPr>
            <a:r>
              <a:rPr lang="en-US" dirty="0">
                <a:latin typeface="Gill Sans MT" charset="0"/>
                <a:cs typeface="+mn-cs"/>
              </a:rPr>
              <a:t>looks like a routing table!</a:t>
            </a:r>
          </a:p>
        </p:txBody>
      </p:sp>
      <p:pic>
        <p:nvPicPr>
          <p:cNvPr id="164871" name="Picture 22" descr="underline_base"/>
          <p:cNvPicPr>
            <a:picLocks noChangeArrowheads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5625" y="898525"/>
            <a:ext cx="4570413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1" name="Rectangle 3"/>
          <p:cNvSpPr txBox="1">
            <a:spLocks noChangeArrowheads="1"/>
          </p:cNvSpPr>
          <p:nvPr/>
        </p:nvSpPr>
        <p:spPr bwMode="auto">
          <a:xfrm>
            <a:off x="536575" y="5043488"/>
            <a:ext cx="5040313" cy="1479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charset="0"/>
              <a:buChar char="v"/>
              <a:defRPr sz="2800">
                <a:solidFill>
                  <a:schemeClr val="tx1"/>
                </a:solidFill>
                <a:latin typeface="+mn-lt"/>
                <a:ea typeface="ＭＳ Ｐゴシック" charset="0"/>
                <a:cs typeface="+mn-cs"/>
              </a:defRPr>
            </a:lvl1pPr>
            <a:lvl2pPr marL="742950" indent="-28575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Wingdings" charset="0"/>
              <a:buChar char="§"/>
              <a:defRPr sz="2400">
                <a:solidFill>
                  <a:schemeClr val="tx1"/>
                </a:solidFill>
                <a:latin typeface="+mn-lt"/>
                <a:ea typeface="ＭＳ Ｐゴシック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  <a:ea typeface="ＭＳ Ｐゴシック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itchFamily="-109" charset="0"/>
                <a:ea typeface="ＭＳ Ｐゴシック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  <a:ea typeface="ＭＳ Ｐゴシック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</a:defRPr>
            </a:lvl9pPr>
          </a:lstStyle>
          <a:p>
            <a:pPr marL="0" indent="0">
              <a:lnSpc>
                <a:spcPct val="75000"/>
              </a:lnSpc>
              <a:buFont typeface="Wingdings" charset="0"/>
              <a:buNone/>
              <a:defRPr/>
            </a:pPr>
            <a:r>
              <a:rPr lang="en-US" u="sng" dirty="0">
                <a:solidFill>
                  <a:srgbClr val="CC0000"/>
                </a:solidFill>
                <a:latin typeface="Gill Sans MT" charset="0"/>
              </a:rPr>
              <a:t>Q:</a:t>
            </a:r>
            <a:r>
              <a:rPr lang="en-US" dirty="0">
                <a:solidFill>
                  <a:srgbClr val="CC0000"/>
                </a:solidFill>
                <a:latin typeface="Gill Sans MT" charset="0"/>
              </a:rPr>
              <a:t> </a:t>
            </a:r>
            <a:r>
              <a:rPr lang="en-US" dirty="0">
                <a:latin typeface="Gill Sans MT" charset="0"/>
              </a:rPr>
              <a:t>how are entries created, maintained in switch table? </a:t>
            </a:r>
          </a:p>
          <a:p>
            <a:pPr lvl="1">
              <a:lnSpc>
                <a:spcPct val="75000"/>
              </a:lnSpc>
              <a:defRPr/>
            </a:pPr>
            <a:r>
              <a:rPr lang="en-US" dirty="0">
                <a:latin typeface="Gill Sans MT" charset="0"/>
                <a:cs typeface="+mn-cs"/>
              </a:rPr>
              <a:t>something like a routing protocol?</a:t>
            </a:r>
          </a:p>
        </p:txBody>
      </p:sp>
      <p:sp>
        <p:nvSpPr>
          <p:cNvPr id="6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56154" y="6522365"/>
            <a:ext cx="548655" cy="272319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200" dirty="0">
                <a:latin typeface="Tahoma" charset="0"/>
              </a:rPr>
              <a:t>6-</a:t>
            </a:r>
            <a:fld id="{8E8C6E93-DF5B-BC4B-80F9-500DED1EEDCC}" type="slidenum">
              <a:rPr lang="en-US" sz="1200">
                <a:latin typeface="Tahoma" charset="0"/>
              </a:rPr>
              <a:pPr/>
              <a:t>5</a:t>
            </a:fld>
            <a:endParaRPr lang="en-US" sz="1200" dirty="0">
              <a:latin typeface="Tahoma" charset="0"/>
            </a:endParaRPr>
          </a:p>
        </p:txBody>
      </p:sp>
      <p:sp>
        <p:nvSpPr>
          <p:cNvPr id="62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6375496" y="6521551"/>
            <a:ext cx="2177473" cy="241541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Link Layer and LANs</a:t>
            </a:r>
          </a:p>
        </p:txBody>
      </p:sp>
    </p:spTree>
    <p:extLst>
      <p:ext uri="{BB962C8B-B14F-4D97-AF65-F5344CB8AC3E}">
        <p14:creationId xmlns:p14="http://schemas.microsoft.com/office/powerpoint/2010/main" val="35030960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" grpId="0"/>
      <p:bldP spid="61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6913" name="Group 36"/>
          <p:cNvGrpSpPr>
            <a:grpSpLocks/>
          </p:cNvGrpSpPr>
          <p:nvPr/>
        </p:nvGrpSpPr>
        <p:grpSpPr bwMode="auto">
          <a:xfrm>
            <a:off x="4456113" y="1216025"/>
            <a:ext cx="3660775" cy="3600450"/>
            <a:chOff x="731524" y="1819788"/>
            <a:chExt cx="3661504" cy="3600334"/>
          </a:xfrm>
        </p:grpSpPr>
        <p:sp>
          <p:nvSpPr>
            <p:cNvPr id="65565" name="Text Box 23"/>
            <p:cNvSpPr txBox="1">
              <a:spLocks noChangeArrowheads="1"/>
            </p:cNvSpPr>
            <p:nvPr/>
          </p:nvSpPr>
          <p:spPr bwMode="auto">
            <a:xfrm>
              <a:off x="2655957" y="1819788"/>
              <a:ext cx="350907" cy="36670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i="0" dirty="0">
                  <a:solidFill>
                    <a:srgbClr val="000000"/>
                  </a:solidFill>
                  <a:latin typeface="Arial" charset="0"/>
                  <a:cs typeface="Arial" charset="0"/>
                </a:rPr>
                <a:t>A</a:t>
              </a:r>
            </a:p>
          </p:txBody>
        </p:sp>
        <p:sp>
          <p:nvSpPr>
            <p:cNvPr id="65566" name="Text Box 24"/>
            <p:cNvSpPr txBox="1">
              <a:spLocks noChangeArrowheads="1"/>
            </p:cNvSpPr>
            <p:nvPr/>
          </p:nvSpPr>
          <p:spPr bwMode="auto">
            <a:xfrm>
              <a:off x="2371738" y="5050247"/>
              <a:ext cx="371549" cy="3698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i="0" dirty="0">
                  <a:solidFill>
                    <a:srgbClr val="000000"/>
                  </a:solidFill>
                  <a:latin typeface="Arial" charset="0"/>
                  <a:cs typeface="Arial" charset="0"/>
                </a:rPr>
                <a:t>A</a:t>
              </a:r>
              <a:r>
                <a:rPr lang="ja-JP" altLang="en-US" i="0">
                  <a:solidFill>
                    <a:srgbClr val="000000"/>
                  </a:solidFill>
                  <a:latin typeface="Arial" charset="0"/>
                  <a:cs typeface="Arial" charset="0"/>
                </a:rPr>
                <a:t>’</a:t>
              </a:r>
              <a:endParaRPr lang="en-US" i="0" dirty="0">
                <a:solidFill>
                  <a:srgbClr val="000000"/>
                </a:solidFill>
                <a:latin typeface="Arial" charset="0"/>
                <a:cs typeface="Arial" charset="0"/>
              </a:endParaRPr>
            </a:p>
          </p:txBody>
        </p:sp>
        <p:sp>
          <p:nvSpPr>
            <p:cNvPr id="65567" name="Text Box 25"/>
            <p:cNvSpPr txBox="1">
              <a:spLocks noChangeArrowheads="1"/>
            </p:cNvSpPr>
            <p:nvPr/>
          </p:nvSpPr>
          <p:spPr bwMode="auto">
            <a:xfrm>
              <a:off x="3988134" y="2419844"/>
              <a:ext cx="338205" cy="368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i="0" dirty="0">
                  <a:solidFill>
                    <a:srgbClr val="000000"/>
                  </a:solidFill>
                  <a:latin typeface="Arial" charset="0"/>
                  <a:cs typeface="Arial" charset="0"/>
                </a:rPr>
                <a:t>B</a:t>
              </a:r>
            </a:p>
          </p:txBody>
        </p:sp>
        <p:sp>
          <p:nvSpPr>
            <p:cNvPr id="65568" name="Text Box 26"/>
            <p:cNvSpPr txBox="1">
              <a:spLocks noChangeArrowheads="1"/>
            </p:cNvSpPr>
            <p:nvPr/>
          </p:nvSpPr>
          <p:spPr bwMode="auto">
            <a:xfrm>
              <a:off x="995101" y="4188262"/>
              <a:ext cx="390603" cy="368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i="0" dirty="0">
                  <a:solidFill>
                    <a:srgbClr val="000000"/>
                  </a:solidFill>
                  <a:latin typeface="Arial" charset="0"/>
                  <a:cs typeface="Arial" charset="0"/>
                </a:rPr>
                <a:t>B</a:t>
              </a:r>
              <a:r>
                <a:rPr lang="ja-JP" altLang="en-US" i="0">
                  <a:solidFill>
                    <a:srgbClr val="000000"/>
                  </a:solidFill>
                  <a:latin typeface="Arial" charset="0"/>
                  <a:cs typeface="Arial" charset="0"/>
                </a:rPr>
                <a:t>’</a:t>
              </a:r>
              <a:endParaRPr lang="en-US" i="0" dirty="0">
                <a:solidFill>
                  <a:srgbClr val="000000"/>
                </a:solidFill>
                <a:latin typeface="Arial" charset="0"/>
                <a:cs typeface="Arial" charset="0"/>
              </a:endParaRPr>
            </a:p>
          </p:txBody>
        </p:sp>
        <p:sp>
          <p:nvSpPr>
            <p:cNvPr id="65569" name="Text Box 27"/>
            <p:cNvSpPr txBox="1">
              <a:spLocks noChangeArrowheads="1"/>
            </p:cNvSpPr>
            <p:nvPr/>
          </p:nvSpPr>
          <p:spPr bwMode="auto">
            <a:xfrm>
              <a:off x="3740435" y="4188262"/>
              <a:ext cx="350908" cy="368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i="0" dirty="0">
                  <a:solidFill>
                    <a:srgbClr val="000000"/>
                  </a:solidFill>
                  <a:latin typeface="Arial" charset="0"/>
                  <a:cs typeface="Arial" charset="0"/>
                </a:rPr>
                <a:t>C</a:t>
              </a:r>
            </a:p>
          </p:txBody>
        </p:sp>
        <p:sp>
          <p:nvSpPr>
            <p:cNvPr id="65570" name="Text Box 28"/>
            <p:cNvSpPr txBox="1">
              <a:spLocks noChangeArrowheads="1"/>
            </p:cNvSpPr>
            <p:nvPr/>
          </p:nvSpPr>
          <p:spPr bwMode="auto">
            <a:xfrm>
              <a:off x="1123714" y="2465880"/>
              <a:ext cx="403305" cy="368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i="0" dirty="0">
                  <a:solidFill>
                    <a:srgbClr val="000000"/>
                  </a:solidFill>
                  <a:latin typeface="Arial" charset="0"/>
                  <a:cs typeface="Arial" charset="0"/>
                </a:rPr>
                <a:t>C</a:t>
              </a:r>
              <a:r>
                <a:rPr lang="ja-JP" altLang="en-US" i="0">
                  <a:solidFill>
                    <a:srgbClr val="000000"/>
                  </a:solidFill>
                  <a:latin typeface="Arial" charset="0"/>
                  <a:cs typeface="Arial" charset="0"/>
                </a:rPr>
                <a:t>’</a:t>
              </a:r>
              <a:endParaRPr lang="en-US" i="0" dirty="0">
                <a:solidFill>
                  <a:srgbClr val="000000"/>
                </a:solidFill>
                <a:latin typeface="Arial" charset="0"/>
                <a:cs typeface="Arial" charset="0"/>
              </a:endParaRPr>
            </a:p>
          </p:txBody>
        </p:sp>
        <p:sp>
          <p:nvSpPr>
            <p:cNvPr id="65571" name="Line 17"/>
            <p:cNvSpPr>
              <a:spLocks noChangeShapeType="1"/>
            </p:cNvSpPr>
            <p:nvPr/>
          </p:nvSpPr>
          <p:spPr bwMode="auto">
            <a:xfrm>
              <a:off x="1687389" y="3165945"/>
              <a:ext cx="720869" cy="2984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65572" name="Line 18"/>
            <p:cNvSpPr>
              <a:spLocks noChangeShapeType="1"/>
            </p:cNvSpPr>
            <p:nvPr/>
          </p:nvSpPr>
          <p:spPr bwMode="auto">
            <a:xfrm>
              <a:off x="2673423" y="2872267"/>
              <a:ext cx="0" cy="50480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65573" name="Line 19"/>
            <p:cNvSpPr>
              <a:spLocks noChangeShapeType="1"/>
            </p:cNvSpPr>
            <p:nvPr/>
          </p:nvSpPr>
          <p:spPr bwMode="auto">
            <a:xfrm flipH="1">
              <a:off x="2863961" y="2996088"/>
              <a:ext cx="892353" cy="48417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65574" name="Line 20"/>
            <p:cNvSpPr>
              <a:spLocks noChangeShapeType="1"/>
            </p:cNvSpPr>
            <p:nvPr/>
          </p:nvSpPr>
          <p:spPr bwMode="auto">
            <a:xfrm flipV="1">
              <a:off x="2673423" y="3605668"/>
              <a:ext cx="12703" cy="70958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grpSp>
          <p:nvGrpSpPr>
            <p:cNvPr id="166950" name="Group 47"/>
            <p:cNvGrpSpPr>
              <a:grpSpLocks/>
            </p:cNvGrpSpPr>
            <p:nvPr/>
          </p:nvGrpSpPr>
          <p:grpSpPr bwMode="auto">
            <a:xfrm>
              <a:off x="747936" y="2733042"/>
              <a:ext cx="914403" cy="690308"/>
              <a:chOff x="1046480" y="3962400"/>
              <a:chExt cx="1026163" cy="761428"/>
            </a:xfrm>
          </p:grpSpPr>
          <p:sp>
            <p:nvSpPr>
              <p:cNvPr id="100" name="Rectangle 48"/>
              <p:cNvSpPr>
                <a:spLocks noChangeArrowheads="1"/>
              </p:cNvSpPr>
              <p:nvPr/>
            </p:nvSpPr>
            <p:spPr bwMode="auto">
              <a:xfrm rot="16200000">
                <a:off x="1893248" y="4299428"/>
                <a:ext cx="110312" cy="247682"/>
              </a:xfrm>
              <a:prstGeom prst="rect">
                <a:avLst/>
              </a:prstGeom>
              <a:gradFill rotWithShape="1">
                <a:gsLst>
                  <a:gs pos="0">
                    <a:srgbClr val="008000"/>
                  </a:gs>
                  <a:gs pos="50000">
                    <a:schemeClr val="bg1"/>
                  </a:gs>
                  <a:gs pos="100000">
                    <a:srgbClr val="008000"/>
                  </a:gs>
                </a:gsLst>
                <a:lin ang="0" scaled="1"/>
              </a:gradFill>
              <a:ln w="9525">
                <a:solidFill>
                  <a:srgbClr val="008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latin typeface="Arial" pitchFamily="34" charset="0"/>
                  <a:ea typeface="+mn-ea"/>
                  <a:cs typeface="Arial" pitchFamily="34" charset="0"/>
                </a:endParaRPr>
              </a:p>
            </p:txBody>
          </p:sp>
          <p:grpSp>
            <p:nvGrpSpPr>
              <p:cNvPr id="166985" name="Group 49"/>
              <p:cNvGrpSpPr>
                <a:grpSpLocks/>
              </p:cNvGrpSpPr>
              <p:nvPr/>
            </p:nvGrpSpPr>
            <p:grpSpPr bwMode="auto">
              <a:xfrm>
                <a:off x="1046480" y="3962400"/>
                <a:ext cx="936071" cy="761428"/>
                <a:chOff x="-44" y="1473"/>
                <a:chExt cx="981" cy="1105"/>
              </a:xfrm>
            </p:grpSpPr>
            <p:pic>
              <p:nvPicPr>
                <p:cNvPr id="166986" name="Picture 50" descr="desktop_computer_stylized_medium"/>
                <p:cNvPicPr>
                  <a:picLocks noChangeAspect="1" noChangeArrowheads="1"/>
                </p:cNvPicPr>
                <p:nvPr/>
              </p:nvPicPr>
              <p:blipFill>
                <a:blip r:embed="rId3" cstate="email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166987" name="Freeform 51"/>
                <p:cNvSpPr>
                  <a:spLocks/>
                </p:cNvSpPr>
                <p:nvPr/>
              </p:nvSpPr>
              <p:spPr bwMode="auto">
                <a:xfrm flipH="1">
                  <a:off x="374" y="1579"/>
                  <a:ext cx="477" cy="506"/>
                </a:xfrm>
                <a:custGeom>
                  <a:avLst/>
                  <a:gdLst>
                    <a:gd name="T0" fmla="*/ 0 w 356"/>
                    <a:gd name="T1" fmla="*/ 0 h 368"/>
                    <a:gd name="T2" fmla="*/ 1736 w 356"/>
                    <a:gd name="T3" fmla="*/ 95 h 368"/>
                    <a:gd name="T4" fmla="*/ 2059 w 356"/>
                    <a:gd name="T5" fmla="*/ 1990 h 368"/>
                    <a:gd name="T6" fmla="*/ 454 w 356"/>
                    <a:gd name="T7" fmla="*/ 2489 h 368"/>
                    <a:gd name="T8" fmla="*/ 0 w 356"/>
                    <a:gd name="T9" fmla="*/ 0 h 3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356" h="368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000099"/>
                    </a:gs>
                    <a:gs pos="100000">
                      <a:schemeClr val="bg1"/>
                    </a:gs>
                  </a:gsLst>
                  <a:lin ang="27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flat" cmpd="sng">
                      <a:solidFill>
                        <a:schemeClr val="tx1"/>
                      </a:solidFill>
                      <a:prstDash val="solid"/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endParaRPr lang="en-US" dirty="0"/>
                </a:p>
              </p:txBody>
            </p:sp>
          </p:grpSp>
        </p:grpSp>
        <p:grpSp>
          <p:nvGrpSpPr>
            <p:cNvPr id="166951" name="Group 48"/>
            <p:cNvGrpSpPr>
              <a:grpSpLocks/>
            </p:cNvGrpSpPr>
            <p:nvPr/>
          </p:nvGrpSpPr>
          <p:grpSpPr bwMode="auto">
            <a:xfrm>
              <a:off x="3539588" y="2669737"/>
              <a:ext cx="853440" cy="741680"/>
              <a:chOff x="7179310" y="4033520"/>
              <a:chExt cx="1009650" cy="855028"/>
            </a:xfrm>
          </p:grpSpPr>
          <p:grpSp>
            <p:nvGrpSpPr>
              <p:cNvPr id="166980" name="Group 44"/>
              <p:cNvGrpSpPr>
                <a:grpSpLocks/>
              </p:cNvGrpSpPr>
              <p:nvPr/>
            </p:nvGrpSpPr>
            <p:grpSpPr bwMode="auto">
              <a:xfrm>
                <a:off x="7179310" y="4033520"/>
                <a:ext cx="1009650" cy="855028"/>
                <a:chOff x="-44" y="1473"/>
                <a:chExt cx="981" cy="1105"/>
              </a:xfrm>
            </p:grpSpPr>
            <p:pic>
              <p:nvPicPr>
                <p:cNvPr id="166982" name="Picture 45" descr="desktop_computer_stylized_medium"/>
                <p:cNvPicPr>
                  <a:picLocks noChangeAspect="1" noChangeArrowheads="1"/>
                </p:cNvPicPr>
                <p:nvPr/>
              </p:nvPicPr>
              <p:blipFill>
                <a:blip r:embed="rId4" cstate="email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166983" name="Freeform 46"/>
                <p:cNvSpPr>
                  <a:spLocks/>
                </p:cNvSpPr>
                <p:nvPr/>
              </p:nvSpPr>
              <p:spPr bwMode="auto">
                <a:xfrm flipH="1">
                  <a:off x="374" y="1579"/>
                  <a:ext cx="477" cy="506"/>
                </a:xfrm>
                <a:custGeom>
                  <a:avLst/>
                  <a:gdLst>
                    <a:gd name="T0" fmla="*/ 0 w 356"/>
                    <a:gd name="T1" fmla="*/ 0 h 368"/>
                    <a:gd name="T2" fmla="*/ 1736 w 356"/>
                    <a:gd name="T3" fmla="*/ 95 h 368"/>
                    <a:gd name="T4" fmla="*/ 2059 w 356"/>
                    <a:gd name="T5" fmla="*/ 1990 h 368"/>
                    <a:gd name="T6" fmla="*/ 454 w 356"/>
                    <a:gd name="T7" fmla="*/ 2489 h 368"/>
                    <a:gd name="T8" fmla="*/ 0 w 356"/>
                    <a:gd name="T9" fmla="*/ 0 h 3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356" h="368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000099"/>
                    </a:gs>
                    <a:gs pos="100000">
                      <a:schemeClr val="bg1"/>
                    </a:gs>
                  </a:gsLst>
                  <a:lin ang="27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flat" cmpd="sng">
                      <a:solidFill>
                        <a:schemeClr val="tx1"/>
                      </a:solidFill>
                      <a:prstDash val="solid"/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endParaRPr lang="en-US" dirty="0"/>
                </a:p>
              </p:txBody>
            </p:sp>
          </p:grpSp>
          <p:sp>
            <p:nvSpPr>
              <p:cNvPr id="97" name="Rectangle 43"/>
              <p:cNvSpPr>
                <a:spLocks noChangeArrowheads="1"/>
              </p:cNvSpPr>
              <p:nvPr/>
            </p:nvSpPr>
            <p:spPr bwMode="auto">
              <a:xfrm rot="16200000">
                <a:off x="7440190" y="4309323"/>
                <a:ext cx="126273" cy="195358"/>
              </a:xfrm>
              <a:prstGeom prst="rect">
                <a:avLst/>
              </a:prstGeom>
              <a:gradFill rotWithShape="1">
                <a:gsLst>
                  <a:gs pos="0">
                    <a:srgbClr val="008000"/>
                  </a:gs>
                  <a:gs pos="50000">
                    <a:schemeClr val="bg1"/>
                  </a:gs>
                  <a:gs pos="100000">
                    <a:srgbClr val="008000"/>
                  </a:gs>
                </a:gsLst>
                <a:lin ang="0" scaled="1"/>
              </a:gradFill>
              <a:ln w="9525">
                <a:solidFill>
                  <a:srgbClr val="008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latin typeface="Arial" pitchFamily="34" charset="0"/>
                  <a:ea typeface="+mn-ea"/>
                  <a:cs typeface="Arial" pitchFamily="34" charset="0"/>
                </a:endParaRPr>
              </a:p>
            </p:txBody>
          </p:sp>
        </p:grpSp>
        <p:sp>
          <p:nvSpPr>
            <p:cNvPr id="68" name="Rectangle 43"/>
            <p:cNvSpPr>
              <a:spLocks noChangeArrowheads="1"/>
            </p:cNvSpPr>
            <p:nvPr/>
          </p:nvSpPr>
          <p:spPr bwMode="auto">
            <a:xfrm>
              <a:off x="2614674" y="2705584"/>
              <a:ext cx="109559" cy="165095"/>
            </a:xfrm>
            <a:prstGeom prst="rect">
              <a:avLst/>
            </a:prstGeom>
            <a:gradFill rotWithShape="1">
              <a:gsLst>
                <a:gs pos="0">
                  <a:srgbClr val="008000"/>
                </a:gs>
                <a:gs pos="50000">
                  <a:schemeClr val="bg1"/>
                </a:gs>
                <a:gs pos="100000">
                  <a:srgbClr val="008000"/>
                </a:gs>
              </a:gsLst>
              <a:lin ang="0" scaled="1"/>
            </a:gradFill>
            <a:ln w="9525">
              <a:solidFill>
                <a:srgbClr val="008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endParaRPr>
            </a:p>
          </p:txBody>
        </p:sp>
        <p:grpSp>
          <p:nvGrpSpPr>
            <p:cNvPr id="166953" name="Group 44"/>
            <p:cNvGrpSpPr>
              <a:grpSpLocks/>
            </p:cNvGrpSpPr>
            <p:nvPr/>
          </p:nvGrpSpPr>
          <p:grpSpPr bwMode="auto">
            <a:xfrm>
              <a:off x="2233637" y="2138292"/>
              <a:ext cx="853440" cy="741680"/>
              <a:chOff x="-44" y="1473"/>
              <a:chExt cx="981" cy="1105"/>
            </a:xfrm>
          </p:grpSpPr>
          <p:pic>
            <p:nvPicPr>
              <p:cNvPr id="166978" name="Picture 45" descr="desktop_computer_stylized_medium"/>
              <p:cNvPicPr>
                <a:picLocks noChangeAspect="1" noChangeArrowheads="1"/>
              </p:cNvPicPr>
              <p:nvPr/>
            </p:nvPicPr>
            <p:blipFill>
              <a:blip r:embed="rId4" cstate="email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66979" name="Freeform 46"/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1736 w 356"/>
                  <a:gd name="T3" fmla="*/ 95 h 368"/>
                  <a:gd name="T4" fmla="*/ 2059 w 356"/>
                  <a:gd name="T5" fmla="*/ 1990 h 368"/>
                  <a:gd name="T6" fmla="*/ 454 w 356"/>
                  <a:gd name="T7" fmla="*/ 2489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</p:grpSp>
        <p:grpSp>
          <p:nvGrpSpPr>
            <p:cNvPr id="166954" name="Group 51"/>
            <p:cNvGrpSpPr>
              <a:grpSpLocks/>
            </p:cNvGrpSpPr>
            <p:nvPr/>
          </p:nvGrpSpPr>
          <p:grpSpPr bwMode="auto">
            <a:xfrm>
              <a:off x="2060917" y="4279843"/>
              <a:ext cx="853440" cy="835329"/>
              <a:chOff x="8077200" y="3320111"/>
              <a:chExt cx="853440" cy="835329"/>
            </a:xfrm>
          </p:grpSpPr>
          <p:sp>
            <p:nvSpPr>
              <p:cNvPr id="90" name="Rectangle 43"/>
              <p:cNvSpPr>
                <a:spLocks noChangeArrowheads="1"/>
              </p:cNvSpPr>
              <p:nvPr/>
            </p:nvSpPr>
            <p:spPr bwMode="auto">
              <a:xfrm>
                <a:off x="8630957" y="3320602"/>
                <a:ext cx="111147" cy="165095"/>
              </a:xfrm>
              <a:prstGeom prst="rect">
                <a:avLst/>
              </a:prstGeom>
              <a:gradFill rotWithShape="1">
                <a:gsLst>
                  <a:gs pos="0">
                    <a:srgbClr val="008000"/>
                  </a:gs>
                  <a:gs pos="50000">
                    <a:schemeClr val="bg1"/>
                  </a:gs>
                  <a:gs pos="100000">
                    <a:srgbClr val="008000"/>
                  </a:gs>
                </a:gsLst>
                <a:lin ang="0" scaled="1"/>
              </a:gradFill>
              <a:ln w="9525">
                <a:solidFill>
                  <a:srgbClr val="008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latin typeface="Arial" pitchFamily="34" charset="0"/>
                  <a:ea typeface="+mn-ea"/>
                  <a:cs typeface="Arial" pitchFamily="34" charset="0"/>
                </a:endParaRPr>
              </a:p>
            </p:txBody>
          </p:sp>
          <p:grpSp>
            <p:nvGrpSpPr>
              <p:cNvPr id="166975" name="Group 44"/>
              <p:cNvGrpSpPr>
                <a:grpSpLocks/>
              </p:cNvGrpSpPr>
              <p:nvPr/>
            </p:nvGrpSpPr>
            <p:grpSpPr bwMode="auto">
              <a:xfrm>
                <a:off x="8077200" y="3413760"/>
                <a:ext cx="853440" cy="741680"/>
                <a:chOff x="-44" y="1473"/>
                <a:chExt cx="981" cy="1105"/>
              </a:xfrm>
            </p:grpSpPr>
            <p:pic>
              <p:nvPicPr>
                <p:cNvPr id="166976" name="Picture 45" descr="desktop_computer_stylized_medium"/>
                <p:cNvPicPr>
                  <a:picLocks noChangeAspect="1" noChangeArrowheads="1"/>
                </p:cNvPicPr>
                <p:nvPr/>
              </p:nvPicPr>
              <p:blipFill>
                <a:blip r:embed="rId4" cstate="email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166977" name="Freeform 46"/>
                <p:cNvSpPr>
                  <a:spLocks/>
                </p:cNvSpPr>
                <p:nvPr/>
              </p:nvSpPr>
              <p:spPr bwMode="auto">
                <a:xfrm flipH="1">
                  <a:off x="374" y="1579"/>
                  <a:ext cx="477" cy="506"/>
                </a:xfrm>
                <a:custGeom>
                  <a:avLst/>
                  <a:gdLst>
                    <a:gd name="T0" fmla="*/ 0 w 356"/>
                    <a:gd name="T1" fmla="*/ 0 h 368"/>
                    <a:gd name="T2" fmla="*/ 1736 w 356"/>
                    <a:gd name="T3" fmla="*/ 95 h 368"/>
                    <a:gd name="T4" fmla="*/ 2059 w 356"/>
                    <a:gd name="T5" fmla="*/ 1990 h 368"/>
                    <a:gd name="T6" fmla="*/ 454 w 356"/>
                    <a:gd name="T7" fmla="*/ 2489 h 368"/>
                    <a:gd name="T8" fmla="*/ 0 w 356"/>
                    <a:gd name="T9" fmla="*/ 0 h 3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356" h="368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000099"/>
                    </a:gs>
                    <a:gs pos="100000">
                      <a:schemeClr val="bg1"/>
                    </a:gs>
                  </a:gsLst>
                  <a:lin ang="27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flat" cmpd="sng">
                      <a:solidFill>
                        <a:schemeClr val="tx1"/>
                      </a:solidFill>
                      <a:prstDash val="solid"/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endParaRPr lang="en-US" dirty="0"/>
                </a:p>
              </p:txBody>
            </p:sp>
          </p:grpSp>
        </p:grpSp>
        <p:pic>
          <p:nvPicPr>
            <p:cNvPr id="65580" name="Picture 3"/>
            <p:cNvPicPr>
              <a:picLocks noChangeAspect="1" noChangeArrowheads="1"/>
            </p:cNvPicPr>
            <p:nvPr/>
          </p:nvPicPr>
          <p:blipFill>
            <a:blip r:embed="rId5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374913" y="3316753"/>
              <a:ext cx="603370" cy="34130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pic>
        <p:grpSp>
          <p:nvGrpSpPr>
            <p:cNvPr id="166956" name="Group 53"/>
            <p:cNvGrpSpPr>
              <a:grpSpLocks/>
            </p:cNvGrpSpPr>
            <p:nvPr/>
          </p:nvGrpSpPr>
          <p:grpSpPr bwMode="auto">
            <a:xfrm>
              <a:off x="731524" y="3616962"/>
              <a:ext cx="914403" cy="690308"/>
              <a:chOff x="1046480" y="3962400"/>
              <a:chExt cx="1026163" cy="761428"/>
            </a:xfrm>
          </p:grpSpPr>
          <p:sp>
            <p:nvSpPr>
              <p:cNvPr id="86" name="Rectangle 48"/>
              <p:cNvSpPr>
                <a:spLocks noChangeArrowheads="1"/>
              </p:cNvSpPr>
              <p:nvPr/>
            </p:nvSpPr>
            <p:spPr bwMode="auto">
              <a:xfrm rot="16200000">
                <a:off x="1893846" y="4299747"/>
                <a:ext cx="110313" cy="247682"/>
              </a:xfrm>
              <a:prstGeom prst="rect">
                <a:avLst/>
              </a:prstGeom>
              <a:gradFill rotWithShape="1">
                <a:gsLst>
                  <a:gs pos="0">
                    <a:srgbClr val="008000"/>
                  </a:gs>
                  <a:gs pos="50000">
                    <a:schemeClr val="bg1"/>
                  </a:gs>
                  <a:gs pos="100000">
                    <a:srgbClr val="008000"/>
                  </a:gs>
                </a:gsLst>
                <a:lin ang="0" scaled="1"/>
              </a:gradFill>
              <a:ln w="9525">
                <a:solidFill>
                  <a:srgbClr val="008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latin typeface="Arial" pitchFamily="34" charset="0"/>
                  <a:ea typeface="+mn-ea"/>
                  <a:cs typeface="Arial" pitchFamily="34" charset="0"/>
                </a:endParaRPr>
              </a:p>
            </p:txBody>
          </p:sp>
          <p:grpSp>
            <p:nvGrpSpPr>
              <p:cNvPr id="166971" name="Group 49"/>
              <p:cNvGrpSpPr>
                <a:grpSpLocks/>
              </p:cNvGrpSpPr>
              <p:nvPr/>
            </p:nvGrpSpPr>
            <p:grpSpPr bwMode="auto">
              <a:xfrm>
                <a:off x="1046480" y="3962400"/>
                <a:ext cx="936071" cy="761428"/>
                <a:chOff x="-44" y="1473"/>
                <a:chExt cx="981" cy="1105"/>
              </a:xfrm>
            </p:grpSpPr>
            <p:pic>
              <p:nvPicPr>
                <p:cNvPr id="166972" name="Picture 50" descr="desktop_computer_stylized_medium"/>
                <p:cNvPicPr>
                  <a:picLocks noChangeAspect="1" noChangeArrowheads="1"/>
                </p:cNvPicPr>
                <p:nvPr/>
              </p:nvPicPr>
              <p:blipFill>
                <a:blip r:embed="rId3" cstate="email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166973" name="Freeform 51"/>
                <p:cNvSpPr>
                  <a:spLocks/>
                </p:cNvSpPr>
                <p:nvPr/>
              </p:nvSpPr>
              <p:spPr bwMode="auto">
                <a:xfrm flipH="1">
                  <a:off x="374" y="1579"/>
                  <a:ext cx="477" cy="506"/>
                </a:xfrm>
                <a:custGeom>
                  <a:avLst/>
                  <a:gdLst>
                    <a:gd name="T0" fmla="*/ 0 w 356"/>
                    <a:gd name="T1" fmla="*/ 0 h 368"/>
                    <a:gd name="T2" fmla="*/ 1736 w 356"/>
                    <a:gd name="T3" fmla="*/ 95 h 368"/>
                    <a:gd name="T4" fmla="*/ 2059 w 356"/>
                    <a:gd name="T5" fmla="*/ 1990 h 368"/>
                    <a:gd name="T6" fmla="*/ 454 w 356"/>
                    <a:gd name="T7" fmla="*/ 2489 h 368"/>
                    <a:gd name="T8" fmla="*/ 0 w 356"/>
                    <a:gd name="T9" fmla="*/ 0 h 3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356" h="368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000099"/>
                    </a:gs>
                    <a:gs pos="100000">
                      <a:schemeClr val="bg1"/>
                    </a:gs>
                  </a:gsLst>
                  <a:lin ang="27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flat" cmpd="sng">
                      <a:solidFill>
                        <a:schemeClr val="tx1"/>
                      </a:solidFill>
                      <a:prstDash val="solid"/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endParaRPr lang="en-US" dirty="0"/>
                </a:p>
              </p:txBody>
            </p:sp>
          </p:grpSp>
        </p:grpSp>
        <p:grpSp>
          <p:nvGrpSpPr>
            <p:cNvPr id="166957" name="Group 54"/>
            <p:cNvGrpSpPr>
              <a:grpSpLocks/>
            </p:cNvGrpSpPr>
            <p:nvPr/>
          </p:nvGrpSpPr>
          <p:grpSpPr bwMode="auto">
            <a:xfrm>
              <a:off x="3410634" y="3567725"/>
              <a:ext cx="853440" cy="741680"/>
              <a:chOff x="7179310" y="4033520"/>
              <a:chExt cx="1009650" cy="855028"/>
            </a:xfrm>
          </p:grpSpPr>
          <p:grpSp>
            <p:nvGrpSpPr>
              <p:cNvPr id="166966" name="Group 44"/>
              <p:cNvGrpSpPr>
                <a:grpSpLocks/>
              </p:cNvGrpSpPr>
              <p:nvPr/>
            </p:nvGrpSpPr>
            <p:grpSpPr bwMode="auto">
              <a:xfrm>
                <a:off x="7179310" y="4033520"/>
                <a:ext cx="1009650" cy="855028"/>
                <a:chOff x="-44" y="1473"/>
                <a:chExt cx="981" cy="1105"/>
              </a:xfrm>
            </p:grpSpPr>
            <p:pic>
              <p:nvPicPr>
                <p:cNvPr id="166968" name="Picture 45" descr="desktop_computer_stylized_medium"/>
                <p:cNvPicPr>
                  <a:picLocks noChangeAspect="1" noChangeArrowheads="1"/>
                </p:cNvPicPr>
                <p:nvPr/>
              </p:nvPicPr>
              <p:blipFill>
                <a:blip r:embed="rId4" cstate="email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166969" name="Freeform 46"/>
                <p:cNvSpPr>
                  <a:spLocks/>
                </p:cNvSpPr>
                <p:nvPr/>
              </p:nvSpPr>
              <p:spPr bwMode="auto">
                <a:xfrm flipH="1">
                  <a:off x="374" y="1579"/>
                  <a:ext cx="477" cy="506"/>
                </a:xfrm>
                <a:custGeom>
                  <a:avLst/>
                  <a:gdLst>
                    <a:gd name="T0" fmla="*/ 0 w 356"/>
                    <a:gd name="T1" fmla="*/ 0 h 368"/>
                    <a:gd name="T2" fmla="*/ 1736 w 356"/>
                    <a:gd name="T3" fmla="*/ 95 h 368"/>
                    <a:gd name="T4" fmla="*/ 2059 w 356"/>
                    <a:gd name="T5" fmla="*/ 1990 h 368"/>
                    <a:gd name="T6" fmla="*/ 454 w 356"/>
                    <a:gd name="T7" fmla="*/ 2489 h 368"/>
                    <a:gd name="T8" fmla="*/ 0 w 356"/>
                    <a:gd name="T9" fmla="*/ 0 h 3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356" h="368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000099"/>
                    </a:gs>
                    <a:gs pos="100000">
                      <a:schemeClr val="bg1"/>
                    </a:gs>
                  </a:gsLst>
                  <a:lin ang="27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flat" cmpd="sng">
                      <a:solidFill>
                        <a:schemeClr val="tx1"/>
                      </a:solidFill>
                      <a:prstDash val="solid"/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endParaRPr lang="en-US" dirty="0"/>
                </a:p>
              </p:txBody>
            </p:sp>
          </p:grpSp>
          <p:sp>
            <p:nvSpPr>
              <p:cNvPr id="83" name="Rectangle 43"/>
              <p:cNvSpPr>
                <a:spLocks noChangeArrowheads="1"/>
              </p:cNvSpPr>
              <p:nvPr/>
            </p:nvSpPr>
            <p:spPr bwMode="auto">
              <a:xfrm rot="16200000">
                <a:off x="7438739" y="4308053"/>
                <a:ext cx="128104" cy="197237"/>
              </a:xfrm>
              <a:prstGeom prst="rect">
                <a:avLst/>
              </a:prstGeom>
              <a:gradFill rotWithShape="1">
                <a:gsLst>
                  <a:gs pos="0">
                    <a:srgbClr val="008000"/>
                  </a:gs>
                  <a:gs pos="50000">
                    <a:schemeClr val="bg1"/>
                  </a:gs>
                  <a:gs pos="100000">
                    <a:srgbClr val="008000"/>
                  </a:gs>
                </a:gsLst>
                <a:lin ang="0" scaled="1"/>
              </a:gradFill>
              <a:ln w="9525">
                <a:solidFill>
                  <a:srgbClr val="008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latin typeface="Arial" pitchFamily="34" charset="0"/>
                  <a:ea typeface="+mn-ea"/>
                  <a:cs typeface="Arial" pitchFamily="34" charset="0"/>
                </a:endParaRPr>
              </a:p>
            </p:txBody>
          </p:sp>
        </p:grpSp>
        <p:sp>
          <p:nvSpPr>
            <p:cNvPr id="65583" name="Line 17"/>
            <p:cNvSpPr>
              <a:spLocks noChangeShapeType="1"/>
            </p:cNvSpPr>
            <p:nvPr/>
          </p:nvSpPr>
          <p:spPr bwMode="auto">
            <a:xfrm flipV="1">
              <a:off x="1660396" y="3600906"/>
              <a:ext cx="744686" cy="45083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65584" name="Line 19"/>
            <p:cNvSpPr>
              <a:spLocks noChangeShapeType="1"/>
            </p:cNvSpPr>
            <p:nvPr/>
          </p:nvSpPr>
          <p:spPr bwMode="auto">
            <a:xfrm flipH="1" flipV="1">
              <a:off x="2968756" y="3545345"/>
              <a:ext cx="646242" cy="33812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65585" name="Text Box 35"/>
            <p:cNvSpPr txBox="1">
              <a:spLocks noChangeArrowheads="1"/>
            </p:cNvSpPr>
            <p:nvPr/>
          </p:nvSpPr>
          <p:spPr bwMode="auto">
            <a:xfrm>
              <a:off x="2401907" y="3026249"/>
              <a:ext cx="312799" cy="36987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i="0" dirty="0">
                  <a:solidFill>
                    <a:srgbClr val="FF0000"/>
                  </a:solidFill>
                  <a:latin typeface="Arial" charset="0"/>
                  <a:cs typeface="Arial" charset="0"/>
                </a:rPr>
                <a:t>1</a:t>
              </a:r>
            </a:p>
          </p:txBody>
        </p:sp>
        <p:sp>
          <p:nvSpPr>
            <p:cNvPr id="65586" name="Text Box 36"/>
            <p:cNvSpPr txBox="1">
              <a:spLocks noChangeArrowheads="1"/>
            </p:cNvSpPr>
            <p:nvPr/>
          </p:nvSpPr>
          <p:spPr bwMode="auto">
            <a:xfrm>
              <a:off x="2903656" y="3051648"/>
              <a:ext cx="323914" cy="36670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i="0" dirty="0">
                  <a:solidFill>
                    <a:srgbClr val="FF0000"/>
                  </a:solidFill>
                  <a:latin typeface="Arial" charset="0"/>
                  <a:cs typeface="Arial" charset="0"/>
                </a:rPr>
                <a:t>2</a:t>
              </a:r>
            </a:p>
          </p:txBody>
        </p:sp>
        <p:sp>
          <p:nvSpPr>
            <p:cNvPr id="65587" name="Text Box 37"/>
            <p:cNvSpPr txBox="1">
              <a:spLocks noChangeArrowheads="1"/>
            </p:cNvSpPr>
            <p:nvPr/>
          </p:nvSpPr>
          <p:spPr bwMode="auto">
            <a:xfrm>
              <a:off x="3125951" y="3710440"/>
              <a:ext cx="322326" cy="3667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i="0" dirty="0">
                  <a:solidFill>
                    <a:srgbClr val="FF0000"/>
                  </a:solidFill>
                  <a:latin typeface="Arial" charset="0"/>
                  <a:cs typeface="Arial" charset="0"/>
                </a:rPr>
                <a:t>3</a:t>
              </a:r>
            </a:p>
          </p:txBody>
        </p:sp>
        <p:sp>
          <p:nvSpPr>
            <p:cNvPr id="65588" name="Text Box 38"/>
            <p:cNvSpPr txBox="1">
              <a:spLocks noChangeArrowheads="1"/>
            </p:cNvSpPr>
            <p:nvPr/>
          </p:nvSpPr>
          <p:spPr bwMode="auto">
            <a:xfrm>
              <a:off x="2640079" y="3654879"/>
              <a:ext cx="323914" cy="36670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i="0" dirty="0">
                  <a:solidFill>
                    <a:srgbClr val="FF0000"/>
                  </a:solidFill>
                  <a:latin typeface="Arial" charset="0"/>
                  <a:cs typeface="Arial" charset="0"/>
                </a:rPr>
                <a:t>4</a:t>
              </a:r>
            </a:p>
          </p:txBody>
        </p:sp>
        <p:sp>
          <p:nvSpPr>
            <p:cNvPr id="65589" name="Text Box 39"/>
            <p:cNvSpPr txBox="1">
              <a:spLocks noChangeArrowheads="1"/>
            </p:cNvSpPr>
            <p:nvPr/>
          </p:nvSpPr>
          <p:spPr bwMode="auto">
            <a:xfrm>
              <a:off x="2070052" y="3704090"/>
              <a:ext cx="323914" cy="3667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i="0" dirty="0">
                  <a:solidFill>
                    <a:srgbClr val="FF0000"/>
                  </a:solidFill>
                  <a:latin typeface="Arial" charset="0"/>
                  <a:cs typeface="Arial" charset="0"/>
                </a:rPr>
                <a:t>5</a:t>
              </a:r>
            </a:p>
          </p:txBody>
        </p:sp>
        <p:sp>
          <p:nvSpPr>
            <p:cNvPr id="65590" name="Text Box 40"/>
            <p:cNvSpPr txBox="1">
              <a:spLocks noChangeArrowheads="1"/>
            </p:cNvSpPr>
            <p:nvPr/>
          </p:nvSpPr>
          <p:spPr bwMode="auto">
            <a:xfrm>
              <a:off x="2039884" y="3080222"/>
              <a:ext cx="319151" cy="36987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i="0" dirty="0">
                  <a:solidFill>
                    <a:srgbClr val="FF0000"/>
                  </a:solidFill>
                  <a:latin typeface="Arial" charset="0"/>
                  <a:cs typeface="Arial" charset="0"/>
                </a:rPr>
                <a:t>6</a:t>
              </a:r>
            </a:p>
          </p:txBody>
        </p:sp>
      </p:grpSp>
      <p:sp>
        <p:nvSpPr>
          <p:cNvPr id="65541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87313"/>
            <a:ext cx="7772400" cy="1143000"/>
          </a:xfrm>
        </p:spPr>
        <p:txBody>
          <a:bodyPr/>
          <a:lstStyle/>
          <a:p>
            <a:pPr>
              <a:defRPr/>
            </a:pPr>
            <a:r>
              <a:rPr lang="en-US" dirty="0">
                <a:latin typeface="Gill Sans MT" charset="0"/>
                <a:cs typeface="+mj-cs"/>
              </a:rPr>
              <a:t>Switch: self-learning</a:t>
            </a:r>
          </a:p>
        </p:txBody>
      </p:sp>
      <p:sp>
        <p:nvSpPr>
          <p:cNvPr id="6554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39738" y="1339850"/>
            <a:ext cx="3935412" cy="4114800"/>
          </a:xfrm>
        </p:spPr>
        <p:txBody>
          <a:bodyPr/>
          <a:lstStyle/>
          <a:p>
            <a:pPr marL="231775" indent="-231775">
              <a:defRPr/>
            </a:pPr>
            <a:r>
              <a:rPr lang="en-US" sz="2400" dirty="0">
                <a:latin typeface="Gill Sans MT" charset="0"/>
                <a:cs typeface="+mn-cs"/>
              </a:rPr>
              <a:t>switch</a:t>
            </a:r>
            <a:r>
              <a:rPr lang="en-US" sz="2400" dirty="0">
                <a:solidFill>
                  <a:srgbClr val="FF0000"/>
                </a:solidFill>
                <a:latin typeface="Gill Sans MT" charset="0"/>
                <a:cs typeface="+mn-cs"/>
              </a:rPr>
              <a:t> </a:t>
            </a:r>
            <a:r>
              <a:rPr lang="en-US" sz="2400" i="1" dirty="0">
                <a:solidFill>
                  <a:srgbClr val="CC0000"/>
                </a:solidFill>
                <a:latin typeface="Gill Sans MT" charset="0"/>
                <a:cs typeface="+mn-cs"/>
              </a:rPr>
              <a:t>learns</a:t>
            </a:r>
            <a:r>
              <a:rPr lang="en-US" sz="2400" dirty="0">
                <a:solidFill>
                  <a:srgbClr val="CC0000"/>
                </a:solidFill>
                <a:latin typeface="Gill Sans MT" charset="0"/>
                <a:cs typeface="+mn-cs"/>
              </a:rPr>
              <a:t> </a:t>
            </a:r>
            <a:r>
              <a:rPr lang="en-US" sz="2400" dirty="0">
                <a:latin typeface="Gill Sans MT" charset="0"/>
                <a:cs typeface="+mn-cs"/>
              </a:rPr>
              <a:t>which hosts can be reached through which interfaces</a:t>
            </a:r>
          </a:p>
          <a:p>
            <a:pPr marL="681038" lvl="1" indent="-223838">
              <a:defRPr/>
            </a:pPr>
            <a:r>
              <a:rPr lang="en-US" dirty="0">
                <a:latin typeface="Gill Sans MT" charset="0"/>
              </a:rPr>
              <a:t>when frame received, switch </a:t>
            </a:r>
            <a:r>
              <a:rPr lang="ja-JP" altLang="en-US" dirty="0">
                <a:latin typeface="Gill Sans MT" charset="0"/>
              </a:rPr>
              <a:t>“</a:t>
            </a:r>
            <a:r>
              <a:rPr lang="en-US" dirty="0">
                <a:latin typeface="Gill Sans MT" charset="0"/>
              </a:rPr>
              <a:t>learns</a:t>
            </a:r>
            <a:r>
              <a:rPr lang="ja-JP" altLang="en-US" dirty="0">
                <a:latin typeface="Gill Sans MT" charset="0"/>
              </a:rPr>
              <a:t>”</a:t>
            </a:r>
            <a:r>
              <a:rPr lang="en-US" dirty="0">
                <a:latin typeface="Gill Sans MT" charset="0"/>
              </a:rPr>
              <a:t>  location of sender: incoming LAN segment</a:t>
            </a:r>
          </a:p>
          <a:p>
            <a:pPr marL="681038" lvl="1" indent="-223838">
              <a:defRPr/>
            </a:pPr>
            <a:r>
              <a:rPr lang="en-US" dirty="0">
                <a:latin typeface="Gill Sans MT" charset="0"/>
              </a:rPr>
              <a:t>records sender/location pair in switch table</a:t>
            </a:r>
          </a:p>
        </p:txBody>
      </p:sp>
      <p:grpSp>
        <p:nvGrpSpPr>
          <p:cNvPr id="420900" name="Group 36"/>
          <p:cNvGrpSpPr>
            <a:grpSpLocks/>
          </p:cNvGrpSpPr>
          <p:nvPr/>
        </p:nvGrpSpPr>
        <p:grpSpPr bwMode="auto">
          <a:xfrm>
            <a:off x="6778625" y="1223963"/>
            <a:ext cx="1428750" cy="369887"/>
            <a:chOff x="1750" y="3514"/>
            <a:chExt cx="900" cy="233"/>
          </a:xfrm>
        </p:grpSpPr>
        <p:sp>
          <p:nvSpPr>
            <p:cNvPr id="65561" name="Rectangle 32"/>
            <p:cNvSpPr>
              <a:spLocks noChangeArrowheads="1"/>
            </p:cNvSpPr>
            <p:nvPr/>
          </p:nvSpPr>
          <p:spPr bwMode="auto">
            <a:xfrm>
              <a:off x="1771" y="3542"/>
              <a:ext cx="879" cy="166"/>
            </a:xfrm>
            <a:prstGeom prst="rect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latin typeface="Arial" charset="0"/>
                <a:cs typeface="Arial" charset="0"/>
              </a:endParaRPr>
            </a:p>
          </p:txBody>
        </p:sp>
        <p:sp>
          <p:nvSpPr>
            <p:cNvPr id="65562" name="Text Box 33"/>
            <p:cNvSpPr txBox="1">
              <a:spLocks noChangeArrowheads="1"/>
            </p:cNvSpPr>
            <p:nvPr/>
          </p:nvSpPr>
          <p:spPr bwMode="auto">
            <a:xfrm>
              <a:off x="1750" y="3514"/>
              <a:ext cx="356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i="0" dirty="0">
                  <a:solidFill>
                    <a:srgbClr val="FFFFFF"/>
                  </a:solidFill>
                  <a:latin typeface="Arial" charset="0"/>
                  <a:cs typeface="Arial" charset="0"/>
                </a:rPr>
                <a:t>A A</a:t>
              </a:r>
              <a:r>
                <a:rPr lang="ja-JP" altLang="en-US" i="0">
                  <a:solidFill>
                    <a:srgbClr val="FFFFFF"/>
                  </a:solidFill>
                  <a:latin typeface="Arial" charset="0"/>
                  <a:cs typeface="Arial" charset="0"/>
                </a:rPr>
                <a:t>’</a:t>
              </a:r>
              <a:endParaRPr lang="en-US" i="0" dirty="0">
                <a:solidFill>
                  <a:srgbClr val="FFFFFF"/>
                </a:solidFill>
                <a:latin typeface="Arial" charset="0"/>
                <a:cs typeface="Arial" charset="0"/>
              </a:endParaRPr>
            </a:p>
          </p:txBody>
        </p:sp>
        <p:sp>
          <p:nvSpPr>
            <p:cNvPr id="65563" name="Line 34"/>
            <p:cNvSpPr>
              <a:spLocks noChangeShapeType="1"/>
            </p:cNvSpPr>
            <p:nvPr/>
          </p:nvSpPr>
          <p:spPr bwMode="auto">
            <a:xfrm>
              <a:off x="1936" y="3535"/>
              <a:ext cx="0" cy="16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65564" name="Line 35"/>
            <p:cNvSpPr>
              <a:spLocks noChangeShapeType="1"/>
            </p:cNvSpPr>
            <p:nvPr/>
          </p:nvSpPr>
          <p:spPr bwMode="auto">
            <a:xfrm>
              <a:off x="2116" y="3540"/>
              <a:ext cx="0" cy="16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</p:grpSp>
      <p:grpSp>
        <p:nvGrpSpPr>
          <p:cNvPr id="420905" name="Group 41"/>
          <p:cNvGrpSpPr>
            <a:grpSpLocks/>
          </p:cNvGrpSpPr>
          <p:nvPr/>
        </p:nvGrpSpPr>
        <p:grpSpPr bwMode="auto">
          <a:xfrm>
            <a:off x="6994525" y="525463"/>
            <a:ext cx="1450975" cy="714375"/>
            <a:chOff x="4406" y="331"/>
            <a:chExt cx="914" cy="450"/>
          </a:xfrm>
        </p:grpSpPr>
        <p:sp>
          <p:nvSpPr>
            <p:cNvPr id="65557" name="Line 37"/>
            <p:cNvSpPr>
              <a:spLocks noChangeShapeType="1"/>
            </p:cNvSpPr>
            <p:nvPr/>
          </p:nvSpPr>
          <p:spPr bwMode="auto">
            <a:xfrm flipV="1">
              <a:off x="4406" y="439"/>
              <a:ext cx="252" cy="33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65558" name="Line 38"/>
            <p:cNvSpPr>
              <a:spLocks noChangeShapeType="1"/>
            </p:cNvSpPr>
            <p:nvPr/>
          </p:nvSpPr>
          <p:spPr bwMode="auto">
            <a:xfrm flipV="1">
              <a:off x="4524" y="594"/>
              <a:ext cx="137" cy="18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65559" name="Text Box 39"/>
            <p:cNvSpPr txBox="1">
              <a:spLocks noChangeArrowheads="1"/>
            </p:cNvSpPr>
            <p:nvPr/>
          </p:nvSpPr>
          <p:spPr bwMode="auto">
            <a:xfrm>
              <a:off x="4643" y="331"/>
              <a:ext cx="677" cy="2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sz="1600" i="0" dirty="0">
                  <a:solidFill>
                    <a:srgbClr val="000000"/>
                  </a:solidFill>
                  <a:latin typeface="Arial" charset="0"/>
                  <a:cs typeface="Arial" charset="0"/>
                </a:rPr>
                <a:t>Source: A</a:t>
              </a:r>
            </a:p>
          </p:txBody>
        </p:sp>
        <p:sp>
          <p:nvSpPr>
            <p:cNvPr id="65560" name="Text Box 40"/>
            <p:cNvSpPr txBox="1">
              <a:spLocks noChangeArrowheads="1"/>
            </p:cNvSpPr>
            <p:nvPr/>
          </p:nvSpPr>
          <p:spPr bwMode="auto">
            <a:xfrm>
              <a:off x="4660" y="492"/>
              <a:ext cx="598" cy="2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sz="1600" i="0" dirty="0">
                  <a:solidFill>
                    <a:srgbClr val="000000"/>
                  </a:solidFill>
                  <a:latin typeface="Arial" charset="0"/>
                  <a:cs typeface="Arial" charset="0"/>
                </a:rPr>
                <a:t>Dest: A</a:t>
              </a:r>
              <a:r>
                <a:rPr lang="ja-JP" altLang="en-US" sz="1600" i="0" dirty="0">
                  <a:solidFill>
                    <a:srgbClr val="000000"/>
                  </a:solidFill>
                  <a:latin typeface="Arial" charset="0"/>
                  <a:cs typeface="Arial" charset="0"/>
                </a:rPr>
                <a:t>’</a:t>
              </a:r>
              <a:endParaRPr lang="en-US" sz="1600" i="0" dirty="0">
                <a:solidFill>
                  <a:srgbClr val="000000"/>
                </a:solidFill>
                <a:latin typeface="Arial" charset="0"/>
                <a:cs typeface="Arial" charset="0"/>
              </a:endParaRPr>
            </a:p>
          </p:txBody>
        </p:sp>
      </p:grpSp>
      <p:grpSp>
        <p:nvGrpSpPr>
          <p:cNvPr id="420911" name="Group 47"/>
          <p:cNvGrpSpPr>
            <a:grpSpLocks/>
          </p:cNvGrpSpPr>
          <p:nvPr/>
        </p:nvGrpSpPr>
        <p:grpSpPr bwMode="auto">
          <a:xfrm>
            <a:off x="3336925" y="4937125"/>
            <a:ext cx="3017838" cy="1444625"/>
            <a:chOff x="3441" y="3154"/>
            <a:chExt cx="1901" cy="910"/>
          </a:xfrm>
        </p:grpSpPr>
        <p:sp>
          <p:nvSpPr>
            <p:cNvPr id="65552" name="Rectangle 43"/>
            <p:cNvSpPr>
              <a:spLocks noChangeArrowheads="1"/>
            </p:cNvSpPr>
            <p:nvPr/>
          </p:nvSpPr>
          <p:spPr bwMode="auto">
            <a:xfrm>
              <a:off x="3449" y="3154"/>
              <a:ext cx="1893" cy="907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latin typeface="Arial" charset="0"/>
                <a:cs typeface="Arial" charset="0"/>
              </a:endParaRPr>
            </a:p>
          </p:txBody>
        </p:sp>
        <p:sp>
          <p:nvSpPr>
            <p:cNvPr id="65553" name="Text Box 42"/>
            <p:cNvSpPr txBox="1">
              <a:spLocks noChangeArrowheads="1"/>
            </p:cNvSpPr>
            <p:nvPr/>
          </p:nvSpPr>
          <p:spPr bwMode="auto">
            <a:xfrm>
              <a:off x="3441" y="3175"/>
              <a:ext cx="1867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i="0" dirty="0">
                  <a:solidFill>
                    <a:srgbClr val="000000"/>
                  </a:solidFill>
                  <a:latin typeface="Arial" charset="0"/>
                  <a:cs typeface="Arial" charset="0"/>
                </a:rPr>
                <a:t>MAC addr   interface    TTL</a:t>
              </a:r>
            </a:p>
          </p:txBody>
        </p:sp>
        <p:sp>
          <p:nvSpPr>
            <p:cNvPr id="65554" name="Line 44"/>
            <p:cNvSpPr>
              <a:spLocks noChangeShapeType="1"/>
            </p:cNvSpPr>
            <p:nvPr/>
          </p:nvSpPr>
          <p:spPr bwMode="auto">
            <a:xfrm>
              <a:off x="4226" y="3154"/>
              <a:ext cx="0" cy="90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65555" name="Line 45"/>
            <p:cNvSpPr>
              <a:spLocks noChangeShapeType="1"/>
            </p:cNvSpPr>
            <p:nvPr/>
          </p:nvSpPr>
          <p:spPr bwMode="auto">
            <a:xfrm>
              <a:off x="4963" y="3157"/>
              <a:ext cx="0" cy="90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65556" name="Line 46"/>
            <p:cNvSpPr>
              <a:spLocks noChangeShapeType="1"/>
            </p:cNvSpPr>
            <p:nvPr/>
          </p:nvSpPr>
          <p:spPr bwMode="auto">
            <a:xfrm>
              <a:off x="3452" y="3397"/>
              <a:ext cx="188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</p:grpSp>
      <p:sp>
        <p:nvSpPr>
          <p:cNvPr id="420912" name="Text Box 48"/>
          <p:cNvSpPr txBox="1">
            <a:spLocks noChangeArrowheads="1"/>
          </p:cNvSpPr>
          <p:nvPr/>
        </p:nvSpPr>
        <p:spPr bwMode="auto">
          <a:xfrm>
            <a:off x="6464300" y="5326063"/>
            <a:ext cx="1724025" cy="646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>
              <a:defRPr/>
            </a:pPr>
            <a:r>
              <a:rPr lang="en-US" dirty="0">
                <a:solidFill>
                  <a:srgbClr val="000000"/>
                </a:solidFill>
                <a:latin typeface="Arial" charset="0"/>
                <a:cs typeface="Arial" charset="0"/>
              </a:rPr>
              <a:t>Switch table </a:t>
            </a:r>
          </a:p>
          <a:p>
            <a:pPr algn="ctr">
              <a:defRPr/>
            </a:pPr>
            <a:r>
              <a:rPr lang="en-US" dirty="0">
                <a:solidFill>
                  <a:srgbClr val="000000"/>
                </a:solidFill>
                <a:latin typeface="Arial" charset="0"/>
                <a:cs typeface="Arial" charset="0"/>
              </a:rPr>
              <a:t>(initially empty)</a:t>
            </a:r>
          </a:p>
        </p:txBody>
      </p:sp>
      <p:grpSp>
        <p:nvGrpSpPr>
          <p:cNvPr id="420917" name="Group 53"/>
          <p:cNvGrpSpPr>
            <a:grpSpLocks/>
          </p:cNvGrpSpPr>
          <p:nvPr/>
        </p:nvGrpSpPr>
        <p:grpSpPr bwMode="auto">
          <a:xfrm>
            <a:off x="3771900" y="5370513"/>
            <a:ext cx="2471738" cy="376237"/>
            <a:chOff x="2376" y="3383"/>
            <a:chExt cx="1557" cy="237"/>
          </a:xfrm>
        </p:grpSpPr>
        <p:sp>
          <p:nvSpPr>
            <p:cNvPr id="65549" name="Text Box 49"/>
            <p:cNvSpPr txBox="1">
              <a:spLocks noChangeArrowheads="1"/>
            </p:cNvSpPr>
            <p:nvPr/>
          </p:nvSpPr>
          <p:spPr bwMode="auto">
            <a:xfrm>
              <a:off x="2376" y="3388"/>
              <a:ext cx="221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dirty="0">
                  <a:solidFill>
                    <a:srgbClr val="000000"/>
                  </a:solidFill>
                  <a:latin typeface="Arial" charset="0"/>
                  <a:cs typeface="Arial" charset="0"/>
                </a:rPr>
                <a:t>A</a:t>
              </a:r>
            </a:p>
          </p:txBody>
        </p:sp>
        <p:sp>
          <p:nvSpPr>
            <p:cNvPr id="65550" name="Text Box 50"/>
            <p:cNvSpPr txBox="1">
              <a:spLocks noChangeArrowheads="1"/>
            </p:cNvSpPr>
            <p:nvPr/>
          </p:nvSpPr>
          <p:spPr bwMode="auto">
            <a:xfrm>
              <a:off x="3133" y="3387"/>
              <a:ext cx="197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dirty="0">
                  <a:solidFill>
                    <a:srgbClr val="000000"/>
                  </a:solidFill>
                  <a:latin typeface="Arial" charset="0"/>
                  <a:cs typeface="Arial" charset="0"/>
                </a:rPr>
                <a:t>1</a:t>
              </a:r>
            </a:p>
          </p:txBody>
        </p:sp>
        <p:sp>
          <p:nvSpPr>
            <p:cNvPr id="65551" name="Text Box 51"/>
            <p:cNvSpPr txBox="1">
              <a:spLocks noChangeArrowheads="1"/>
            </p:cNvSpPr>
            <p:nvPr/>
          </p:nvSpPr>
          <p:spPr bwMode="auto">
            <a:xfrm>
              <a:off x="3655" y="3383"/>
              <a:ext cx="278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dirty="0">
                  <a:solidFill>
                    <a:srgbClr val="000000"/>
                  </a:solidFill>
                  <a:latin typeface="Arial" charset="0"/>
                  <a:cs typeface="Arial" charset="0"/>
                </a:rPr>
                <a:t>60</a:t>
              </a:r>
            </a:p>
          </p:txBody>
        </p:sp>
      </p:grpSp>
      <p:pic>
        <p:nvPicPr>
          <p:cNvPr id="166923" name="Picture 21" descr="underline_base"/>
          <p:cNvPicPr>
            <a:picLocks noChangeArrowheads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1800" y="898525"/>
            <a:ext cx="5027613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56154" y="6522365"/>
            <a:ext cx="548655" cy="272319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200" dirty="0">
                <a:latin typeface="Tahoma" charset="0"/>
              </a:rPr>
              <a:t>6-</a:t>
            </a:r>
            <a:fld id="{8E8C6E93-DF5B-BC4B-80F9-500DED1EEDCC}" type="slidenum">
              <a:rPr lang="en-US" sz="1200">
                <a:latin typeface="Tahoma" charset="0"/>
              </a:rPr>
              <a:pPr/>
              <a:t>6</a:t>
            </a:fld>
            <a:endParaRPr lang="en-US" sz="1200" dirty="0">
              <a:latin typeface="Tahoma" charset="0"/>
            </a:endParaRPr>
          </a:p>
        </p:txBody>
      </p:sp>
      <p:sp>
        <p:nvSpPr>
          <p:cNvPr id="78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6375496" y="6521551"/>
            <a:ext cx="2177473" cy="241541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Link Layer and LANs</a:t>
            </a:r>
          </a:p>
        </p:txBody>
      </p:sp>
    </p:spTree>
    <p:extLst>
      <p:ext uri="{BB962C8B-B14F-4D97-AF65-F5344CB8AC3E}">
        <p14:creationId xmlns:p14="http://schemas.microsoft.com/office/powerpoint/2010/main" val="8369443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9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209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9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9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4209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9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4209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9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44444E-6 -2.59259E-6 L -0.10694 0.11482 L -0.10694 0.24329 " pathEditMode="relative" rAng="0" ptsTypes="AAA">
                                      <p:cBhvr>
                                        <p:cTn id="24" dur="2000" fill="hold"/>
                                        <p:tgtEl>
                                          <p:spTgt spid="42090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347" y="1215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6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9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4209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091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4" name="Rectangle 2"/>
          <p:cNvSpPr>
            <a:spLocks noGrp="1" noChangeArrowheads="1"/>
          </p:cNvSpPr>
          <p:nvPr>
            <p:ph type="title"/>
          </p:nvPr>
        </p:nvSpPr>
        <p:spPr>
          <a:xfrm>
            <a:off x="509588" y="0"/>
            <a:ext cx="7772400" cy="1143000"/>
          </a:xfrm>
        </p:spPr>
        <p:txBody>
          <a:bodyPr/>
          <a:lstStyle/>
          <a:p>
            <a:pPr>
              <a:defRPr/>
            </a:pPr>
            <a:r>
              <a:rPr lang="en-US" sz="4000" dirty="0">
                <a:latin typeface="Gill Sans MT" charset="0"/>
                <a:cs typeface="+mj-cs"/>
              </a:rPr>
              <a:t>Switch: frame filtering/forwarding</a:t>
            </a:r>
          </a:p>
        </p:txBody>
      </p:sp>
      <p:sp>
        <p:nvSpPr>
          <p:cNvPr id="6656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30238" y="1370013"/>
            <a:ext cx="8201025" cy="5095875"/>
          </a:xfrm>
        </p:spPr>
        <p:txBody>
          <a:bodyPr>
            <a:noAutofit/>
          </a:bodyPr>
          <a:lstStyle/>
          <a:p>
            <a:pPr>
              <a:buFont typeface="Wingdings" charset="0"/>
              <a:buNone/>
              <a:defRPr/>
            </a:pPr>
            <a:r>
              <a:rPr lang="en-US" dirty="0">
                <a:latin typeface="Gill Sans MT" charset="0"/>
                <a:cs typeface="+mn-cs"/>
              </a:rPr>
              <a:t>when  frame received at switch:</a:t>
            </a:r>
            <a:br>
              <a:rPr lang="en-US" dirty="0">
                <a:latin typeface="Gill Sans MT" charset="0"/>
                <a:cs typeface="+mn-cs"/>
              </a:rPr>
            </a:br>
            <a:endParaRPr lang="en-US" dirty="0">
              <a:latin typeface="Gill Sans MT" charset="0"/>
              <a:cs typeface="+mn-cs"/>
            </a:endParaRPr>
          </a:p>
          <a:p>
            <a:pPr lvl="1">
              <a:buFont typeface="Wingdings" charset="0"/>
              <a:buNone/>
              <a:defRPr/>
            </a:pPr>
            <a:r>
              <a:rPr lang="en-US" dirty="0">
                <a:latin typeface="Gill Sans MT" charset="0"/>
              </a:rPr>
              <a:t>1. record incoming link, MAC address of sending host</a:t>
            </a:r>
          </a:p>
          <a:p>
            <a:pPr lvl="1">
              <a:buFont typeface="Wingdings" charset="0"/>
              <a:buNone/>
              <a:defRPr/>
            </a:pPr>
            <a:r>
              <a:rPr lang="en-US" dirty="0">
                <a:latin typeface="Gill Sans MT" charset="0"/>
              </a:rPr>
              <a:t>2. index switch table using MAC destination address</a:t>
            </a:r>
            <a:endParaRPr lang="en-US" b="1" dirty="0">
              <a:solidFill>
                <a:schemeClr val="accent2"/>
              </a:solidFill>
              <a:latin typeface="Gill Sans MT" charset="0"/>
            </a:endParaRPr>
          </a:p>
          <a:p>
            <a:pPr lvl="1">
              <a:buFont typeface="Wingdings" charset="0"/>
              <a:buNone/>
              <a:defRPr/>
            </a:pPr>
            <a:r>
              <a:rPr lang="en-US" dirty="0">
                <a:solidFill>
                  <a:srgbClr val="000099"/>
                </a:solidFill>
                <a:latin typeface="Gill Sans MT" charset="0"/>
              </a:rPr>
              <a:t>3. if</a:t>
            </a:r>
            <a:r>
              <a:rPr lang="en-US" b="1" dirty="0">
                <a:solidFill>
                  <a:schemeClr val="accent2"/>
                </a:solidFill>
                <a:latin typeface="Gill Sans MT" charset="0"/>
              </a:rPr>
              <a:t> </a:t>
            </a:r>
            <a:r>
              <a:rPr lang="en-US" dirty="0">
                <a:latin typeface="Gill Sans MT" charset="0"/>
              </a:rPr>
              <a:t>entry found for destination</a:t>
            </a:r>
            <a:br>
              <a:rPr lang="en-US" dirty="0">
                <a:latin typeface="Gill Sans MT" charset="0"/>
              </a:rPr>
            </a:br>
            <a:r>
              <a:rPr lang="en-US" dirty="0">
                <a:latin typeface="Gill Sans MT" charset="0"/>
              </a:rPr>
              <a:t>  </a:t>
            </a:r>
            <a:r>
              <a:rPr lang="en-US" dirty="0">
                <a:solidFill>
                  <a:srgbClr val="000099"/>
                </a:solidFill>
                <a:latin typeface="Gill Sans MT" charset="0"/>
              </a:rPr>
              <a:t>then {</a:t>
            </a:r>
          </a:p>
          <a:p>
            <a:pPr lvl="1">
              <a:buFont typeface="Wingdings" charset="0"/>
              <a:buNone/>
              <a:defRPr/>
            </a:pPr>
            <a:r>
              <a:rPr lang="en-US" b="1" dirty="0">
                <a:solidFill>
                  <a:srgbClr val="000099"/>
                </a:solidFill>
                <a:latin typeface="Gill Sans MT" charset="0"/>
              </a:rPr>
              <a:t>     </a:t>
            </a:r>
            <a:r>
              <a:rPr lang="en-US" dirty="0">
                <a:solidFill>
                  <a:srgbClr val="000099"/>
                </a:solidFill>
                <a:latin typeface="Gill Sans MT" charset="0"/>
              </a:rPr>
              <a:t>if</a:t>
            </a:r>
            <a:r>
              <a:rPr lang="en-US" b="1" dirty="0">
                <a:solidFill>
                  <a:schemeClr val="accent2"/>
                </a:solidFill>
                <a:latin typeface="Gill Sans MT" charset="0"/>
              </a:rPr>
              <a:t> </a:t>
            </a:r>
            <a:r>
              <a:rPr lang="en-US" dirty="0">
                <a:latin typeface="Gill Sans MT" charset="0"/>
              </a:rPr>
              <a:t>destination on segment from which frame arrived</a:t>
            </a:r>
            <a:br>
              <a:rPr lang="en-US" dirty="0">
                <a:latin typeface="Gill Sans MT" charset="0"/>
              </a:rPr>
            </a:br>
            <a:r>
              <a:rPr lang="en-US" dirty="0">
                <a:latin typeface="Gill Sans MT" charset="0"/>
              </a:rPr>
              <a:t>       </a:t>
            </a:r>
            <a:r>
              <a:rPr lang="en-US" dirty="0">
                <a:solidFill>
                  <a:srgbClr val="000099"/>
                </a:solidFill>
                <a:latin typeface="Gill Sans MT" charset="0"/>
              </a:rPr>
              <a:t>then</a:t>
            </a:r>
            <a:r>
              <a:rPr lang="en-US" dirty="0">
                <a:latin typeface="Gill Sans MT" charset="0"/>
              </a:rPr>
              <a:t> drop frame</a:t>
            </a:r>
          </a:p>
          <a:p>
            <a:pPr lvl="1">
              <a:buFont typeface="Wingdings" charset="0"/>
              <a:buNone/>
              <a:defRPr/>
            </a:pPr>
            <a:r>
              <a:rPr lang="en-US" dirty="0">
                <a:latin typeface="Gill Sans MT" charset="0"/>
              </a:rPr>
              <a:t>           </a:t>
            </a:r>
            <a:r>
              <a:rPr lang="en-US" dirty="0">
                <a:solidFill>
                  <a:srgbClr val="000099"/>
                </a:solidFill>
                <a:latin typeface="Gill Sans MT" charset="0"/>
              </a:rPr>
              <a:t>else</a:t>
            </a:r>
            <a:r>
              <a:rPr lang="en-US" dirty="0">
                <a:latin typeface="Gill Sans MT" charset="0"/>
              </a:rPr>
              <a:t> forward frame on interface indicated by entry</a:t>
            </a:r>
          </a:p>
          <a:p>
            <a:pPr lvl="1">
              <a:buFont typeface="Wingdings" charset="0"/>
              <a:buNone/>
              <a:defRPr/>
            </a:pPr>
            <a:r>
              <a:rPr lang="en-US" dirty="0">
                <a:latin typeface="Gill Sans MT" charset="0"/>
              </a:rPr>
              <a:t>     </a:t>
            </a:r>
            <a:r>
              <a:rPr lang="en-US" b="1" dirty="0">
                <a:solidFill>
                  <a:schemeClr val="accent2"/>
                </a:solidFill>
                <a:latin typeface="Gill Sans MT" charset="0"/>
              </a:rPr>
              <a:t>  </a:t>
            </a:r>
            <a:r>
              <a:rPr lang="en-US" dirty="0">
                <a:solidFill>
                  <a:srgbClr val="000099"/>
                </a:solidFill>
                <a:latin typeface="Gill Sans MT" charset="0"/>
              </a:rPr>
              <a:t>}</a:t>
            </a:r>
            <a:r>
              <a:rPr lang="en-US" b="1" dirty="0">
                <a:solidFill>
                  <a:schemeClr val="accent2"/>
                </a:solidFill>
                <a:latin typeface="Gill Sans MT" charset="0"/>
              </a:rPr>
              <a:t>   </a:t>
            </a:r>
            <a:endParaRPr lang="en-US" dirty="0">
              <a:latin typeface="Gill Sans MT" charset="0"/>
            </a:endParaRPr>
          </a:p>
          <a:p>
            <a:pPr lvl="1">
              <a:buFont typeface="Wingdings" charset="0"/>
              <a:buNone/>
              <a:defRPr/>
            </a:pPr>
            <a:r>
              <a:rPr lang="en-US" dirty="0">
                <a:latin typeface="Gill Sans MT" charset="0"/>
              </a:rPr>
              <a:t>      </a:t>
            </a:r>
            <a:r>
              <a:rPr lang="en-US" dirty="0">
                <a:solidFill>
                  <a:srgbClr val="000099"/>
                </a:solidFill>
                <a:latin typeface="Gill Sans MT" charset="0"/>
              </a:rPr>
              <a:t>else</a:t>
            </a:r>
            <a:r>
              <a:rPr lang="en-US" dirty="0">
                <a:latin typeface="Gill Sans MT" charset="0"/>
              </a:rPr>
              <a:t> flood  /* forward on all interfaces except arriving</a:t>
            </a:r>
          </a:p>
          <a:p>
            <a:pPr lvl="1">
              <a:buFont typeface="Wingdings" charset="0"/>
              <a:buNone/>
              <a:defRPr/>
            </a:pPr>
            <a:r>
              <a:rPr lang="en-US" dirty="0">
                <a:latin typeface="Gill Sans MT" charset="0"/>
              </a:rPr>
              <a:t>                          interface */</a:t>
            </a:r>
          </a:p>
          <a:p>
            <a:pPr lvl="3">
              <a:buFontTx/>
              <a:buNone/>
              <a:defRPr/>
            </a:pPr>
            <a:r>
              <a:rPr lang="en-US" sz="2400" dirty="0">
                <a:latin typeface="Times New Roman" charset="0"/>
              </a:rPr>
              <a:t>  </a:t>
            </a:r>
          </a:p>
        </p:txBody>
      </p:sp>
      <p:pic>
        <p:nvPicPr>
          <p:cNvPr id="168965" name="Picture 17" descr="underline_base"/>
          <p:cNvPicPr>
            <a:picLocks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4513" y="841375"/>
            <a:ext cx="6856412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56154" y="6522365"/>
            <a:ext cx="548655" cy="272319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200" dirty="0">
                <a:latin typeface="Tahoma" charset="0"/>
              </a:rPr>
              <a:t>6-</a:t>
            </a:r>
            <a:fld id="{8E8C6E93-DF5B-BC4B-80F9-500DED1EEDCC}" type="slidenum">
              <a:rPr lang="en-US" sz="1200">
                <a:latin typeface="Tahoma" charset="0"/>
              </a:rPr>
              <a:pPr/>
              <a:t>7</a:t>
            </a:fld>
            <a:endParaRPr lang="en-US" sz="1200" dirty="0">
              <a:latin typeface="Tahoma" charset="0"/>
            </a:endParaRPr>
          </a:p>
        </p:txBody>
      </p:sp>
      <p:sp>
        <p:nvSpPr>
          <p:cNvPr id="8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6375496" y="6521551"/>
            <a:ext cx="2177473" cy="241541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Link Layer and LANs</a:t>
            </a:r>
          </a:p>
        </p:txBody>
      </p:sp>
    </p:spTree>
    <p:extLst>
      <p:ext uri="{BB962C8B-B14F-4D97-AF65-F5344CB8AC3E}">
        <p14:creationId xmlns:p14="http://schemas.microsoft.com/office/powerpoint/2010/main" val="14344695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1009" name="Group 36"/>
          <p:cNvGrpSpPr>
            <a:grpSpLocks/>
          </p:cNvGrpSpPr>
          <p:nvPr/>
        </p:nvGrpSpPr>
        <p:grpSpPr bwMode="auto">
          <a:xfrm>
            <a:off x="4456113" y="1216025"/>
            <a:ext cx="3660775" cy="3600450"/>
            <a:chOff x="731524" y="1819788"/>
            <a:chExt cx="3661504" cy="3600334"/>
          </a:xfrm>
        </p:grpSpPr>
        <p:sp>
          <p:nvSpPr>
            <p:cNvPr id="67650" name="Text Box 23"/>
            <p:cNvSpPr txBox="1">
              <a:spLocks noChangeArrowheads="1"/>
            </p:cNvSpPr>
            <p:nvPr/>
          </p:nvSpPr>
          <p:spPr bwMode="auto">
            <a:xfrm>
              <a:off x="2655957" y="1819788"/>
              <a:ext cx="350907" cy="36670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i="0" dirty="0">
                  <a:solidFill>
                    <a:srgbClr val="000000"/>
                  </a:solidFill>
                  <a:latin typeface="Arial" charset="0"/>
                  <a:cs typeface="Arial" charset="0"/>
                </a:rPr>
                <a:t>A</a:t>
              </a:r>
            </a:p>
          </p:txBody>
        </p:sp>
        <p:sp>
          <p:nvSpPr>
            <p:cNvPr id="67651" name="Text Box 24"/>
            <p:cNvSpPr txBox="1">
              <a:spLocks noChangeArrowheads="1"/>
            </p:cNvSpPr>
            <p:nvPr/>
          </p:nvSpPr>
          <p:spPr bwMode="auto">
            <a:xfrm>
              <a:off x="2371738" y="5050247"/>
              <a:ext cx="371549" cy="3698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i="0" dirty="0">
                  <a:solidFill>
                    <a:srgbClr val="000000"/>
                  </a:solidFill>
                  <a:latin typeface="Arial" charset="0"/>
                  <a:cs typeface="Arial" charset="0"/>
                </a:rPr>
                <a:t>A</a:t>
              </a:r>
              <a:r>
                <a:rPr lang="ja-JP" altLang="en-US" i="0">
                  <a:solidFill>
                    <a:srgbClr val="000000"/>
                  </a:solidFill>
                  <a:latin typeface="Arial" charset="0"/>
                  <a:cs typeface="Arial" charset="0"/>
                </a:rPr>
                <a:t>’</a:t>
              </a:r>
              <a:endParaRPr lang="en-US" i="0" dirty="0">
                <a:solidFill>
                  <a:srgbClr val="000000"/>
                </a:solidFill>
                <a:latin typeface="Arial" charset="0"/>
                <a:cs typeface="Arial" charset="0"/>
              </a:endParaRPr>
            </a:p>
          </p:txBody>
        </p:sp>
        <p:sp>
          <p:nvSpPr>
            <p:cNvPr id="67652" name="Text Box 25"/>
            <p:cNvSpPr txBox="1">
              <a:spLocks noChangeArrowheads="1"/>
            </p:cNvSpPr>
            <p:nvPr/>
          </p:nvSpPr>
          <p:spPr bwMode="auto">
            <a:xfrm>
              <a:off x="3988134" y="2419844"/>
              <a:ext cx="338205" cy="368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i="0" dirty="0">
                  <a:solidFill>
                    <a:srgbClr val="000000"/>
                  </a:solidFill>
                  <a:latin typeface="Arial" charset="0"/>
                  <a:cs typeface="Arial" charset="0"/>
                </a:rPr>
                <a:t>B</a:t>
              </a:r>
            </a:p>
          </p:txBody>
        </p:sp>
        <p:sp>
          <p:nvSpPr>
            <p:cNvPr id="67653" name="Text Box 26"/>
            <p:cNvSpPr txBox="1">
              <a:spLocks noChangeArrowheads="1"/>
            </p:cNvSpPr>
            <p:nvPr/>
          </p:nvSpPr>
          <p:spPr bwMode="auto">
            <a:xfrm>
              <a:off x="995101" y="4188262"/>
              <a:ext cx="390603" cy="368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i="0" dirty="0">
                  <a:solidFill>
                    <a:srgbClr val="000000"/>
                  </a:solidFill>
                  <a:latin typeface="Arial" charset="0"/>
                  <a:cs typeface="Arial" charset="0"/>
                </a:rPr>
                <a:t>B</a:t>
              </a:r>
              <a:r>
                <a:rPr lang="ja-JP" altLang="en-US" i="0">
                  <a:solidFill>
                    <a:srgbClr val="000000"/>
                  </a:solidFill>
                  <a:latin typeface="Arial" charset="0"/>
                  <a:cs typeface="Arial" charset="0"/>
                </a:rPr>
                <a:t>’</a:t>
              </a:r>
              <a:endParaRPr lang="en-US" i="0" dirty="0">
                <a:solidFill>
                  <a:srgbClr val="000000"/>
                </a:solidFill>
                <a:latin typeface="Arial" charset="0"/>
                <a:cs typeface="Arial" charset="0"/>
              </a:endParaRPr>
            </a:p>
          </p:txBody>
        </p:sp>
        <p:sp>
          <p:nvSpPr>
            <p:cNvPr id="67654" name="Text Box 27"/>
            <p:cNvSpPr txBox="1">
              <a:spLocks noChangeArrowheads="1"/>
            </p:cNvSpPr>
            <p:nvPr/>
          </p:nvSpPr>
          <p:spPr bwMode="auto">
            <a:xfrm>
              <a:off x="3740435" y="4188262"/>
              <a:ext cx="350908" cy="368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i="0" dirty="0">
                  <a:solidFill>
                    <a:srgbClr val="000000"/>
                  </a:solidFill>
                  <a:latin typeface="Arial" charset="0"/>
                  <a:cs typeface="Arial" charset="0"/>
                </a:rPr>
                <a:t>C</a:t>
              </a:r>
            </a:p>
          </p:txBody>
        </p:sp>
        <p:sp>
          <p:nvSpPr>
            <p:cNvPr id="67655" name="Text Box 28"/>
            <p:cNvSpPr txBox="1">
              <a:spLocks noChangeArrowheads="1"/>
            </p:cNvSpPr>
            <p:nvPr/>
          </p:nvSpPr>
          <p:spPr bwMode="auto">
            <a:xfrm>
              <a:off x="1123714" y="2465880"/>
              <a:ext cx="403305" cy="368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i="0" dirty="0">
                  <a:solidFill>
                    <a:srgbClr val="000000"/>
                  </a:solidFill>
                  <a:latin typeface="Arial" charset="0"/>
                  <a:cs typeface="Arial" charset="0"/>
                </a:rPr>
                <a:t>C</a:t>
              </a:r>
              <a:r>
                <a:rPr lang="ja-JP" altLang="en-US" i="0">
                  <a:solidFill>
                    <a:srgbClr val="000000"/>
                  </a:solidFill>
                  <a:latin typeface="Arial" charset="0"/>
                  <a:cs typeface="Arial" charset="0"/>
                </a:rPr>
                <a:t>’</a:t>
              </a:r>
              <a:endParaRPr lang="en-US" i="0" dirty="0">
                <a:solidFill>
                  <a:srgbClr val="000000"/>
                </a:solidFill>
                <a:latin typeface="Arial" charset="0"/>
                <a:cs typeface="Arial" charset="0"/>
              </a:endParaRPr>
            </a:p>
          </p:txBody>
        </p:sp>
        <p:sp>
          <p:nvSpPr>
            <p:cNvPr id="67656" name="Line 17"/>
            <p:cNvSpPr>
              <a:spLocks noChangeShapeType="1"/>
            </p:cNvSpPr>
            <p:nvPr/>
          </p:nvSpPr>
          <p:spPr bwMode="auto">
            <a:xfrm>
              <a:off x="1687389" y="3165945"/>
              <a:ext cx="720869" cy="2984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67657" name="Line 18"/>
            <p:cNvSpPr>
              <a:spLocks noChangeShapeType="1"/>
            </p:cNvSpPr>
            <p:nvPr/>
          </p:nvSpPr>
          <p:spPr bwMode="auto">
            <a:xfrm>
              <a:off x="2673423" y="2872267"/>
              <a:ext cx="0" cy="50480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67658" name="Line 19"/>
            <p:cNvSpPr>
              <a:spLocks noChangeShapeType="1"/>
            </p:cNvSpPr>
            <p:nvPr/>
          </p:nvSpPr>
          <p:spPr bwMode="auto">
            <a:xfrm flipH="1">
              <a:off x="2863961" y="2996088"/>
              <a:ext cx="892353" cy="48417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67659" name="Line 20"/>
            <p:cNvSpPr>
              <a:spLocks noChangeShapeType="1"/>
            </p:cNvSpPr>
            <p:nvPr/>
          </p:nvSpPr>
          <p:spPr bwMode="auto">
            <a:xfrm flipV="1">
              <a:off x="2673423" y="3605668"/>
              <a:ext cx="12703" cy="70958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grpSp>
          <p:nvGrpSpPr>
            <p:cNvPr id="171083" name="Group 47"/>
            <p:cNvGrpSpPr>
              <a:grpSpLocks/>
            </p:cNvGrpSpPr>
            <p:nvPr/>
          </p:nvGrpSpPr>
          <p:grpSpPr bwMode="auto">
            <a:xfrm>
              <a:off x="747936" y="2733042"/>
              <a:ext cx="914403" cy="690308"/>
              <a:chOff x="1046480" y="3962400"/>
              <a:chExt cx="1026163" cy="761428"/>
            </a:xfrm>
          </p:grpSpPr>
          <p:sp>
            <p:nvSpPr>
              <p:cNvPr id="186" name="Rectangle 48"/>
              <p:cNvSpPr>
                <a:spLocks noChangeArrowheads="1"/>
              </p:cNvSpPr>
              <p:nvPr/>
            </p:nvSpPr>
            <p:spPr bwMode="auto">
              <a:xfrm rot="16200000">
                <a:off x="1893248" y="4299428"/>
                <a:ext cx="110312" cy="247682"/>
              </a:xfrm>
              <a:prstGeom prst="rect">
                <a:avLst/>
              </a:prstGeom>
              <a:gradFill rotWithShape="1">
                <a:gsLst>
                  <a:gs pos="0">
                    <a:srgbClr val="008000"/>
                  </a:gs>
                  <a:gs pos="50000">
                    <a:schemeClr val="bg1"/>
                  </a:gs>
                  <a:gs pos="100000">
                    <a:srgbClr val="008000"/>
                  </a:gs>
                </a:gsLst>
                <a:lin ang="0" scaled="1"/>
              </a:gradFill>
              <a:ln w="9525">
                <a:solidFill>
                  <a:srgbClr val="008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latin typeface="Arial" pitchFamily="34" charset="0"/>
                  <a:ea typeface="+mn-ea"/>
                  <a:cs typeface="Arial" pitchFamily="34" charset="0"/>
                </a:endParaRPr>
              </a:p>
            </p:txBody>
          </p:sp>
          <p:grpSp>
            <p:nvGrpSpPr>
              <p:cNvPr id="171118" name="Group 49"/>
              <p:cNvGrpSpPr>
                <a:grpSpLocks/>
              </p:cNvGrpSpPr>
              <p:nvPr/>
            </p:nvGrpSpPr>
            <p:grpSpPr bwMode="auto">
              <a:xfrm>
                <a:off x="1046480" y="3962400"/>
                <a:ext cx="936071" cy="761428"/>
                <a:chOff x="-44" y="1473"/>
                <a:chExt cx="981" cy="1105"/>
              </a:xfrm>
            </p:grpSpPr>
            <p:pic>
              <p:nvPicPr>
                <p:cNvPr id="171119" name="Picture 50" descr="desktop_computer_stylized_medium"/>
                <p:cNvPicPr>
                  <a:picLocks noChangeAspect="1" noChangeArrowheads="1"/>
                </p:cNvPicPr>
                <p:nvPr/>
              </p:nvPicPr>
              <p:blipFill>
                <a:blip r:embed="rId3" cstate="email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171120" name="Freeform 51"/>
                <p:cNvSpPr>
                  <a:spLocks/>
                </p:cNvSpPr>
                <p:nvPr/>
              </p:nvSpPr>
              <p:spPr bwMode="auto">
                <a:xfrm flipH="1">
                  <a:off x="374" y="1579"/>
                  <a:ext cx="477" cy="506"/>
                </a:xfrm>
                <a:custGeom>
                  <a:avLst/>
                  <a:gdLst>
                    <a:gd name="T0" fmla="*/ 0 w 356"/>
                    <a:gd name="T1" fmla="*/ 0 h 368"/>
                    <a:gd name="T2" fmla="*/ 1736 w 356"/>
                    <a:gd name="T3" fmla="*/ 95 h 368"/>
                    <a:gd name="T4" fmla="*/ 2059 w 356"/>
                    <a:gd name="T5" fmla="*/ 1990 h 368"/>
                    <a:gd name="T6" fmla="*/ 454 w 356"/>
                    <a:gd name="T7" fmla="*/ 2489 h 368"/>
                    <a:gd name="T8" fmla="*/ 0 w 356"/>
                    <a:gd name="T9" fmla="*/ 0 h 3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356" h="368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000099"/>
                    </a:gs>
                    <a:gs pos="100000">
                      <a:schemeClr val="bg1"/>
                    </a:gs>
                  </a:gsLst>
                  <a:lin ang="27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flat" cmpd="sng">
                      <a:solidFill>
                        <a:schemeClr val="tx1"/>
                      </a:solidFill>
                      <a:prstDash val="solid"/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endParaRPr lang="en-US" dirty="0"/>
                </a:p>
              </p:txBody>
            </p:sp>
          </p:grpSp>
        </p:grpSp>
        <p:grpSp>
          <p:nvGrpSpPr>
            <p:cNvPr id="171084" name="Group 48"/>
            <p:cNvGrpSpPr>
              <a:grpSpLocks/>
            </p:cNvGrpSpPr>
            <p:nvPr/>
          </p:nvGrpSpPr>
          <p:grpSpPr bwMode="auto">
            <a:xfrm>
              <a:off x="3539588" y="2669737"/>
              <a:ext cx="853440" cy="741680"/>
              <a:chOff x="7179310" y="4033520"/>
              <a:chExt cx="1009650" cy="855028"/>
            </a:xfrm>
          </p:grpSpPr>
          <p:grpSp>
            <p:nvGrpSpPr>
              <p:cNvPr id="171113" name="Group 44"/>
              <p:cNvGrpSpPr>
                <a:grpSpLocks/>
              </p:cNvGrpSpPr>
              <p:nvPr/>
            </p:nvGrpSpPr>
            <p:grpSpPr bwMode="auto">
              <a:xfrm>
                <a:off x="7179310" y="4033520"/>
                <a:ext cx="1009650" cy="855028"/>
                <a:chOff x="-44" y="1473"/>
                <a:chExt cx="981" cy="1105"/>
              </a:xfrm>
            </p:grpSpPr>
            <p:pic>
              <p:nvPicPr>
                <p:cNvPr id="171115" name="Picture 45" descr="desktop_computer_stylized_medium"/>
                <p:cNvPicPr>
                  <a:picLocks noChangeAspect="1" noChangeArrowheads="1"/>
                </p:cNvPicPr>
                <p:nvPr/>
              </p:nvPicPr>
              <p:blipFill>
                <a:blip r:embed="rId4" cstate="email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171116" name="Freeform 46"/>
                <p:cNvSpPr>
                  <a:spLocks/>
                </p:cNvSpPr>
                <p:nvPr/>
              </p:nvSpPr>
              <p:spPr bwMode="auto">
                <a:xfrm flipH="1">
                  <a:off x="374" y="1579"/>
                  <a:ext cx="477" cy="506"/>
                </a:xfrm>
                <a:custGeom>
                  <a:avLst/>
                  <a:gdLst>
                    <a:gd name="T0" fmla="*/ 0 w 356"/>
                    <a:gd name="T1" fmla="*/ 0 h 368"/>
                    <a:gd name="T2" fmla="*/ 1736 w 356"/>
                    <a:gd name="T3" fmla="*/ 95 h 368"/>
                    <a:gd name="T4" fmla="*/ 2059 w 356"/>
                    <a:gd name="T5" fmla="*/ 1990 h 368"/>
                    <a:gd name="T6" fmla="*/ 454 w 356"/>
                    <a:gd name="T7" fmla="*/ 2489 h 368"/>
                    <a:gd name="T8" fmla="*/ 0 w 356"/>
                    <a:gd name="T9" fmla="*/ 0 h 3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356" h="368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000099"/>
                    </a:gs>
                    <a:gs pos="100000">
                      <a:schemeClr val="bg1"/>
                    </a:gs>
                  </a:gsLst>
                  <a:lin ang="27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flat" cmpd="sng">
                      <a:solidFill>
                        <a:schemeClr val="tx1"/>
                      </a:solidFill>
                      <a:prstDash val="solid"/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endParaRPr lang="en-US" dirty="0"/>
                </a:p>
              </p:txBody>
            </p:sp>
          </p:grpSp>
          <p:sp>
            <p:nvSpPr>
              <p:cNvPr id="183" name="Rectangle 43"/>
              <p:cNvSpPr>
                <a:spLocks noChangeArrowheads="1"/>
              </p:cNvSpPr>
              <p:nvPr/>
            </p:nvSpPr>
            <p:spPr bwMode="auto">
              <a:xfrm rot="16200000">
                <a:off x="7440190" y="4309323"/>
                <a:ext cx="126273" cy="195358"/>
              </a:xfrm>
              <a:prstGeom prst="rect">
                <a:avLst/>
              </a:prstGeom>
              <a:gradFill rotWithShape="1">
                <a:gsLst>
                  <a:gs pos="0">
                    <a:srgbClr val="008000"/>
                  </a:gs>
                  <a:gs pos="50000">
                    <a:schemeClr val="bg1"/>
                  </a:gs>
                  <a:gs pos="100000">
                    <a:srgbClr val="008000"/>
                  </a:gs>
                </a:gsLst>
                <a:lin ang="0" scaled="1"/>
              </a:gradFill>
              <a:ln w="9525">
                <a:solidFill>
                  <a:srgbClr val="008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latin typeface="Arial" pitchFamily="34" charset="0"/>
                  <a:ea typeface="+mn-ea"/>
                  <a:cs typeface="Arial" pitchFamily="34" charset="0"/>
                </a:endParaRPr>
              </a:p>
            </p:txBody>
          </p:sp>
        </p:grpSp>
        <p:sp>
          <p:nvSpPr>
            <p:cNvPr id="154" name="Rectangle 43"/>
            <p:cNvSpPr>
              <a:spLocks noChangeArrowheads="1"/>
            </p:cNvSpPr>
            <p:nvPr/>
          </p:nvSpPr>
          <p:spPr bwMode="auto">
            <a:xfrm>
              <a:off x="2614674" y="2705584"/>
              <a:ext cx="109559" cy="165095"/>
            </a:xfrm>
            <a:prstGeom prst="rect">
              <a:avLst/>
            </a:prstGeom>
            <a:gradFill rotWithShape="1">
              <a:gsLst>
                <a:gs pos="0">
                  <a:srgbClr val="008000"/>
                </a:gs>
                <a:gs pos="50000">
                  <a:schemeClr val="bg1"/>
                </a:gs>
                <a:gs pos="100000">
                  <a:srgbClr val="008000"/>
                </a:gs>
              </a:gsLst>
              <a:lin ang="0" scaled="1"/>
            </a:gradFill>
            <a:ln w="9525">
              <a:solidFill>
                <a:srgbClr val="008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endParaRPr>
            </a:p>
          </p:txBody>
        </p:sp>
        <p:grpSp>
          <p:nvGrpSpPr>
            <p:cNvPr id="171086" name="Group 44"/>
            <p:cNvGrpSpPr>
              <a:grpSpLocks/>
            </p:cNvGrpSpPr>
            <p:nvPr/>
          </p:nvGrpSpPr>
          <p:grpSpPr bwMode="auto">
            <a:xfrm>
              <a:off x="2233637" y="2138292"/>
              <a:ext cx="853440" cy="741680"/>
              <a:chOff x="-44" y="1473"/>
              <a:chExt cx="981" cy="1105"/>
            </a:xfrm>
          </p:grpSpPr>
          <p:pic>
            <p:nvPicPr>
              <p:cNvPr id="171111" name="Picture 45" descr="desktop_computer_stylized_medium"/>
              <p:cNvPicPr>
                <a:picLocks noChangeAspect="1" noChangeArrowheads="1"/>
              </p:cNvPicPr>
              <p:nvPr/>
            </p:nvPicPr>
            <p:blipFill>
              <a:blip r:embed="rId4" cstate="email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71112" name="Freeform 46"/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1736 w 356"/>
                  <a:gd name="T3" fmla="*/ 95 h 368"/>
                  <a:gd name="T4" fmla="*/ 2059 w 356"/>
                  <a:gd name="T5" fmla="*/ 1990 h 368"/>
                  <a:gd name="T6" fmla="*/ 454 w 356"/>
                  <a:gd name="T7" fmla="*/ 2489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</p:grpSp>
        <p:grpSp>
          <p:nvGrpSpPr>
            <p:cNvPr id="171087" name="Group 51"/>
            <p:cNvGrpSpPr>
              <a:grpSpLocks/>
            </p:cNvGrpSpPr>
            <p:nvPr/>
          </p:nvGrpSpPr>
          <p:grpSpPr bwMode="auto">
            <a:xfrm>
              <a:off x="2060917" y="4279843"/>
              <a:ext cx="853440" cy="835329"/>
              <a:chOff x="8077200" y="3320111"/>
              <a:chExt cx="853440" cy="835329"/>
            </a:xfrm>
          </p:grpSpPr>
          <p:sp>
            <p:nvSpPr>
              <p:cNvPr id="176" name="Rectangle 43"/>
              <p:cNvSpPr>
                <a:spLocks noChangeArrowheads="1"/>
              </p:cNvSpPr>
              <p:nvPr/>
            </p:nvSpPr>
            <p:spPr bwMode="auto">
              <a:xfrm>
                <a:off x="8630957" y="3320602"/>
                <a:ext cx="111147" cy="165095"/>
              </a:xfrm>
              <a:prstGeom prst="rect">
                <a:avLst/>
              </a:prstGeom>
              <a:gradFill rotWithShape="1">
                <a:gsLst>
                  <a:gs pos="0">
                    <a:srgbClr val="008000"/>
                  </a:gs>
                  <a:gs pos="50000">
                    <a:schemeClr val="bg1"/>
                  </a:gs>
                  <a:gs pos="100000">
                    <a:srgbClr val="008000"/>
                  </a:gs>
                </a:gsLst>
                <a:lin ang="0" scaled="1"/>
              </a:gradFill>
              <a:ln w="9525">
                <a:solidFill>
                  <a:srgbClr val="008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latin typeface="Arial" pitchFamily="34" charset="0"/>
                  <a:ea typeface="+mn-ea"/>
                  <a:cs typeface="Arial" pitchFamily="34" charset="0"/>
                </a:endParaRPr>
              </a:p>
            </p:txBody>
          </p:sp>
          <p:grpSp>
            <p:nvGrpSpPr>
              <p:cNvPr id="171108" name="Group 44"/>
              <p:cNvGrpSpPr>
                <a:grpSpLocks/>
              </p:cNvGrpSpPr>
              <p:nvPr/>
            </p:nvGrpSpPr>
            <p:grpSpPr bwMode="auto">
              <a:xfrm>
                <a:off x="8077200" y="3413760"/>
                <a:ext cx="853440" cy="741680"/>
                <a:chOff x="-44" y="1473"/>
                <a:chExt cx="981" cy="1105"/>
              </a:xfrm>
            </p:grpSpPr>
            <p:pic>
              <p:nvPicPr>
                <p:cNvPr id="171109" name="Picture 45" descr="desktop_computer_stylized_medium"/>
                <p:cNvPicPr>
                  <a:picLocks noChangeAspect="1" noChangeArrowheads="1"/>
                </p:cNvPicPr>
                <p:nvPr/>
              </p:nvPicPr>
              <p:blipFill>
                <a:blip r:embed="rId4" cstate="email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171110" name="Freeform 46"/>
                <p:cNvSpPr>
                  <a:spLocks/>
                </p:cNvSpPr>
                <p:nvPr/>
              </p:nvSpPr>
              <p:spPr bwMode="auto">
                <a:xfrm flipH="1">
                  <a:off x="374" y="1579"/>
                  <a:ext cx="477" cy="506"/>
                </a:xfrm>
                <a:custGeom>
                  <a:avLst/>
                  <a:gdLst>
                    <a:gd name="T0" fmla="*/ 0 w 356"/>
                    <a:gd name="T1" fmla="*/ 0 h 368"/>
                    <a:gd name="T2" fmla="*/ 1736 w 356"/>
                    <a:gd name="T3" fmla="*/ 95 h 368"/>
                    <a:gd name="T4" fmla="*/ 2059 w 356"/>
                    <a:gd name="T5" fmla="*/ 1990 h 368"/>
                    <a:gd name="T6" fmla="*/ 454 w 356"/>
                    <a:gd name="T7" fmla="*/ 2489 h 368"/>
                    <a:gd name="T8" fmla="*/ 0 w 356"/>
                    <a:gd name="T9" fmla="*/ 0 h 3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356" h="368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000099"/>
                    </a:gs>
                    <a:gs pos="100000">
                      <a:schemeClr val="bg1"/>
                    </a:gs>
                  </a:gsLst>
                  <a:lin ang="27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flat" cmpd="sng">
                      <a:solidFill>
                        <a:schemeClr val="tx1"/>
                      </a:solidFill>
                      <a:prstDash val="solid"/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endParaRPr lang="en-US" dirty="0"/>
                </a:p>
              </p:txBody>
            </p:sp>
          </p:grpSp>
        </p:grpSp>
        <p:pic>
          <p:nvPicPr>
            <p:cNvPr id="67665" name="Picture 3"/>
            <p:cNvPicPr>
              <a:picLocks noChangeAspect="1" noChangeArrowheads="1"/>
            </p:cNvPicPr>
            <p:nvPr/>
          </p:nvPicPr>
          <p:blipFill>
            <a:blip r:embed="rId5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374913" y="3316753"/>
              <a:ext cx="603370" cy="34130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pic>
        <p:grpSp>
          <p:nvGrpSpPr>
            <p:cNvPr id="171089" name="Group 53"/>
            <p:cNvGrpSpPr>
              <a:grpSpLocks/>
            </p:cNvGrpSpPr>
            <p:nvPr/>
          </p:nvGrpSpPr>
          <p:grpSpPr bwMode="auto">
            <a:xfrm>
              <a:off x="731524" y="3616962"/>
              <a:ext cx="914403" cy="690308"/>
              <a:chOff x="1046480" y="3962400"/>
              <a:chExt cx="1026163" cy="761428"/>
            </a:xfrm>
          </p:grpSpPr>
          <p:sp>
            <p:nvSpPr>
              <p:cNvPr id="172" name="Rectangle 48"/>
              <p:cNvSpPr>
                <a:spLocks noChangeArrowheads="1"/>
              </p:cNvSpPr>
              <p:nvPr/>
            </p:nvSpPr>
            <p:spPr bwMode="auto">
              <a:xfrm rot="16200000">
                <a:off x="1893846" y="4299747"/>
                <a:ext cx="110313" cy="247682"/>
              </a:xfrm>
              <a:prstGeom prst="rect">
                <a:avLst/>
              </a:prstGeom>
              <a:gradFill rotWithShape="1">
                <a:gsLst>
                  <a:gs pos="0">
                    <a:srgbClr val="008000"/>
                  </a:gs>
                  <a:gs pos="50000">
                    <a:schemeClr val="bg1"/>
                  </a:gs>
                  <a:gs pos="100000">
                    <a:srgbClr val="008000"/>
                  </a:gs>
                </a:gsLst>
                <a:lin ang="0" scaled="1"/>
              </a:gradFill>
              <a:ln w="9525">
                <a:solidFill>
                  <a:srgbClr val="008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latin typeface="Arial" pitchFamily="34" charset="0"/>
                  <a:ea typeface="+mn-ea"/>
                  <a:cs typeface="Arial" pitchFamily="34" charset="0"/>
                </a:endParaRPr>
              </a:p>
            </p:txBody>
          </p:sp>
          <p:grpSp>
            <p:nvGrpSpPr>
              <p:cNvPr id="171104" name="Group 49"/>
              <p:cNvGrpSpPr>
                <a:grpSpLocks/>
              </p:cNvGrpSpPr>
              <p:nvPr/>
            </p:nvGrpSpPr>
            <p:grpSpPr bwMode="auto">
              <a:xfrm>
                <a:off x="1046480" y="3962400"/>
                <a:ext cx="936071" cy="761428"/>
                <a:chOff x="-44" y="1473"/>
                <a:chExt cx="981" cy="1105"/>
              </a:xfrm>
            </p:grpSpPr>
            <p:pic>
              <p:nvPicPr>
                <p:cNvPr id="171105" name="Picture 50" descr="desktop_computer_stylized_medium"/>
                <p:cNvPicPr>
                  <a:picLocks noChangeAspect="1" noChangeArrowheads="1"/>
                </p:cNvPicPr>
                <p:nvPr/>
              </p:nvPicPr>
              <p:blipFill>
                <a:blip r:embed="rId3" cstate="email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171106" name="Freeform 51"/>
                <p:cNvSpPr>
                  <a:spLocks/>
                </p:cNvSpPr>
                <p:nvPr/>
              </p:nvSpPr>
              <p:spPr bwMode="auto">
                <a:xfrm flipH="1">
                  <a:off x="374" y="1579"/>
                  <a:ext cx="477" cy="506"/>
                </a:xfrm>
                <a:custGeom>
                  <a:avLst/>
                  <a:gdLst>
                    <a:gd name="T0" fmla="*/ 0 w 356"/>
                    <a:gd name="T1" fmla="*/ 0 h 368"/>
                    <a:gd name="T2" fmla="*/ 1736 w 356"/>
                    <a:gd name="T3" fmla="*/ 95 h 368"/>
                    <a:gd name="T4" fmla="*/ 2059 w 356"/>
                    <a:gd name="T5" fmla="*/ 1990 h 368"/>
                    <a:gd name="T6" fmla="*/ 454 w 356"/>
                    <a:gd name="T7" fmla="*/ 2489 h 368"/>
                    <a:gd name="T8" fmla="*/ 0 w 356"/>
                    <a:gd name="T9" fmla="*/ 0 h 3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356" h="368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000099"/>
                    </a:gs>
                    <a:gs pos="100000">
                      <a:schemeClr val="bg1"/>
                    </a:gs>
                  </a:gsLst>
                  <a:lin ang="27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flat" cmpd="sng">
                      <a:solidFill>
                        <a:schemeClr val="tx1"/>
                      </a:solidFill>
                      <a:prstDash val="solid"/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endParaRPr lang="en-US" dirty="0"/>
                </a:p>
              </p:txBody>
            </p:sp>
          </p:grpSp>
        </p:grpSp>
        <p:grpSp>
          <p:nvGrpSpPr>
            <p:cNvPr id="171090" name="Group 54"/>
            <p:cNvGrpSpPr>
              <a:grpSpLocks/>
            </p:cNvGrpSpPr>
            <p:nvPr/>
          </p:nvGrpSpPr>
          <p:grpSpPr bwMode="auto">
            <a:xfrm>
              <a:off x="3410634" y="3567725"/>
              <a:ext cx="853440" cy="741680"/>
              <a:chOff x="7179310" y="4033520"/>
              <a:chExt cx="1009650" cy="855028"/>
            </a:xfrm>
          </p:grpSpPr>
          <p:grpSp>
            <p:nvGrpSpPr>
              <p:cNvPr id="171099" name="Group 44"/>
              <p:cNvGrpSpPr>
                <a:grpSpLocks/>
              </p:cNvGrpSpPr>
              <p:nvPr/>
            </p:nvGrpSpPr>
            <p:grpSpPr bwMode="auto">
              <a:xfrm>
                <a:off x="7179310" y="4033520"/>
                <a:ext cx="1009650" cy="855028"/>
                <a:chOff x="-44" y="1473"/>
                <a:chExt cx="981" cy="1105"/>
              </a:xfrm>
            </p:grpSpPr>
            <p:pic>
              <p:nvPicPr>
                <p:cNvPr id="171101" name="Picture 45" descr="desktop_computer_stylized_medium"/>
                <p:cNvPicPr>
                  <a:picLocks noChangeAspect="1" noChangeArrowheads="1"/>
                </p:cNvPicPr>
                <p:nvPr/>
              </p:nvPicPr>
              <p:blipFill>
                <a:blip r:embed="rId4" cstate="email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171102" name="Freeform 46"/>
                <p:cNvSpPr>
                  <a:spLocks/>
                </p:cNvSpPr>
                <p:nvPr/>
              </p:nvSpPr>
              <p:spPr bwMode="auto">
                <a:xfrm flipH="1">
                  <a:off x="374" y="1579"/>
                  <a:ext cx="477" cy="506"/>
                </a:xfrm>
                <a:custGeom>
                  <a:avLst/>
                  <a:gdLst>
                    <a:gd name="T0" fmla="*/ 0 w 356"/>
                    <a:gd name="T1" fmla="*/ 0 h 368"/>
                    <a:gd name="T2" fmla="*/ 1736 w 356"/>
                    <a:gd name="T3" fmla="*/ 95 h 368"/>
                    <a:gd name="T4" fmla="*/ 2059 w 356"/>
                    <a:gd name="T5" fmla="*/ 1990 h 368"/>
                    <a:gd name="T6" fmla="*/ 454 w 356"/>
                    <a:gd name="T7" fmla="*/ 2489 h 368"/>
                    <a:gd name="T8" fmla="*/ 0 w 356"/>
                    <a:gd name="T9" fmla="*/ 0 h 3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356" h="368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000099"/>
                    </a:gs>
                    <a:gs pos="100000">
                      <a:schemeClr val="bg1"/>
                    </a:gs>
                  </a:gsLst>
                  <a:lin ang="27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flat" cmpd="sng">
                      <a:solidFill>
                        <a:schemeClr val="tx1"/>
                      </a:solidFill>
                      <a:prstDash val="solid"/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endParaRPr lang="en-US" dirty="0"/>
                </a:p>
              </p:txBody>
            </p:sp>
          </p:grpSp>
          <p:sp>
            <p:nvSpPr>
              <p:cNvPr id="169" name="Rectangle 43"/>
              <p:cNvSpPr>
                <a:spLocks noChangeArrowheads="1"/>
              </p:cNvSpPr>
              <p:nvPr/>
            </p:nvSpPr>
            <p:spPr bwMode="auto">
              <a:xfrm rot="16200000">
                <a:off x="7438739" y="4308053"/>
                <a:ext cx="128104" cy="197237"/>
              </a:xfrm>
              <a:prstGeom prst="rect">
                <a:avLst/>
              </a:prstGeom>
              <a:gradFill rotWithShape="1">
                <a:gsLst>
                  <a:gs pos="0">
                    <a:srgbClr val="008000"/>
                  </a:gs>
                  <a:gs pos="50000">
                    <a:schemeClr val="bg1"/>
                  </a:gs>
                  <a:gs pos="100000">
                    <a:srgbClr val="008000"/>
                  </a:gs>
                </a:gsLst>
                <a:lin ang="0" scaled="1"/>
              </a:gradFill>
              <a:ln w="9525">
                <a:solidFill>
                  <a:srgbClr val="008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latin typeface="Arial" pitchFamily="34" charset="0"/>
                  <a:ea typeface="+mn-ea"/>
                  <a:cs typeface="Arial" pitchFamily="34" charset="0"/>
                </a:endParaRPr>
              </a:p>
            </p:txBody>
          </p:sp>
        </p:grpSp>
        <p:sp>
          <p:nvSpPr>
            <p:cNvPr id="67668" name="Line 17"/>
            <p:cNvSpPr>
              <a:spLocks noChangeShapeType="1"/>
            </p:cNvSpPr>
            <p:nvPr/>
          </p:nvSpPr>
          <p:spPr bwMode="auto">
            <a:xfrm flipV="1">
              <a:off x="1660396" y="3600906"/>
              <a:ext cx="744686" cy="45083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67669" name="Line 19"/>
            <p:cNvSpPr>
              <a:spLocks noChangeShapeType="1"/>
            </p:cNvSpPr>
            <p:nvPr/>
          </p:nvSpPr>
          <p:spPr bwMode="auto">
            <a:xfrm flipH="1" flipV="1">
              <a:off x="2968756" y="3545345"/>
              <a:ext cx="646242" cy="33812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67670" name="Text Box 35"/>
            <p:cNvSpPr txBox="1">
              <a:spLocks noChangeArrowheads="1"/>
            </p:cNvSpPr>
            <p:nvPr/>
          </p:nvSpPr>
          <p:spPr bwMode="auto">
            <a:xfrm>
              <a:off x="2401907" y="3026249"/>
              <a:ext cx="312799" cy="36987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i="0" dirty="0">
                  <a:solidFill>
                    <a:srgbClr val="FF0000"/>
                  </a:solidFill>
                  <a:latin typeface="Arial" charset="0"/>
                  <a:cs typeface="Arial" charset="0"/>
                </a:rPr>
                <a:t>1</a:t>
              </a:r>
            </a:p>
          </p:txBody>
        </p:sp>
        <p:sp>
          <p:nvSpPr>
            <p:cNvPr id="67671" name="Text Box 36"/>
            <p:cNvSpPr txBox="1">
              <a:spLocks noChangeArrowheads="1"/>
            </p:cNvSpPr>
            <p:nvPr/>
          </p:nvSpPr>
          <p:spPr bwMode="auto">
            <a:xfrm>
              <a:off x="2903656" y="3051648"/>
              <a:ext cx="323914" cy="36670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i="0" dirty="0">
                  <a:solidFill>
                    <a:srgbClr val="FF0000"/>
                  </a:solidFill>
                  <a:latin typeface="Arial" charset="0"/>
                  <a:cs typeface="Arial" charset="0"/>
                </a:rPr>
                <a:t>2</a:t>
              </a:r>
            </a:p>
          </p:txBody>
        </p:sp>
        <p:sp>
          <p:nvSpPr>
            <p:cNvPr id="67672" name="Text Box 37"/>
            <p:cNvSpPr txBox="1">
              <a:spLocks noChangeArrowheads="1"/>
            </p:cNvSpPr>
            <p:nvPr/>
          </p:nvSpPr>
          <p:spPr bwMode="auto">
            <a:xfrm>
              <a:off x="3125951" y="3710440"/>
              <a:ext cx="322326" cy="3667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i="0" dirty="0">
                  <a:solidFill>
                    <a:srgbClr val="FF0000"/>
                  </a:solidFill>
                  <a:latin typeface="Arial" charset="0"/>
                  <a:cs typeface="Arial" charset="0"/>
                </a:rPr>
                <a:t>3</a:t>
              </a:r>
            </a:p>
          </p:txBody>
        </p:sp>
        <p:sp>
          <p:nvSpPr>
            <p:cNvPr id="67673" name="Text Box 38"/>
            <p:cNvSpPr txBox="1">
              <a:spLocks noChangeArrowheads="1"/>
            </p:cNvSpPr>
            <p:nvPr/>
          </p:nvSpPr>
          <p:spPr bwMode="auto">
            <a:xfrm>
              <a:off x="2640079" y="3654879"/>
              <a:ext cx="323914" cy="36670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i="0" dirty="0">
                  <a:solidFill>
                    <a:srgbClr val="FF0000"/>
                  </a:solidFill>
                  <a:latin typeface="Arial" charset="0"/>
                  <a:cs typeface="Arial" charset="0"/>
                </a:rPr>
                <a:t>4</a:t>
              </a:r>
            </a:p>
          </p:txBody>
        </p:sp>
        <p:sp>
          <p:nvSpPr>
            <p:cNvPr id="67674" name="Text Box 39"/>
            <p:cNvSpPr txBox="1">
              <a:spLocks noChangeArrowheads="1"/>
            </p:cNvSpPr>
            <p:nvPr/>
          </p:nvSpPr>
          <p:spPr bwMode="auto">
            <a:xfrm>
              <a:off x="2070052" y="3704090"/>
              <a:ext cx="323914" cy="3667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i="0" dirty="0">
                  <a:solidFill>
                    <a:srgbClr val="FF0000"/>
                  </a:solidFill>
                  <a:latin typeface="Arial" charset="0"/>
                  <a:cs typeface="Arial" charset="0"/>
                </a:rPr>
                <a:t>5</a:t>
              </a:r>
            </a:p>
          </p:txBody>
        </p:sp>
        <p:sp>
          <p:nvSpPr>
            <p:cNvPr id="67675" name="Text Box 40"/>
            <p:cNvSpPr txBox="1">
              <a:spLocks noChangeArrowheads="1"/>
            </p:cNvSpPr>
            <p:nvPr/>
          </p:nvSpPr>
          <p:spPr bwMode="auto">
            <a:xfrm>
              <a:off x="2039884" y="3080222"/>
              <a:ext cx="319151" cy="36987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i="0" dirty="0">
                  <a:solidFill>
                    <a:srgbClr val="FF0000"/>
                  </a:solidFill>
                  <a:latin typeface="Arial" charset="0"/>
                  <a:cs typeface="Arial" charset="0"/>
                </a:rPr>
                <a:t>6</a:t>
              </a:r>
            </a:p>
          </p:txBody>
        </p:sp>
      </p:grpSp>
      <p:sp>
        <p:nvSpPr>
          <p:cNvPr id="67589" name="Rectangle 2"/>
          <p:cNvSpPr>
            <a:spLocks noGrp="1" noChangeArrowheads="1"/>
          </p:cNvSpPr>
          <p:nvPr>
            <p:ph type="title"/>
          </p:nvPr>
        </p:nvSpPr>
        <p:spPr>
          <a:xfrm>
            <a:off x="187325" y="141288"/>
            <a:ext cx="7508875" cy="1143000"/>
          </a:xfrm>
        </p:spPr>
        <p:txBody>
          <a:bodyPr/>
          <a:lstStyle/>
          <a:p>
            <a:pPr>
              <a:defRPr/>
            </a:pPr>
            <a:r>
              <a:rPr lang="en-US" sz="3600" dirty="0">
                <a:latin typeface="Gill Sans MT" charset="0"/>
                <a:cs typeface="+mj-cs"/>
              </a:rPr>
              <a:t>Self-learning, forwarding: example</a:t>
            </a:r>
          </a:p>
        </p:txBody>
      </p:sp>
      <p:grpSp>
        <p:nvGrpSpPr>
          <p:cNvPr id="685088" name="Group 32"/>
          <p:cNvGrpSpPr>
            <a:grpSpLocks/>
          </p:cNvGrpSpPr>
          <p:nvPr/>
        </p:nvGrpSpPr>
        <p:grpSpPr bwMode="auto">
          <a:xfrm>
            <a:off x="6778625" y="1223963"/>
            <a:ext cx="1428750" cy="369887"/>
            <a:chOff x="1750" y="3514"/>
            <a:chExt cx="900" cy="233"/>
          </a:xfrm>
        </p:grpSpPr>
        <p:sp>
          <p:nvSpPr>
            <p:cNvPr id="67646" name="Rectangle 33"/>
            <p:cNvSpPr>
              <a:spLocks noChangeArrowheads="1"/>
            </p:cNvSpPr>
            <p:nvPr/>
          </p:nvSpPr>
          <p:spPr bwMode="auto">
            <a:xfrm>
              <a:off x="1771" y="3542"/>
              <a:ext cx="879" cy="166"/>
            </a:xfrm>
            <a:prstGeom prst="rect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latin typeface="Arial" charset="0"/>
                <a:cs typeface="Arial" charset="0"/>
              </a:endParaRPr>
            </a:p>
          </p:txBody>
        </p:sp>
        <p:sp>
          <p:nvSpPr>
            <p:cNvPr id="67647" name="Text Box 34"/>
            <p:cNvSpPr txBox="1">
              <a:spLocks noChangeArrowheads="1"/>
            </p:cNvSpPr>
            <p:nvPr/>
          </p:nvSpPr>
          <p:spPr bwMode="auto">
            <a:xfrm>
              <a:off x="1750" y="3514"/>
              <a:ext cx="356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i="0" dirty="0">
                  <a:solidFill>
                    <a:srgbClr val="FFFFFF"/>
                  </a:solidFill>
                  <a:latin typeface="Arial" charset="0"/>
                  <a:cs typeface="Arial" charset="0"/>
                </a:rPr>
                <a:t>A A</a:t>
              </a:r>
              <a:r>
                <a:rPr lang="ja-JP" altLang="en-US" i="0">
                  <a:solidFill>
                    <a:srgbClr val="FFFFFF"/>
                  </a:solidFill>
                  <a:latin typeface="Arial" charset="0"/>
                  <a:cs typeface="Arial" charset="0"/>
                </a:rPr>
                <a:t>’</a:t>
              </a:r>
              <a:endParaRPr lang="en-US" i="0" dirty="0">
                <a:solidFill>
                  <a:srgbClr val="FFFFFF"/>
                </a:solidFill>
                <a:latin typeface="Arial" charset="0"/>
                <a:cs typeface="Arial" charset="0"/>
              </a:endParaRPr>
            </a:p>
          </p:txBody>
        </p:sp>
        <p:sp>
          <p:nvSpPr>
            <p:cNvPr id="67648" name="Line 35"/>
            <p:cNvSpPr>
              <a:spLocks noChangeShapeType="1"/>
            </p:cNvSpPr>
            <p:nvPr/>
          </p:nvSpPr>
          <p:spPr bwMode="auto">
            <a:xfrm>
              <a:off x="1936" y="3535"/>
              <a:ext cx="0" cy="16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67649" name="Line 36"/>
            <p:cNvSpPr>
              <a:spLocks noChangeShapeType="1"/>
            </p:cNvSpPr>
            <p:nvPr/>
          </p:nvSpPr>
          <p:spPr bwMode="auto">
            <a:xfrm>
              <a:off x="2116" y="3540"/>
              <a:ext cx="0" cy="16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</p:grpSp>
      <p:grpSp>
        <p:nvGrpSpPr>
          <p:cNvPr id="685093" name="Group 37"/>
          <p:cNvGrpSpPr>
            <a:grpSpLocks/>
          </p:cNvGrpSpPr>
          <p:nvPr/>
        </p:nvGrpSpPr>
        <p:grpSpPr bwMode="auto">
          <a:xfrm>
            <a:off x="6994525" y="525463"/>
            <a:ext cx="1450975" cy="714375"/>
            <a:chOff x="4406" y="331"/>
            <a:chExt cx="914" cy="450"/>
          </a:xfrm>
        </p:grpSpPr>
        <p:sp>
          <p:nvSpPr>
            <p:cNvPr id="67642" name="Line 38"/>
            <p:cNvSpPr>
              <a:spLocks noChangeShapeType="1"/>
            </p:cNvSpPr>
            <p:nvPr/>
          </p:nvSpPr>
          <p:spPr bwMode="auto">
            <a:xfrm flipV="1">
              <a:off x="4406" y="439"/>
              <a:ext cx="252" cy="33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67643" name="Line 39"/>
            <p:cNvSpPr>
              <a:spLocks noChangeShapeType="1"/>
            </p:cNvSpPr>
            <p:nvPr/>
          </p:nvSpPr>
          <p:spPr bwMode="auto">
            <a:xfrm flipV="1">
              <a:off x="4524" y="594"/>
              <a:ext cx="137" cy="18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67644" name="Text Box 40"/>
            <p:cNvSpPr txBox="1">
              <a:spLocks noChangeArrowheads="1"/>
            </p:cNvSpPr>
            <p:nvPr/>
          </p:nvSpPr>
          <p:spPr bwMode="auto">
            <a:xfrm>
              <a:off x="4643" y="331"/>
              <a:ext cx="677" cy="2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sz="1600" i="0" dirty="0">
                  <a:solidFill>
                    <a:srgbClr val="000000"/>
                  </a:solidFill>
                  <a:latin typeface="Arial" charset="0"/>
                  <a:cs typeface="Arial" charset="0"/>
                </a:rPr>
                <a:t>Source: A</a:t>
              </a:r>
            </a:p>
          </p:txBody>
        </p:sp>
        <p:sp>
          <p:nvSpPr>
            <p:cNvPr id="67645" name="Text Box 41"/>
            <p:cNvSpPr txBox="1">
              <a:spLocks noChangeArrowheads="1"/>
            </p:cNvSpPr>
            <p:nvPr/>
          </p:nvSpPr>
          <p:spPr bwMode="auto">
            <a:xfrm>
              <a:off x="4660" y="492"/>
              <a:ext cx="598" cy="2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sz="1600" i="0" dirty="0">
                  <a:solidFill>
                    <a:srgbClr val="000000"/>
                  </a:solidFill>
                  <a:latin typeface="Arial" charset="0"/>
                  <a:cs typeface="Arial" charset="0"/>
                </a:rPr>
                <a:t>Dest: A</a:t>
              </a:r>
              <a:r>
                <a:rPr lang="ja-JP" altLang="en-US" sz="1600" i="0" dirty="0">
                  <a:solidFill>
                    <a:srgbClr val="000000"/>
                  </a:solidFill>
                  <a:latin typeface="Arial" charset="0"/>
                  <a:cs typeface="Arial" charset="0"/>
                </a:rPr>
                <a:t>’</a:t>
              </a:r>
              <a:endParaRPr lang="en-US" sz="1600" i="0" dirty="0">
                <a:solidFill>
                  <a:srgbClr val="000000"/>
                </a:solidFill>
                <a:latin typeface="Arial" charset="0"/>
                <a:cs typeface="Arial" charset="0"/>
              </a:endParaRPr>
            </a:p>
          </p:txBody>
        </p:sp>
      </p:grpSp>
      <p:grpSp>
        <p:nvGrpSpPr>
          <p:cNvPr id="685098" name="Group 42"/>
          <p:cNvGrpSpPr>
            <a:grpSpLocks/>
          </p:cNvGrpSpPr>
          <p:nvPr/>
        </p:nvGrpSpPr>
        <p:grpSpPr bwMode="auto">
          <a:xfrm>
            <a:off x="3336925" y="4937125"/>
            <a:ext cx="3017838" cy="1444625"/>
            <a:chOff x="3441" y="3154"/>
            <a:chExt cx="1901" cy="910"/>
          </a:xfrm>
        </p:grpSpPr>
        <p:sp>
          <p:nvSpPr>
            <p:cNvPr id="67637" name="Rectangle 43"/>
            <p:cNvSpPr>
              <a:spLocks noChangeArrowheads="1"/>
            </p:cNvSpPr>
            <p:nvPr/>
          </p:nvSpPr>
          <p:spPr bwMode="auto">
            <a:xfrm>
              <a:off x="3449" y="3154"/>
              <a:ext cx="1893" cy="907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latin typeface="Arial" charset="0"/>
                <a:cs typeface="Arial" charset="0"/>
              </a:endParaRPr>
            </a:p>
          </p:txBody>
        </p:sp>
        <p:sp>
          <p:nvSpPr>
            <p:cNvPr id="67638" name="Text Box 44"/>
            <p:cNvSpPr txBox="1">
              <a:spLocks noChangeArrowheads="1"/>
            </p:cNvSpPr>
            <p:nvPr/>
          </p:nvSpPr>
          <p:spPr bwMode="auto">
            <a:xfrm>
              <a:off x="3441" y="3175"/>
              <a:ext cx="1867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i="0" dirty="0">
                  <a:solidFill>
                    <a:srgbClr val="000000"/>
                  </a:solidFill>
                  <a:latin typeface="Arial" charset="0"/>
                  <a:cs typeface="Arial" charset="0"/>
                </a:rPr>
                <a:t>MAC addr   interface    TTL</a:t>
              </a:r>
            </a:p>
          </p:txBody>
        </p:sp>
        <p:sp>
          <p:nvSpPr>
            <p:cNvPr id="67639" name="Line 45"/>
            <p:cNvSpPr>
              <a:spLocks noChangeShapeType="1"/>
            </p:cNvSpPr>
            <p:nvPr/>
          </p:nvSpPr>
          <p:spPr bwMode="auto">
            <a:xfrm>
              <a:off x="4226" y="3154"/>
              <a:ext cx="0" cy="90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67640" name="Line 46"/>
            <p:cNvSpPr>
              <a:spLocks noChangeShapeType="1"/>
            </p:cNvSpPr>
            <p:nvPr/>
          </p:nvSpPr>
          <p:spPr bwMode="auto">
            <a:xfrm>
              <a:off x="4963" y="3157"/>
              <a:ext cx="0" cy="90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67641" name="Line 47"/>
            <p:cNvSpPr>
              <a:spLocks noChangeShapeType="1"/>
            </p:cNvSpPr>
            <p:nvPr/>
          </p:nvSpPr>
          <p:spPr bwMode="auto">
            <a:xfrm>
              <a:off x="3452" y="3397"/>
              <a:ext cx="188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</p:grpSp>
      <p:sp>
        <p:nvSpPr>
          <p:cNvPr id="685104" name="Text Box 48"/>
          <p:cNvSpPr txBox="1">
            <a:spLocks noChangeArrowheads="1"/>
          </p:cNvSpPr>
          <p:nvPr/>
        </p:nvSpPr>
        <p:spPr bwMode="auto">
          <a:xfrm>
            <a:off x="6437313" y="5326063"/>
            <a:ext cx="1778000" cy="646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>
              <a:defRPr/>
            </a:pPr>
            <a:r>
              <a:rPr lang="en-US" dirty="0">
                <a:solidFill>
                  <a:srgbClr val="000000"/>
                </a:solidFill>
                <a:latin typeface="Arial" charset="0"/>
                <a:cs typeface="Arial" charset="0"/>
              </a:rPr>
              <a:t>switch table </a:t>
            </a:r>
          </a:p>
          <a:p>
            <a:pPr algn="ctr">
              <a:defRPr/>
            </a:pPr>
            <a:r>
              <a:rPr lang="en-US" dirty="0">
                <a:solidFill>
                  <a:srgbClr val="000000"/>
                </a:solidFill>
                <a:latin typeface="Arial" charset="0"/>
                <a:cs typeface="Arial" charset="0"/>
              </a:rPr>
              <a:t>(initially empty)</a:t>
            </a:r>
          </a:p>
        </p:txBody>
      </p:sp>
      <p:grpSp>
        <p:nvGrpSpPr>
          <p:cNvPr id="685105" name="Group 49"/>
          <p:cNvGrpSpPr>
            <a:grpSpLocks/>
          </p:cNvGrpSpPr>
          <p:nvPr/>
        </p:nvGrpSpPr>
        <p:grpSpPr bwMode="auto">
          <a:xfrm>
            <a:off x="3771900" y="5370513"/>
            <a:ext cx="2471738" cy="376237"/>
            <a:chOff x="2376" y="3383"/>
            <a:chExt cx="1557" cy="237"/>
          </a:xfrm>
        </p:grpSpPr>
        <p:sp>
          <p:nvSpPr>
            <p:cNvPr id="67634" name="Text Box 50"/>
            <p:cNvSpPr txBox="1">
              <a:spLocks noChangeArrowheads="1"/>
            </p:cNvSpPr>
            <p:nvPr/>
          </p:nvSpPr>
          <p:spPr bwMode="auto">
            <a:xfrm>
              <a:off x="2376" y="3388"/>
              <a:ext cx="221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dirty="0">
                  <a:solidFill>
                    <a:srgbClr val="000000"/>
                  </a:solidFill>
                  <a:latin typeface="Arial" charset="0"/>
                  <a:cs typeface="Arial" charset="0"/>
                </a:rPr>
                <a:t>A</a:t>
              </a:r>
            </a:p>
          </p:txBody>
        </p:sp>
        <p:sp>
          <p:nvSpPr>
            <p:cNvPr id="67635" name="Text Box 51"/>
            <p:cNvSpPr txBox="1">
              <a:spLocks noChangeArrowheads="1"/>
            </p:cNvSpPr>
            <p:nvPr/>
          </p:nvSpPr>
          <p:spPr bwMode="auto">
            <a:xfrm>
              <a:off x="3133" y="3387"/>
              <a:ext cx="197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dirty="0">
                  <a:solidFill>
                    <a:srgbClr val="000000"/>
                  </a:solidFill>
                  <a:latin typeface="Arial" charset="0"/>
                  <a:cs typeface="Arial" charset="0"/>
                </a:rPr>
                <a:t>1</a:t>
              </a:r>
            </a:p>
          </p:txBody>
        </p:sp>
        <p:sp>
          <p:nvSpPr>
            <p:cNvPr id="67636" name="Text Box 52"/>
            <p:cNvSpPr txBox="1">
              <a:spLocks noChangeArrowheads="1"/>
            </p:cNvSpPr>
            <p:nvPr/>
          </p:nvSpPr>
          <p:spPr bwMode="auto">
            <a:xfrm>
              <a:off x="3655" y="3383"/>
              <a:ext cx="278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dirty="0">
                  <a:solidFill>
                    <a:srgbClr val="000000"/>
                  </a:solidFill>
                  <a:latin typeface="Arial" charset="0"/>
                  <a:cs typeface="Arial" charset="0"/>
                </a:rPr>
                <a:t>60</a:t>
              </a:r>
            </a:p>
          </p:txBody>
        </p:sp>
      </p:grpSp>
      <p:grpSp>
        <p:nvGrpSpPr>
          <p:cNvPr id="685115" name="Group 59"/>
          <p:cNvGrpSpPr>
            <a:grpSpLocks/>
          </p:cNvGrpSpPr>
          <p:nvPr/>
        </p:nvGrpSpPr>
        <p:grpSpPr bwMode="auto">
          <a:xfrm>
            <a:off x="5799138" y="2881313"/>
            <a:ext cx="1428750" cy="369887"/>
            <a:chOff x="1750" y="3514"/>
            <a:chExt cx="900" cy="233"/>
          </a:xfrm>
        </p:grpSpPr>
        <p:sp>
          <p:nvSpPr>
            <p:cNvPr id="67630" name="Rectangle 60"/>
            <p:cNvSpPr>
              <a:spLocks noChangeArrowheads="1"/>
            </p:cNvSpPr>
            <p:nvPr/>
          </p:nvSpPr>
          <p:spPr bwMode="auto">
            <a:xfrm>
              <a:off x="1771" y="3542"/>
              <a:ext cx="879" cy="166"/>
            </a:xfrm>
            <a:prstGeom prst="rect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latin typeface="Arial" charset="0"/>
                <a:cs typeface="Arial" charset="0"/>
              </a:endParaRPr>
            </a:p>
          </p:txBody>
        </p:sp>
        <p:sp>
          <p:nvSpPr>
            <p:cNvPr id="67631" name="Text Box 61"/>
            <p:cNvSpPr txBox="1">
              <a:spLocks noChangeArrowheads="1"/>
            </p:cNvSpPr>
            <p:nvPr/>
          </p:nvSpPr>
          <p:spPr bwMode="auto">
            <a:xfrm>
              <a:off x="1750" y="3514"/>
              <a:ext cx="356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i="0" dirty="0">
                  <a:solidFill>
                    <a:srgbClr val="FFFFFF"/>
                  </a:solidFill>
                  <a:latin typeface="Arial" charset="0"/>
                  <a:cs typeface="Arial" charset="0"/>
                </a:rPr>
                <a:t>A A</a:t>
              </a:r>
              <a:r>
                <a:rPr lang="ja-JP" altLang="en-US" i="0">
                  <a:solidFill>
                    <a:srgbClr val="FFFFFF"/>
                  </a:solidFill>
                  <a:latin typeface="Arial" charset="0"/>
                  <a:cs typeface="Arial" charset="0"/>
                </a:rPr>
                <a:t>’</a:t>
              </a:r>
              <a:endParaRPr lang="en-US" i="0" dirty="0">
                <a:solidFill>
                  <a:srgbClr val="FFFFFF"/>
                </a:solidFill>
                <a:latin typeface="Arial" charset="0"/>
                <a:cs typeface="Arial" charset="0"/>
              </a:endParaRPr>
            </a:p>
          </p:txBody>
        </p:sp>
        <p:sp>
          <p:nvSpPr>
            <p:cNvPr id="67632" name="Line 62"/>
            <p:cNvSpPr>
              <a:spLocks noChangeShapeType="1"/>
            </p:cNvSpPr>
            <p:nvPr/>
          </p:nvSpPr>
          <p:spPr bwMode="auto">
            <a:xfrm>
              <a:off x="1936" y="3535"/>
              <a:ext cx="0" cy="16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67633" name="Line 63"/>
            <p:cNvSpPr>
              <a:spLocks noChangeShapeType="1"/>
            </p:cNvSpPr>
            <p:nvPr/>
          </p:nvSpPr>
          <p:spPr bwMode="auto">
            <a:xfrm>
              <a:off x="2116" y="3540"/>
              <a:ext cx="0" cy="16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</p:grpSp>
      <p:grpSp>
        <p:nvGrpSpPr>
          <p:cNvPr id="685120" name="Group 64"/>
          <p:cNvGrpSpPr>
            <a:grpSpLocks/>
          </p:cNvGrpSpPr>
          <p:nvPr/>
        </p:nvGrpSpPr>
        <p:grpSpPr bwMode="auto">
          <a:xfrm>
            <a:off x="5799138" y="2879725"/>
            <a:ext cx="1428750" cy="369888"/>
            <a:chOff x="1750" y="3514"/>
            <a:chExt cx="900" cy="233"/>
          </a:xfrm>
        </p:grpSpPr>
        <p:sp>
          <p:nvSpPr>
            <p:cNvPr id="67626" name="Rectangle 65"/>
            <p:cNvSpPr>
              <a:spLocks noChangeArrowheads="1"/>
            </p:cNvSpPr>
            <p:nvPr/>
          </p:nvSpPr>
          <p:spPr bwMode="auto">
            <a:xfrm>
              <a:off x="1771" y="3542"/>
              <a:ext cx="879" cy="166"/>
            </a:xfrm>
            <a:prstGeom prst="rect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latin typeface="Arial" charset="0"/>
                <a:cs typeface="Arial" charset="0"/>
              </a:endParaRPr>
            </a:p>
          </p:txBody>
        </p:sp>
        <p:sp>
          <p:nvSpPr>
            <p:cNvPr id="67627" name="Text Box 66"/>
            <p:cNvSpPr txBox="1">
              <a:spLocks noChangeArrowheads="1"/>
            </p:cNvSpPr>
            <p:nvPr/>
          </p:nvSpPr>
          <p:spPr bwMode="auto">
            <a:xfrm>
              <a:off x="1750" y="3514"/>
              <a:ext cx="356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i="0" dirty="0">
                  <a:solidFill>
                    <a:srgbClr val="FFFFFF"/>
                  </a:solidFill>
                  <a:latin typeface="Arial" charset="0"/>
                  <a:cs typeface="Arial" charset="0"/>
                </a:rPr>
                <a:t>A A</a:t>
              </a:r>
              <a:r>
                <a:rPr lang="ja-JP" altLang="en-US" i="0">
                  <a:solidFill>
                    <a:srgbClr val="FFFFFF"/>
                  </a:solidFill>
                  <a:latin typeface="Arial" charset="0"/>
                  <a:cs typeface="Arial" charset="0"/>
                </a:rPr>
                <a:t>’</a:t>
              </a:r>
              <a:endParaRPr lang="en-US" i="0" dirty="0">
                <a:solidFill>
                  <a:srgbClr val="FFFFFF"/>
                </a:solidFill>
                <a:latin typeface="Arial" charset="0"/>
                <a:cs typeface="Arial" charset="0"/>
              </a:endParaRPr>
            </a:p>
          </p:txBody>
        </p:sp>
        <p:sp>
          <p:nvSpPr>
            <p:cNvPr id="67628" name="Line 67"/>
            <p:cNvSpPr>
              <a:spLocks noChangeShapeType="1"/>
            </p:cNvSpPr>
            <p:nvPr/>
          </p:nvSpPr>
          <p:spPr bwMode="auto">
            <a:xfrm>
              <a:off x="1936" y="3535"/>
              <a:ext cx="0" cy="16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67629" name="Line 68"/>
            <p:cNvSpPr>
              <a:spLocks noChangeShapeType="1"/>
            </p:cNvSpPr>
            <p:nvPr/>
          </p:nvSpPr>
          <p:spPr bwMode="auto">
            <a:xfrm>
              <a:off x="2116" y="3540"/>
              <a:ext cx="0" cy="16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</p:grpSp>
      <p:grpSp>
        <p:nvGrpSpPr>
          <p:cNvPr id="685125" name="Group 69"/>
          <p:cNvGrpSpPr>
            <a:grpSpLocks/>
          </p:cNvGrpSpPr>
          <p:nvPr/>
        </p:nvGrpSpPr>
        <p:grpSpPr bwMode="auto">
          <a:xfrm>
            <a:off x="5799138" y="2882900"/>
            <a:ext cx="1428750" cy="369888"/>
            <a:chOff x="1750" y="3514"/>
            <a:chExt cx="900" cy="233"/>
          </a:xfrm>
        </p:grpSpPr>
        <p:sp>
          <p:nvSpPr>
            <p:cNvPr id="67622" name="Rectangle 70"/>
            <p:cNvSpPr>
              <a:spLocks noChangeArrowheads="1"/>
            </p:cNvSpPr>
            <p:nvPr/>
          </p:nvSpPr>
          <p:spPr bwMode="auto">
            <a:xfrm>
              <a:off x="1771" y="3542"/>
              <a:ext cx="879" cy="166"/>
            </a:xfrm>
            <a:prstGeom prst="rect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latin typeface="Arial" charset="0"/>
                <a:cs typeface="Arial" charset="0"/>
              </a:endParaRPr>
            </a:p>
          </p:txBody>
        </p:sp>
        <p:sp>
          <p:nvSpPr>
            <p:cNvPr id="67623" name="Text Box 71"/>
            <p:cNvSpPr txBox="1">
              <a:spLocks noChangeArrowheads="1"/>
            </p:cNvSpPr>
            <p:nvPr/>
          </p:nvSpPr>
          <p:spPr bwMode="auto">
            <a:xfrm>
              <a:off x="1750" y="3514"/>
              <a:ext cx="356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i="0" dirty="0">
                  <a:solidFill>
                    <a:srgbClr val="FFFFFF"/>
                  </a:solidFill>
                  <a:latin typeface="Arial" charset="0"/>
                  <a:cs typeface="Arial" charset="0"/>
                </a:rPr>
                <a:t>A A</a:t>
              </a:r>
              <a:r>
                <a:rPr lang="ja-JP" altLang="en-US" i="0">
                  <a:solidFill>
                    <a:srgbClr val="FFFFFF"/>
                  </a:solidFill>
                  <a:latin typeface="Arial" charset="0"/>
                  <a:cs typeface="Arial" charset="0"/>
                </a:rPr>
                <a:t>’</a:t>
              </a:r>
              <a:endParaRPr lang="en-US" i="0" dirty="0">
                <a:solidFill>
                  <a:srgbClr val="FFFFFF"/>
                </a:solidFill>
                <a:latin typeface="Arial" charset="0"/>
                <a:cs typeface="Arial" charset="0"/>
              </a:endParaRPr>
            </a:p>
          </p:txBody>
        </p:sp>
        <p:sp>
          <p:nvSpPr>
            <p:cNvPr id="67624" name="Line 72"/>
            <p:cNvSpPr>
              <a:spLocks noChangeShapeType="1"/>
            </p:cNvSpPr>
            <p:nvPr/>
          </p:nvSpPr>
          <p:spPr bwMode="auto">
            <a:xfrm>
              <a:off x="1936" y="3535"/>
              <a:ext cx="0" cy="16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67625" name="Line 73"/>
            <p:cNvSpPr>
              <a:spLocks noChangeShapeType="1"/>
            </p:cNvSpPr>
            <p:nvPr/>
          </p:nvSpPr>
          <p:spPr bwMode="auto">
            <a:xfrm>
              <a:off x="2116" y="3540"/>
              <a:ext cx="0" cy="16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</p:grpSp>
      <p:grpSp>
        <p:nvGrpSpPr>
          <p:cNvPr id="685130" name="Group 74"/>
          <p:cNvGrpSpPr>
            <a:grpSpLocks/>
          </p:cNvGrpSpPr>
          <p:nvPr/>
        </p:nvGrpSpPr>
        <p:grpSpPr bwMode="auto">
          <a:xfrm>
            <a:off x="5799138" y="2882900"/>
            <a:ext cx="1428750" cy="369888"/>
            <a:chOff x="1750" y="3514"/>
            <a:chExt cx="900" cy="233"/>
          </a:xfrm>
        </p:grpSpPr>
        <p:sp>
          <p:nvSpPr>
            <p:cNvPr id="67618" name="Rectangle 75"/>
            <p:cNvSpPr>
              <a:spLocks noChangeArrowheads="1"/>
            </p:cNvSpPr>
            <p:nvPr/>
          </p:nvSpPr>
          <p:spPr bwMode="auto">
            <a:xfrm>
              <a:off x="1771" y="3542"/>
              <a:ext cx="879" cy="166"/>
            </a:xfrm>
            <a:prstGeom prst="rect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latin typeface="Arial" charset="0"/>
                <a:cs typeface="Arial" charset="0"/>
              </a:endParaRPr>
            </a:p>
          </p:txBody>
        </p:sp>
        <p:sp>
          <p:nvSpPr>
            <p:cNvPr id="67619" name="Text Box 76"/>
            <p:cNvSpPr txBox="1">
              <a:spLocks noChangeArrowheads="1"/>
            </p:cNvSpPr>
            <p:nvPr/>
          </p:nvSpPr>
          <p:spPr bwMode="auto">
            <a:xfrm>
              <a:off x="1750" y="3514"/>
              <a:ext cx="356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i="0" dirty="0">
                  <a:solidFill>
                    <a:srgbClr val="FFFFFF"/>
                  </a:solidFill>
                  <a:latin typeface="Arial" charset="0"/>
                  <a:cs typeface="Arial" charset="0"/>
                </a:rPr>
                <a:t>A A</a:t>
              </a:r>
              <a:r>
                <a:rPr lang="ja-JP" altLang="en-US" i="0">
                  <a:solidFill>
                    <a:srgbClr val="FFFFFF"/>
                  </a:solidFill>
                  <a:latin typeface="Arial" charset="0"/>
                  <a:cs typeface="Arial" charset="0"/>
                </a:rPr>
                <a:t>’</a:t>
              </a:r>
              <a:endParaRPr lang="en-US" i="0" dirty="0">
                <a:solidFill>
                  <a:srgbClr val="FFFFFF"/>
                </a:solidFill>
                <a:latin typeface="Arial" charset="0"/>
                <a:cs typeface="Arial" charset="0"/>
              </a:endParaRPr>
            </a:p>
          </p:txBody>
        </p:sp>
        <p:sp>
          <p:nvSpPr>
            <p:cNvPr id="67620" name="Line 77"/>
            <p:cNvSpPr>
              <a:spLocks noChangeShapeType="1"/>
            </p:cNvSpPr>
            <p:nvPr/>
          </p:nvSpPr>
          <p:spPr bwMode="auto">
            <a:xfrm>
              <a:off x="1936" y="3535"/>
              <a:ext cx="0" cy="16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67621" name="Line 78"/>
            <p:cNvSpPr>
              <a:spLocks noChangeShapeType="1"/>
            </p:cNvSpPr>
            <p:nvPr/>
          </p:nvSpPr>
          <p:spPr bwMode="auto">
            <a:xfrm>
              <a:off x="2116" y="3540"/>
              <a:ext cx="0" cy="16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</p:grpSp>
      <p:grpSp>
        <p:nvGrpSpPr>
          <p:cNvPr id="685135" name="Group 79"/>
          <p:cNvGrpSpPr>
            <a:grpSpLocks/>
          </p:cNvGrpSpPr>
          <p:nvPr/>
        </p:nvGrpSpPr>
        <p:grpSpPr bwMode="auto">
          <a:xfrm>
            <a:off x="5795963" y="2879725"/>
            <a:ext cx="1428750" cy="369888"/>
            <a:chOff x="1750" y="3514"/>
            <a:chExt cx="900" cy="233"/>
          </a:xfrm>
        </p:grpSpPr>
        <p:sp>
          <p:nvSpPr>
            <p:cNvPr id="67614" name="Rectangle 80"/>
            <p:cNvSpPr>
              <a:spLocks noChangeArrowheads="1"/>
            </p:cNvSpPr>
            <p:nvPr/>
          </p:nvSpPr>
          <p:spPr bwMode="auto">
            <a:xfrm>
              <a:off x="1771" y="3542"/>
              <a:ext cx="879" cy="166"/>
            </a:xfrm>
            <a:prstGeom prst="rect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latin typeface="Arial" charset="0"/>
                <a:cs typeface="Arial" charset="0"/>
              </a:endParaRPr>
            </a:p>
          </p:txBody>
        </p:sp>
        <p:sp>
          <p:nvSpPr>
            <p:cNvPr id="67615" name="Text Box 81"/>
            <p:cNvSpPr txBox="1">
              <a:spLocks noChangeArrowheads="1"/>
            </p:cNvSpPr>
            <p:nvPr/>
          </p:nvSpPr>
          <p:spPr bwMode="auto">
            <a:xfrm>
              <a:off x="1750" y="3514"/>
              <a:ext cx="356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i="0" dirty="0">
                  <a:solidFill>
                    <a:srgbClr val="FFFFFF"/>
                  </a:solidFill>
                  <a:latin typeface="Arial" charset="0"/>
                  <a:cs typeface="Arial" charset="0"/>
                </a:rPr>
                <a:t>A A</a:t>
              </a:r>
              <a:r>
                <a:rPr lang="ja-JP" altLang="en-US" i="0">
                  <a:solidFill>
                    <a:srgbClr val="FFFFFF"/>
                  </a:solidFill>
                  <a:latin typeface="Arial" charset="0"/>
                  <a:cs typeface="Arial" charset="0"/>
                </a:rPr>
                <a:t>’</a:t>
              </a:r>
              <a:endParaRPr lang="en-US" i="0" dirty="0">
                <a:solidFill>
                  <a:srgbClr val="FFFFFF"/>
                </a:solidFill>
                <a:latin typeface="Arial" charset="0"/>
                <a:cs typeface="Arial" charset="0"/>
              </a:endParaRPr>
            </a:p>
          </p:txBody>
        </p:sp>
        <p:sp>
          <p:nvSpPr>
            <p:cNvPr id="67616" name="Line 82"/>
            <p:cNvSpPr>
              <a:spLocks noChangeShapeType="1"/>
            </p:cNvSpPr>
            <p:nvPr/>
          </p:nvSpPr>
          <p:spPr bwMode="auto">
            <a:xfrm>
              <a:off x="1936" y="3535"/>
              <a:ext cx="0" cy="16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67617" name="Line 83"/>
            <p:cNvSpPr>
              <a:spLocks noChangeShapeType="1"/>
            </p:cNvSpPr>
            <p:nvPr/>
          </p:nvSpPr>
          <p:spPr bwMode="auto">
            <a:xfrm>
              <a:off x="2116" y="3540"/>
              <a:ext cx="0" cy="16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</p:grpSp>
      <p:sp>
        <p:nvSpPr>
          <p:cNvPr id="685140" name="Rectangle 84"/>
          <p:cNvSpPr>
            <a:spLocks noGrp="1" noChangeArrowheads="1"/>
          </p:cNvSpPr>
          <p:nvPr>
            <p:ph type="body" idx="1"/>
          </p:nvPr>
        </p:nvSpPr>
        <p:spPr>
          <a:xfrm>
            <a:off x="285750" y="1508125"/>
            <a:ext cx="4044950" cy="944563"/>
          </a:xfrm>
        </p:spPr>
        <p:txBody>
          <a:bodyPr/>
          <a:lstStyle/>
          <a:p>
            <a:pPr>
              <a:lnSpc>
                <a:spcPct val="90000"/>
              </a:lnSpc>
              <a:defRPr/>
            </a:pPr>
            <a:r>
              <a:rPr lang="en-US" dirty="0">
                <a:latin typeface="Gill Sans MT" charset="0"/>
                <a:cs typeface="+mn-cs"/>
              </a:rPr>
              <a:t>frame destination, A’, location unknown:</a:t>
            </a:r>
            <a:endParaRPr lang="en-US" i="1" dirty="0">
              <a:latin typeface="Gill Sans MT" charset="0"/>
              <a:cs typeface="+mn-cs"/>
            </a:endParaRPr>
          </a:p>
        </p:txBody>
      </p:sp>
      <p:sp>
        <p:nvSpPr>
          <p:cNvPr id="685142" name="Text Box 86"/>
          <p:cNvSpPr txBox="1">
            <a:spLocks noChangeArrowheads="1"/>
          </p:cNvSpPr>
          <p:nvPr/>
        </p:nvSpPr>
        <p:spPr bwMode="auto">
          <a:xfrm>
            <a:off x="3349625" y="1847850"/>
            <a:ext cx="838200" cy="522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sz="2800" dirty="0">
                <a:solidFill>
                  <a:srgbClr val="CC0000"/>
                </a:solidFill>
                <a:latin typeface="Gill Sans MT" charset="0"/>
                <a:cs typeface="+mn-cs"/>
              </a:rPr>
              <a:t>flood</a:t>
            </a:r>
          </a:p>
        </p:txBody>
      </p:sp>
      <p:grpSp>
        <p:nvGrpSpPr>
          <p:cNvPr id="685148" name="Group 92"/>
          <p:cNvGrpSpPr>
            <a:grpSpLocks/>
          </p:cNvGrpSpPr>
          <p:nvPr/>
        </p:nvGrpSpPr>
        <p:grpSpPr bwMode="auto">
          <a:xfrm>
            <a:off x="6130925" y="3981450"/>
            <a:ext cx="1428750" cy="369888"/>
            <a:chOff x="730" y="2472"/>
            <a:chExt cx="900" cy="233"/>
          </a:xfrm>
        </p:grpSpPr>
        <p:sp>
          <p:nvSpPr>
            <p:cNvPr id="67610" name="Rectangle 88"/>
            <p:cNvSpPr>
              <a:spLocks noChangeArrowheads="1"/>
            </p:cNvSpPr>
            <p:nvPr/>
          </p:nvSpPr>
          <p:spPr bwMode="auto">
            <a:xfrm>
              <a:off x="751" y="2500"/>
              <a:ext cx="879" cy="166"/>
            </a:xfrm>
            <a:prstGeom prst="rect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latin typeface="Arial" charset="0"/>
                <a:cs typeface="Arial" charset="0"/>
              </a:endParaRPr>
            </a:p>
          </p:txBody>
        </p:sp>
        <p:sp>
          <p:nvSpPr>
            <p:cNvPr id="67611" name="Text Box 89"/>
            <p:cNvSpPr txBox="1">
              <a:spLocks noChangeArrowheads="1"/>
            </p:cNvSpPr>
            <p:nvPr/>
          </p:nvSpPr>
          <p:spPr bwMode="auto">
            <a:xfrm>
              <a:off x="730" y="2472"/>
              <a:ext cx="359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i="0" dirty="0">
                  <a:solidFill>
                    <a:srgbClr val="FFFFFF"/>
                  </a:solidFill>
                  <a:latin typeface="Arial" charset="0"/>
                  <a:cs typeface="Arial" charset="0"/>
                </a:rPr>
                <a:t>A</a:t>
              </a:r>
              <a:r>
                <a:rPr lang="ja-JP" altLang="en-US" i="0">
                  <a:solidFill>
                    <a:srgbClr val="FFFFFF"/>
                  </a:solidFill>
                  <a:latin typeface="Arial" charset="0"/>
                  <a:cs typeface="Arial" charset="0"/>
                </a:rPr>
                <a:t>’</a:t>
              </a:r>
              <a:r>
                <a:rPr lang="en-US" i="0" dirty="0">
                  <a:solidFill>
                    <a:srgbClr val="FFFFFF"/>
                  </a:solidFill>
                  <a:latin typeface="Arial" charset="0"/>
                  <a:cs typeface="Arial" charset="0"/>
                </a:rPr>
                <a:t> A</a:t>
              </a:r>
            </a:p>
          </p:txBody>
        </p:sp>
        <p:sp>
          <p:nvSpPr>
            <p:cNvPr id="67612" name="Line 90"/>
            <p:cNvSpPr>
              <a:spLocks noChangeShapeType="1"/>
            </p:cNvSpPr>
            <p:nvPr/>
          </p:nvSpPr>
          <p:spPr bwMode="auto">
            <a:xfrm>
              <a:off x="937" y="2493"/>
              <a:ext cx="0" cy="16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67613" name="Line 91"/>
            <p:cNvSpPr>
              <a:spLocks noChangeShapeType="1"/>
            </p:cNvSpPr>
            <p:nvPr/>
          </p:nvSpPr>
          <p:spPr bwMode="auto">
            <a:xfrm>
              <a:off x="1096" y="2498"/>
              <a:ext cx="0" cy="16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</p:grpSp>
      <p:sp>
        <p:nvSpPr>
          <p:cNvPr id="685149" name="Rectangle 93"/>
          <p:cNvSpPr>
            <a:spLocks noChangeArrowheads="1"/>
          </p:cNvSpPr>
          <p:nvPr/>
        </p:nvSpPr>
        <p:spPr bwMode="auto">
          <a:xfrm>
            <a:off x="300038" y="2425700"/>
            <a:ext cx="4044950" cy="944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marL="279400" indent="-279400">
              <a:spcBef>
                <a:spcPct val="20000"/>
              </a:spcBef>
              <a:buClr>
                <a:srgbClr val="000099"/>
              </a:buClr>
              <a:buSzPct val="100000"/>
              <a:buFont typeface="Wingdings" charset="2"/>
              <a:buChar char="§"/>
              <a:defRPr/>
            </a:pPr>
            <a:r>
              <a:rPr lang="en-US" sz="2800" i="0" dirty="0">
                <a:solidFill>
                  <a:srgbClr val="000000"/>
                </a:solidFill>
                <a:latin typeface="Gill Sans MT" charset="0"/>
                <a:cs typeface="+mn-cs"/>
              </a:rPr>
              <a:t>destination A location known:</a:t>
            </a:r>
            <a:endParaRPr lang="en-US" sz="2800" dirty="0">
              <a:solidFill>
                <a:srgbClr val="FF0000"/>
              </a:solidFill>
              <a:latin typeface="Gill Sans MT" charset="0"/>
              <a:cs typeface="+mn-cs"/>
            </a:endParaRPr>
          </a:p>
        </p:txBody>
      </p:sp>
      <p:grpSp>
        <p:nvGrpSpPr>
          <p:cNvPr id="685150" name="Group 94"/>
          <p:cNvGrpSpPr>
            <a:grpSpLocks/>
          </p:cNvGrpSpPr>
          <p:nvPr/>
        </p:nvGrpSpPr>
        <p:grpSpPr bwMode="auto">
          <a:xfrm>
            <a:off x="3768725" y="5656263"/>
            <a:ext cx="2471738" cy="374650"/>
            <a:chOff x="2376" y="3383"/>
            <a:chExt cx="1557" cy="236"/>
          </a:xfrm>
        </p:grpSpPr>
        <p:sp>
          <p:nvSpPr>
            <p:cNvPr id="67607" name="Text Box 95"/>
            <p:cNvSpPr txBox="1">
              <a:spLocks noChangeArrowheads="1"/>
            </p:cNvSpPr>
            <p:nvPr/>
          </p:nvSpPr>
          <p:spPr bwMode="auto">
            <a:xfrm>
              <a:off x="2376" y="3388"/>
              <a:ext cx="247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dirty="0">
                  <a:solidFill>
                    <a:srgbClr val="000000"/>
                  </a:solidFill>
                  <a:latin typeface="Arial" charset="0"/>
                  <a:cs typeface="Arial" charset="0"/>
                </a:rPr>
                <a:t>A</a:t>
              </a:r>
              <a:r>
                <a:rPr lang="ja-JP" altLang="en-US">
                  <a:solidFill>
                    <a:srgbClr val="000000"/>
                  </a:solidFill>
                  <a:latin typeface="Arial" charset="0"/>
                  <a:cs typeface="Arial" charset="0"/>
                </a:rPr>
                <a:t>’</a:t>
              </a:r>
              <a:endParaRPr lang="en-US" dirty="0">
                <a:solidFill>
                  <a:srgbClr val="000000"/>
                </a:solidFill>
                <a:latin typeface="Arial" charset="0"/>
                <a:cs typeface="Arial" charset="0"/>
              </a:endParaRPr>
            </a:p>
          </p:txBody>
        </p:sp>
        <p:sp>
          <p:nvSpPr>
            <p:cNvPr id="67608" name="Text Box 96"/>
            <p:cNvSpPr txBox="1">
              <a:spLocks noChangeArrowheads="1"/>
            </p:cNvSpPr>
            <p:nvPr/>
          </p:nvSpPr>
          <p:spPr bwMode="auto">
            <a:xfrm>
              <a:off x="3133" y="3387"/>
              <a:ext cx="204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dirty="0">
                  <a:solidFill>
                    <a:srgbClr val="000000"/>
                  </a:solidFill>
                  <a:latin typeface="Arial" charset="0"/>
                  <a:cs typeface="Arial" charset="0"/>
                </a:rPr>
                <a:t>4</a:t>
              </a:r>
            </a:p>
          </p:txBody>
        </p:sp>
        <p:sp>
          <p:nvSpPr>
            <p:cNvPr id="67609" name="Text Box 97"/>
            <p:cNvSpPr txBox="1">
              <a:spLocks noChangeArrowheads="1"/>
            </p:cNvSpPr>
            <p:nvPr/>
          </p:nvSpPr>
          <p:spPr bwMode="auto">
            <a:xfrm>
              <a:off x="3655" y="3383"/>
              <a:ext cx="278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dirty="0">
                  <a:solidFill>
                    <a:srgbClr val="000000"/>
                  </a:solidFill>
                  <a:latin typeface="Arial" charset="0"/>
                  <a:cs typeface="Arial" charset="0"/>
                </a:rPr>
                <a:t>60</a:t>
              </a:r>
            </a:p>
          </p:txBody>
        </p:sp>
      </p:grpSp>
      <p:sp>
        <p:nvSpPr>
          <p:cNvPr id="685154" name="Rectangle 98"/>
          <p:cNvSpPr>
            <a:spLocks noChangeArrowheads="1"/>
          </p:cNvSpPr>
          <p:nvPr/>
        </p:nvSpPr>
        <p:spPr bwMode="auto">
          <a:xfrm>
            <a:off x="619121" y="2884488"/>
            <a:ext cx="3729037" cy="5318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lnSpc>
                <a:spcPts val="3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charset="0"/>
              <a:buNone/>
              <a:defRPr/>
            </a:pPr>
            <a:r>
              <a:rPr lang="en-US" sz="2800" dirty="0">
                <a:solidFill>
                  <a:srgbClr val="CC0000"/>
                </a:solidFill>
                <a:latin typeface="Gill Sans MT" charset="0"/>
                <a:cs typeface="+mn-cs"/>
              </a:rPr>
              <a:t>            selectively send </a:t>
            </a:r>
          </a:p>
          <a:p>
            <a:pPr marL="342900" indent="-342900">
              <a:lnSpc>
                <a:spcPts val="3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charset="0"/>
              <a:buNone/>
              <a:defRPr/>
            </a:pPr>
            <a:r>
              <a:rPr lang="en-US" sz="2800" dirty="0">
                <a:solidFill>
                  <a:srgbClr val="CC0000"/>
                </a:solidFill>
                <a:latin typeface="Gill Sans MT" charset="0"/>
                <a:cs typeface="+mn-cs"/>
              </a:rPr>
              <a:t>on just one link</a:t>
            </a:r>
          </a:p>
        </p:txBody>
      </p:sp>
      <p:pic>
        <p:nvPicPr>
          <p:cNvPr id="171029" name="Picture 18" descr="underline_base"/>
          <p:cNvPicPr>
            <a:picLocks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7975" y="919955"/>
            <a:ext cx="6399213" cy="173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4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56154" y="6522365"/>
            <a:ext cx="548655" cy="272319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200" dirty="0">
                <a:latin typeface="Tahoma" charset="0"/>
              </a:rPr>
              <a:t>6-</a:t>
            </a:r>
            <a:fld id="{8E8C6E93-DF5B-BC4B-80F9-500DED1EEDCC}" type="slidenum">
              <a:rPr lang="en-US" sz="1200">
                <a:latin typeface="Tahoma" charset="0"/>
              </a:rPr>
              <a:pPr/>
              <a:t>8</a:t>
            </a:fld>
            <a:endParaRPr lang="en-US" sz="1200" dirty="0">
              <a:latin typeface="Tahoma" charset="0"/>
            </a:endParaRPr>
          </a:p>
        </p:txBody>
      </p:sp>
      <p:sp>
        <p:nvSpPr>
          <p:cNvPr id="115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6375496" y="6521551"/>
            <a:ext cx="2177473" cy="241541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Link Layer and LANs</a:t>
            </a:r>
          </a:p>
        </p:txBody>
      </p:sp>
    </p:spTree>
    <p:extLst>
      <p:ext uri="{BB962C8B-B14F-4D97-AF65-F5344CB8AC3E}">
        <p14:creationId xmlns:p14="http://schemas.microsoft.com/office/powerpoint/2010/main" val="29643622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50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6850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50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5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6850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5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685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50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44444E-6 -2.59259E-6 L -0.10694 0.11482 L -0.10694 0.24329 " pathEditMode="relative" rAng="0" ptsTypes="AAA">
                                      <p:cBhvr>
                                        <p:cTn id="24" dur="2000" fill="hold"/>
                                        <p:tgtEl>
                                          <p:spTgt spid="68508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347" y="1215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6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5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685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3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51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5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50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5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5E-6 6.2963E-6 L -0.12118 -0.09814 " pathEditMode="relative" ptsTypes="AA">
                                      <p:cBhvr>
                                        <p:cTn id="42" dur="2000" fill="hold"/>
                                        <p:tgtEl>
                                          <p:spTgt spid="6851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5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61111E-6 -7.40741E-7 L -0.09532 0.14352 " pathEditMode="relative" rAng="0" ptsTypes="AA">
                                      <p:cBhvr>
                                        <p:cTn id="46" dur="2000" fill="hold"/>
                                        <p:tgtEl>
                                          <p:spTgt spid="6851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4774" y="7176"/>
                                    </p:animMotion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5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61111E-6 -7.40741E-7 L 0.03489 0.15509 " pathEditMode="relative" rAng="0" ptsTypes="AA">
                                      <p:cBhvr>
                                        <p:cTn id="50" dur="2000" fill="hold"/>
                                        <p:tgtEl>
                                          <p:spTgt spid="6851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736" y="7755"/>
                                    </p:animMotion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5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61111E-6 -7.40741E-7 L 0.16163 0.06667 " pathEditMode="relative" rAng="0" ptsTypes="AA">
                                      <p:cBhvr>
                                        <p:cTn id="54" dur="2000" fill="hold"/>
                                        <p:tgtEl>
                                          <p:spTgt spid="6851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073" y="3333"/>
                                    </p:animMotion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5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8.33333E-7 -3.7037E-6 L 0.11545 -0.10231 " pathEditMode="relative" rAng="0" ptsTypes="AA">
                                      <p:cBhvr>
                                        <p:cTn id="58" dur="2000" fill="hold"/>
                                        <p:tgtEl>
                                          <p:spTgt spid="68513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764" y="-511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60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5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5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5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5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5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 nodeType="clickPar">
                      <p:stCondLst>
                        <p:cond delay="indefinite"/>
                      </p:stCondLst>
                      <p:childTnLst>
                        <p:par>
                          <p:cTn id="7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5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4" dur="500"/>
                                        <p:tgtEl>
                                          <p:spTgt spid="685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6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139 -0.00509 L -0.03767 -0.17014 " pathEditMode="relative" rAng="0" ptsTypes="AA">
                                      <p:cBhvr>
                                        <p:cTn id="77" dur="2000" fill="hold"/>
                                        <p:tgtEl>
                                          <p:spTgt spid="68514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823" y="-826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7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51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82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5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4" dur="500"/>
                                        <p:tgtEl>
                                          <p:spTgt spid="685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 nodeType="clickPar">
                      <p:stCondLst>
                        <p:cond delay="indefinite"/>
                      </p:stCondLst>
                      <p:childTnLst>
                        <p:par>
                          <p:cTn id="8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51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 nodeType="clickPar">
                      <p:stCondLst>
                        <p:cond delay="indefinite"/>
                      </p:stCondLst>
                      <p:childTnLst>
                        <p:par>
                          <p:cTn id="9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515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3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94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3611 -0.1588 L -0.03472 -0.32871 " pathEditMode="relative" ptsTypes="AA">
                                      <p:cBhvr>
                                        <p:cTn id="95" dur="2000" fill="hold"/>
                                        <p:tgtEl>
                                          <p:spTgt spid="68514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85104" grpId="0"/>
      <p:bldP spid="685140" grpId="0" build="p"/>
      <p:bldP spid="685142" grpId="0"/>
      <p:bldP spid="685149" grpId="0" build="p"/>
      <p:bldP spid="685154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2" name="Rectangle 5"/>
          <p:cNvSpPr>
            <a:spLocks noGrp="1" noChangeArrowheads="1"/>
          </p:cNvSpPr>
          <p:nvPr>
            <p:ph type="title"/>
          </p:nvPr>
        </p:nvSpPr>
        <p:spPr>
          <a:xfrm>
            <a:off x="546100" y="0"/>
            <a:ext cx="7772400" cy="1143000"/>
          </a:xfrm>
        </p:spPr>
        <p:txBody>
          <a:bodyPr/>
          <a:lstStyle/>
          <a:p>
            <a:pPr>
              <a:defRPr/>
            </a:pPr>
            <a:r>
              <a:rPr lang="en-US" dirty="0">
                <a:latin typeface="Gill Sans MT" charset="0"/>
                <a:cs typeface="+mj-cs"/>
              </a:rPr>
              <a:t>Interconnecting switches</a:t>
            </a:r>
          </a:p>
        </p:txBody>
      </p:sp>
      <p:sp>
        <p:nvSpPr>
          <p:cNvPr id="68613" name="Rectangle 6"/>
          <p:cNvSpPr>
            <a:spLocks noGrp="1" noChangeArrowheads="1"/>
          </p:cNvSpPr>
          <p:nvPr>
            <p:ph type="body" idx="1"/>
          </p:nvPr>
        </p:nvSpPr>
        <p:spPr>
          <a:xfrm>
            <a:off x="698500" y="1320800"/>
            <a:ext cx="7881938" cy="682625"/>
          </a:xfrm>
        </p:spPr>
        <p:txBody>
          <a:bodyPr/>
          <a:lstStyle/>
          <a:p>
            <a:pPr marL="0" indent="0">
              <a:buNone/>
              <a:defRPr/>
            </a:pPr>
            <a:r>
              <a:rPr lang="en-US" dirty="0">
                <a:latin typeface="Gill Sans MT" charset="0"/>
                <a:cs typeface="+mn-cs"/>
              </a:rPr>
              <a:t>self-learning switches can be connected together:</a:t>
            </a:r>
          </a:p>
        </p:txBody>
      </p:sp>
      <p:sp>
        <p:nvSpPr>
          <p:cNvPr id="681030" name="Rectangle 70"/>
          <p:cNvSpPr>
            <a:spLocks noChangeArrowheads="1"/>
          </p:cNvSpPr>
          <p:nvPr/>
        </p:nvSpPr>
        <p:spPr bwMode="auto">
          <a:xfrm>
            <a:off x="690563" y="4535488"/>
            <a:ext cx="7881937" cy="1676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defRPr/>
            </a:pPr>
            <a:r>
              <a:rPr lang="en-US" sz="2800" i="1" u="sng" dirty="0">
                <a:solidFill>
                  <a:srgbClr val="CC0000"/>
                </a:solidFill>
                <a:latin typeface="Gill Sans MT" charset="0"/>
                <a:cs typeface="+mn-cs"/>
              </a:rPr>
              <a:t>Q:</a:t>
            </a:r>
            <a:r>
              <a:rPr lang="en-US" sz="2800" i="1" dirty="0">
                <a:solidFill>
                  <a:srgbClr val="000000"/>
                </a:solidFill>
                <a:latin typeface="Gill Sans MT" charset="0"/>
                <a:cs typeface="+mn-cs"/>
              </a:rPr>
              <a:t> </a:t>
            </a:r>
            <a:r>
              <a:rPr lang="en-US" sz="2800" i="0" dirty="0">
                <a:solidFill>
                  <a:srgbClr val="000000"/>
                </a:solidFill>
                <a:latin typeface="Gill Sans MT" charset="0"/>
                <a:cs typeface="+mn-cs"/>
              </a:rPr>
              <a:t>sending from A to G - how does S</a:t>
            </a:r>
            <a:r>
              <a:rPr lang="en-US" sz="2800" i="0" baseline="-25000" dirty="0">
                <a:solidFill>
                  <a:srgbClr val="000000"/>
                </a:solidFill>
                <a:latin typeface="Gill Sans MT" charset="0"/>
                <a:cs typeface="+mn-cs"/>
              </a:rPr>
              <a:t>1</a:t>
            </a:r>
            <a:r>
              <a:rPr lang="en-US" sz="2800" i="0" dirty="0">
                <a:solidFill>
                  <a:srgbClr val="000000"/>
                </a:solidFill>
                <a:latin typeface="Gill Sans MT" charset="0"/>
                <a:cs typeface="+mn-cs"/>
              </a:rPr>
              <a:t> know to forward frame destined to G via S</a:t>
            </a:r>
            <a:r>
              <a:rPr lang="en-US" sz="2800" i="0" baseline="-25000" dirty="0">
                <a:solidFill>
                  <a:srgbClr val="000000"/>
                </a:solidFill>
                <a:latin typeface="Gill Sans MT" charset="0"/>
                <a:cs typeface="+mn-cs"/>
              </a:rPr>
              <a:t>4</a:t>
            </a:r>
            <a:r>
              <a:rPr lang="en-US" sz="2800" i="0" dirty="0">
                <a:solidFill>
                  <a:srgbClr val="000000"/>
                </a:solidFill>
                <a:latin typeface="Gill Sans MT" charset="0"/>
                <a:cs typeface="+mn-cs"/>
              </a:rPr>
              <a:t> and S</a:t>
            </a:r>
            <a:r>
              <a:rPr lang="en-US" sz="2800" i="0" baseline="-25000" dirty="0">
                <a:solidFill>
                  <a:srgbClr val="000000"/>
                </a:solidFill>
                <a:latin typeface="Gill Sans MT" charset="0"/>
                <a:cs typeface="+mn-cs"/>
              </a:rPr>
              <a:t>3</a:t>
            </a:r>
            <a:r>
              <a:rPr lang="en-US" sz="2800" i="0" dirty="0">
                <a:solidFill>
                  <a:srgbClr val="000000"/>
                </a:solidFill>
                <a:latin typeface="Gill Sans MT" charset="0"/>
                <a:cs typeface="+mn-cs"/>
              </a:rPr>
              <a:t>?</a:t>
            </a:r>
          </a:p>
          <a:p>
            <a:pPr marL="457200" indent="-287338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charset="2"/>
              <a:buChar char="§"/>
              <a:defRPr/>
            </a:pPr>
            <a:r>
              <a:rPr lang="en-US" sz="2800" i="1" u="sng" dirty="0">
                <a:solidFill>
                  <a:srgbClr val="CC0000"/>
                </a:solidFill>
                <a:latin typeface="Gill Sans MT" charset="0"/>
                <a:cs typeface="+mn-cs"/>
              </a:rPr>
              <a:t>A:</a:t>
            </a:r>
            <a:r>
              <a:rPr lang="en-US" sz="2800" i="1" dirty="0">
                <a:solidFill>
                  <a:srgbClr val="CC0000"/>
                </a:solidFill>
                <a:latin typeface="Gill Sans MT" charset="0"/>
                <a:cs typeface="+mn-cs"/>
              </a:rPr>
              <a:t> </a:t>
            </a:r>
            <a:r>
              <a:rPr lang="en-US" sz="2800" i="0" dirty="0">
                <a:solidFill>
                  <a:srgbClr val="000000"/>
                </a:solidFill>
                <a:latin typeface="Gill Sans MT" charset="0"/>
                <a:cs typeface="+mn-cs"/>
              </a:rPr>
              <a:t>self learning! (works </a:t>
            </a:r>
            <a:r>
              <a:rPr lang="en-US" sz="2800" dirty="0">
                <a:solidFill>
                  <a:srgbClr val="000000"/>
                </a:solidFill>
                <a:latin typeface="Gill Sans MT" charset="0"/>
                <a:cs typeface="+mn-cs"/>
              </a:rPr>
              <a:t>exactly</a:t>
            </a:r>
            <a:r>
              <a:rPr lang="en-US" sz="2800" i="0" dirty="0">
                <a:solidFill>
                  <a:srgbClr val="000000"/>
                </a:solidFill>
                <a:latin typeface="Gill Sans MT" charset="0"/>
                <a:cs typeface="+mn-cs"/>
              </a:rPr>
              <a:t> the same as in single-switch case!)</a:t>
            </a:r>
          </a:p>
        </p:txBody>
      </p:sp>
      <p:grpSp>
        <p:nvGrpSpPr>
          <p:cNvPr id="173062" name="Group 1"/>
          <p:cNvGrpSpPr>
            <a:grpSpLocks/>
          </p:cNvGrpSpPr>
          <p:nvPr/>
        </p:nvGrpSpPr>
        <p:grpSpPr bwMode="auto">
          <a:xfrm>
            <a:off x="958850" y="2444750"/>
            <a:ext cx="2047875" cy="1358900"/>
            <a:chOff x="958850" y="2444750"/>
            <a:chExt cx="2048416" cy="1358710"/>
          </a:xfrm>
        </p:grpSpPr>
        <p:sp>
          <p:nvSpPr>
            <p:cNvPr id="68657" name="Line 20"/>
            <p:cNvSpPr>
              <a:spLocks noChangeShapeType="1"/>
            </p:cNvSpPr>
            <p:nvPr/>
          </p:nvSpPr>
          <p:spPr bwMode="auto">
            <a:xfrm flipH="1">
              <a:off x="1582903" y="3030456"/>
              <a:ext cx="55577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68658" name="Line 21"/>
            <p:cNvSpPr>
              <a:spLocks noChangeShapeType="1"/>
            </p:cNvSpPr>
            <p:nvPr/>
          </p:nvSpPr>
          <p:spPr bwMode="auto">
            <a:xfrm flipH="1">
              <a:off x="1970355" y="3078074"/>
              <a:ext cx="271534" cy="31428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68659" name="Line 22"/>
            <p:cNvSpPr>
              <a:spLocks noChangeShapeType="1"/>
            </p:cNvSpPr>
            <p:nvPr/>
          </p:nvSpPr>
          <p:spPr bwMode="auto">
            <a:xfrm>
              <a:off x="2389566" y="3106645"/>
              <a:ext cx="73044" cy="29523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68660" name="Text Box 64"/>
            <p:cNvSpPr txBox="1">
              <a:spLocks noChangeArrowheads="1"/>
            </p:cNvSpPr>
            <p:nvPr/>
          </p:nvSpPr>
          <p:spPr bwMode="auto">
            <a:xfrm>
              <a:off x="958850" y="2844744"/>
              <a:ext cx="350931" cy="36666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i="0" dirty="0">
                  <a:solidFill>
                    <a:srgbClr val="000000"/>
                  </a:solidFill>
                  <a:latin typeface="Arial" charset="0"/>
                  <a:cs typeface="Arial" charset="0"/>
                </a:rPr>
                <a:t>A</a:t>
              </a:r>
            </a:p>
          </p:txBody>
        </p:sp>
        <p:sp>
          <p:nvSpPr>
            <p:cNvPr id="68661" name="Text Box 65"/>
            <p:cNvSpPr txBox="1">
              <a:spLocks noChangeArrowheads="1"/>
            </p:cNvSpPr>
            <p:nvPr/>
          </p:nvSpPr>
          <p:spPr bwMode="auto">
            <a:xfrm>
              <a:off x="1408232" y="3306642"/>
              <a:ext cx="338226" cy="36983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i="0" dirty="0">
                  <a:solidFill>
                    <a:srgbClr val="000000"/>
                  </a:solidFill>
                  <a:latin typeface="Arial" charset="0"/>
                  <a:cs typeface="Arial" charset="0"/>
                </a:rPr>
                <a:t>B</a:t>
              </a:r>
            </a:p>
          </p:txBody>
        </p:sp>
        <p:sp>
          <p:nvSpPr>
            <p:cNvPr id="68662" name="Text Box 73"/>
            <p:cNvSpPr txBox="1">
              <a:spLocks noChangeArrowheads="1"/>
            </p:cNvSpPr>
            <p:nvPr/>
          </p:nvSpPr>
          <p:spPr bwMode="auto">
            <a:xfrm>
              <a:off x="2181548" y="2444750"/>
              <a:ext cx="423975" cy="36983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i="0" dirty="0">
                  <a:solidFill>
                    <a:srgbClr val="000000"/>
                  </a:solidFill>
                  <a:latin typeface="Arial" charset="0"/>
                  <a:cs typeface="Arial" charset="0"/>
                </a:rPr>
                <a:t>S</a:t>
              </a:r>
              <a:r>
                <a:rPr lang="en-US" i="0" baseline="-25000" dirty="0">
                  <a:solidFill>
                    <a:srgbClr val="000000"/>
                  </a:solidFill>
                  <a:latin typeface="Arial" charset="0"/>
                  <a:cs typeface="Arial" charset="0"/>
                </a:rPr>
                <a:t>1</a:t>
              </a:r>
            </a:p>
          </p:txBody>
        </p:sp>
        <p:sp>
          <p:nvSpPr>
            <p:cNvPr id="68663" name="Text Box 66"/>
            <p:cNvSpPr txBox="1">
              <a:spLocks noChangeArrowheads="1"/>
            </p:cNvSpPr>
            <p:nvPr/>
          </p:nvSpPr>
          <p:spPr bwMode="auto">
            <a:xfrm>
              <a:off x="2656336" y="3298706"/>
              <a:ext cx="350930" cy="36983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i="0" dirty="0">
                  <a:solidFill>
                    <a:srgbClr val="000000"/>
                  </a:solidFill>
                  <a:latin typeface="Arial" charset="0"/>
                  <a:cs typeface="Arial" charset="0"/>
                </a:rPr>
                <a:t>C</a:t>
              </a:r>
            </a:p>
          </p:txBody>
        </p:sp>
        <p:grpSp>
          <p:nvGrpSpPr>
            <p:cNvPr id="173111" name="Group 44"/>
            <p:cNvGrpSpPr>
              <a:grpSpLocks/>
            </p:cNvGrpSpPr>
            <p:nvPr/>
          </p:nvGrpSpPr>
          <p:grpSpPr bwMode="auto">
            <a:xfrm>
              <a:off x="1127760" y="2834640"/>
              <a:ext cx="568960" cy="481140"/>
              <a:chOff x="-44" y="1473"/>
              <a:chExt cx="981" cy="1105"/>
            </a:xfrm>
          </p:grpSpPr>
          <p:pic>
            <p:nvPicPr>
              <p:cNvPr id="173119" name="Picture 45" descr="desktop_computer_stylized_medium"/>
              <p:cNvPicPr>
                <a:picLocks noChangeAspect="1" noChangeArrowheads="1"/>
              </p:cNvPicPr>
              <p:nvPr/>
            </p:nvPicPr>
            <p:blipFill>
              <a:blip r:embed="rId3" cstate="email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73120" name="Freeform 46"/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1736 w 356"/>
                  <a:gd name="T3" fmla="*/ 95 h 368"/>
                  <a:gd name="T4" fmla="*/ 2059 w 356"/>
                  <a:gd name="T5" fmla="*/ 1990 h 368"/>
                  <a:gd name="T6" fmla="*/ 454 w 356"/>
                  <a:gd name="T7" fmla="*/ 2489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</p:grpSp>
        <p:grpSp>
          <p:nvGrpSpPr>
            <p:cNvPr id="173112" name="Group 44"/>
            <p:cNvGrpSpPr>
              <a:grpSpLocks/>
            </p:cNvGrpSpPr>
            <p:nvPr/>
          </p:nvGrpSpPr>
          <p:grpSpPr bwMode="auto">
            <a:xfrm>
              <a:off x="1534160" y="3291840"/>
              <a:ext cx="568960" cy="481140"/>
              <a:chOff x="-44" y="1473"/>
              <a:chExt cx="981" cy="1105"/>
            </a:xfrm>
          </p:grpSpPr>
          <p:pic>
            <p:nvPicPr>
              <p:cNvPr id="173117" name="Picture 45" descr="desktop_computer_stylized_medium"/>
              <p:cNvPicPr>
                <a:picLocks noChangeAspect="1" noChangeArrowheads="1"/>
              </p:cNvPicPr>
              <p:nvPr/>
            </p:nvPicPr>
            <p:blipFill>
              <a:blip r:embed="rId3" cstate="email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73118" name="Freeform 46"/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1736 w 356"/>
                  <a:gd name="T3" fmla="*/ 95 h 368"/>
                  <a:gd name="T4" fmla="*/ 2059 w 356"/>
                  <a:gd name="T5" fmla="*/ 1990 h 368"/>
                  <a:gd name="T6" fmla="*/ 454 w 356"/>
                  <a:gd name="T7" fmla="*/ 2489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</p:grpSp>
        <p:grpSp>
          <p:nvGrpSpPr>
            <p:cNvPr id="173113" name="Group 44"/>
            <p:cNvGrpSpPr>
              <a:grpSpLocks/>
            </p:cNvGrpSpPr>
            <p:nvPr/>
          </p:nvGrpSpPr>
          <p:grpSpPr bwMode="auto">
            <a:xfrm>
              <a:off x="2062480" y="3322320"/>
              <a:ext cx="568960" cy="481140"/>
              <a:chOff x="-44" y="1473"/>
              <a:chExt cx="981" cy="1105"/>
            </a:xfrm>
          </p:grpSpPr>
          <p:pic>
            <p:nvPicPr>
              <p:cNvPr id="173115" name="Picture 45" descr="desktop_computer_stylized_medium"/>
              <p:cNvPicPr>
                <a:picLocks noChangeAspect="1" noChangeArrowheads="1"/>
              </p:cNvPicPr>
              <p:nvPr/>
            </p:nvPicPr>
            <p:blipFill>
              <a:blip r:embed="rId3" cstate="email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73116" name="Freeform 46"/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1736 w 356"/>
                  <a:gd name="T3" fmla="*/ 95 h 368"/>
                  <a:gd name="T4" fmla="*/ 2059 w 356"/>
                  <a:gd name="T5" fmla="*/ 1990 h 368"/>
                  <a:gd name="T6" fmla="*/ 454 w 356"/>
                  <a:gd name="T7" fmla="*/ 2489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</p:grpSp>
        <p:pic>
          <p:nvPicPr>
            <p:cNvPr id="68667" name="Picture 3"/>
            <p:cNvPicPr>
              <a:picLocks noChangeAspect="1" noChangeArrowheads="1"/>
            </p:cNvPicPr>
            <p:nvPr/>
          </p:nvPicPr>
          <p:blipFill>
            <a:blip r:embed="rId4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014817" y="2879664"/>
              <a:ext cx="678041" cy="29999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pic>
      </p:grpSp>
      <p:grpSp>
        <p:nvGrpSpPr>
          <p:cNvPr id="3" name="Group 2"/>
          <p:cNvGrpSpPr>
            <a:grpSpLocks/>
          </p:cNvGrpSpPr>
          <p:nvPr/>
        </p:nvGrpSpPr>
        <p:grpSpPr bwMode="auto">
          <a:xfrm>
            <a:off x="2379663" y="1984375"/>
            <a:ext cx="4856162" cy="2044700"/>
            <a:chOff x="2379663" y="1984375"/>
            <a:chExt cx="4855711" cy="2044145"/>
          </a:xfrm>
        </p:grpSpPr>
        <p:sp>
          <p:nvSpPr>
            <p:cNvPr id="68618" name="Line 23"/>
            <p:cNvSpPr>
              <a:spLocks noChangeShapeType="1"/>
            </p:cNvSpPr>
            <p:nvPr/>
          </p:nvSpPr>
          <p:spPr bwMode="auto">
            <a:xfrm flipH="1">
              <a:off x="3635258" y="3068344"/>
              <a:ext cx="346043" cy="21584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68619" name="Line 24"/>
            <p:cNvSpPr>
              <a:spLocks noChangeShapeType="1"/>
            </p:cNvSpPr>
            <p:nvPr/>
          </p:nvSpPr>
          <p:spPr bwMode="auto">
            <a:xfrm flipH="1">
              <a:off x="3949554" y="3087389"/>
              <a:ext cx="125401" cy="58721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68620" name="Line 25"/>
            <p:cNvSpPr>
              <a:spLocks noChangeShapeType="1"/>
            </p:cNvSpPr>
            <p:nvPr/>
          </p:nvSpPr>
          <p:spPr bwMode="auto">
            <a:xfrm>
              <a:off x="4254326" y="3030254"/>
              <a:ext cx="230167" cy="36185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68621" name="Line 26"/>
            <p:cNvSpPr>
              <a:spLocks noChangeShapeType="1"/>
            </p:cNvSpPr>
            <p:nvPr/>
          </p:nvSpPr>
          <p:spPr bwMode="auto">
            <a:xfrm flipH="1">
              <a:off x="5532145" y="3106433"/>
              <a:ext cx="428585" cy="24440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68622" name="Line 27"/>
            <p:cNvSpPr>
              <a:spLocks noChangeShapeType="1"/>
            </p:cNvSpPr>
            <p:nvPr/>
          </p:nvSpPr>
          <p:spPr bwMode="auto">
            <a:xfrm flipH="1">
              <a:off x="6035335" y="3077866"/>
              <a:ext cx="9524" cy="46977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68623" name="Line 35"/>
            <p:cNvSpPr>
              <a:spLocks noChangeShapeType="1"/>
            </p:cNvSpPr>
            <p:nvPr/>
          </p:nvSpPr>
          <p:spPr bwMode="auto">
            <a:xfrm flipH="1">
              <a:off x="2379663" y="2355749"/>
              <a:ext cx="1517509" cy="53642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68624" name="Line 36"/>
            <p:cNvSpPr>
              <a:spLocks noChangeShapeType="1"/>
            </p:cNvSpPr>
            <p:nvPr/>
          </p:nvSpPr>
          <p:spPr bwMode="auto">
            <a:xfrm>
              <a:off x="4200356" y="2322421"/>
              <a:ext cx="0" cy="59991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68625" name="Line 37"/>
            <p:cNvSpPr>
              <a:spLocks noChangeShapeType="1"/>
            </p:cNvSpPr>
            <p:nvPr/>
          </p:nvSpPr>
          <p:spPr bwMode="auto">
            <a:xfrm flipH="1" flipV="1">
              <a:off x="4449571" y="2306551"/>
              <a:ext cx="1406394" cy="68402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68626" name="Line 63"/>
            <p:cNvSpPr>
              <a:spLocks noChangeShapeType="1"/>
            </p:cNvSpPr>
            <p:nvPr/>
          </p:nvSpPr>
          <p:spPr bwMode="auto">
            <a:xfrm>
              <a:off x="6411539" y="3131826"/>
              <a:ext cx="285723" cy="15870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68627" name="Text Box 67"/>
            <p:cNvSpPr txBox="1">
              <a:spLocks noChangeArrowheads="1"/>
            </p:cNvSpPr>
            <p:nvPr/>
          </p:nvSpPr>
          <p:spPr bwMode="auto">
            <a:xfrm>
              <a:off x="3620973" y="3222289"/>
              <a:ext cx="349218" cy="3666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i="0" dirty="0">
                  <a:solidFill>
                    <a:srgbClr val="000000"/>
                  </a:solidFill>
                  <a:latin typeface="Arial" charset="0"/>
                  <a:cs typeface="Arial" charset="0"/>
                </a:rPr>
                <a:t>D</a:t>
              </a:r>
            </a:p>
          </p:txBody>
        </p:sp>
        <p:sp>
          <p:nvSpPr>
            <p:cNvPr id="68628" name="Text Box 68"/>
            <p:cNvSpPr txBox="1">
              <a:spLocks noChangeArrowheads="1"/>
            </p:cNvSpPr>
            <p:nvPr/>
          </p:nvSpPr>
          <p:spPr bwMode="auto">
            <a:xfrm>
              <a:off x="4094004" y="3658733"/>
              <a:ext cx="338106" cy="3697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i="0" dirty="0">
                  <a:solidFill>
                    <a:srgbClr val="000000"/>
                  </a:solidFill>
                  <a:latin typeface="Arial" charset="0"/>
                  <a:cs typeface="Arial" charset="0"/>
                </a:rPr>
                <a:t>E</a:t>
              </a:r>
            </a:p>
          </p:txBody>
        </p:sp>
        <p:sp>
          <p:nvSpPr>
            <p:cNvPr id="68629" name="Text Box 69"/>
            <p:cNvSpPr txBox="1">
              <a:spLocks noChangeArrowheads="1"/>
            </p:cNvSpPr>
            <p:nvPr/>
          </p:nvSpPr>
          <p:spPr bwMode="auto">
            <a:xfrm>
              <a:off x="4567035" y="3057234"/>
              <a:ext cx="325407" cy="3697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i="0" dirty="0">
                  <a:solidFill>
                    <a:srgbClr val="000000"/>
                  </a:solidFill>
                  <a:latin typeface="Arial" charset="0"/>
                  <a:cs typeface="Arial" charset="0"/>
                </a:rPr>
                <a:t>F</a:t>
              </a:r>
            </a:p>
          </p:txBody>
        </p:sp>
        <p:sp>
          <p:nvSpPr>
            <p:cNvPr id="68630" name="Text Box 74"/>
            <p:cNvSpPr txBox="1">
              <a:spLocks noChangeArrowheads="1"/>
            </p:cNvSpPr>
            <p:nvPr/>
          </p:nvSpPr>
          <p:spPr bwMode="auto">
            <a:xfrm>
              <a:off x="3408267" y="2768387"/>
              <a:ext cx="436521" cy="3666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i="0" dirty="0">
                  <a:solidFill>
                    <a:srgbClr val="000000"/>
                  </a:solidFill>
                  <a:latin typeface="Arial" charset="0"/>
                  <a:cs typeface="Arial" charset="0"/>
                </a:rPr>
                <a:t>S</a:t>
              </a:r>
              <a:r>
                <a:rPr lang="en-US" i="0" baseline="-25000" dirty="0">
                  <a:solidFill>
                    <a:srgbClr val="000000"/>
                  </a:solidFill>
                  <a:latin typeface="Arial" charset="0"/>
                  <a:cs typeface="Arial" charset="0"/>
                </a:rPr>
                <a:t>2</a:t>
              </a:r>
            </a:p>
          </p:txBody>
        </p:sp>
        <p:sp>
          <p:nvSpPr>
            <p:cNvPr id="68631" name="Text Box 75"/>
            <p:cNvSpPr txBox="1">
              <a:spLocks noChangeArrowheads="1"/>
            </p:cNvSpPr>
            <p:nvPr/>
          </p:nvSpPr>
          <p:spPr bwMode="auto">
            <a:xfrm>
              <a:off x="4635290" y="1984375"/>
              <a:ext cx="436522" cy="3666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i="0" dirty="0">
                  <a:solidFill>
                    <a:srgbClr val="000000"/>
                  </a:solidFill>
                  <a:latin typeface="Arial" charset="0"/>
                  <a:cs typeface="Arial" charset="0"/>
                </a:rPr>
                <a:t>S</a:t>
              </a:r>
              <a:r>
                <a:rPr lang="en-US" i="0" baseline="-25000" dirty="0">
                  <a:solidFill>
                    <a:srgbClr val="000000"/>
                  </a:solidFill>
                  <a:latin typeface="Arial" charset="0"/>
                  <a:cs typeface="Arial" charset="0"/>
                </a:rPr>
                <a:t>4</a:t>
              </a:r>
            </a:p>
          </p:txBody>
        </p:sp>
        <p:sp>
          <p:nvSpPr>
            <p:cNvPr id="68632" name="Text Box 76"/>
            <p:cNvSpPr txBox="1">
              <a:spLocks noChangeArrowheads="1"/>
            </p:cNvSpPr>
            <p:nvPr/>
          </p:nvSpPr>
          <p:spPr bwMode="auto">
            <a:xfrm>
              <a:off x="6009938" y="2570004"/>
              <a:ext cx="436522" cy="3666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i="0" dirty="0">
                  <a:solidFill>
                    <a:srgbClr val="000000"/>
                  </a:solidFill>
                  <a:latin typeface="Arial" charset="0"/>
                  <a:cs typeface="Arial" charset="0"/>
                </a:rPr>
                <a:t>S</a:t>
              </a:r>
              <a:r>
                <a:rPr lang="en-US" i="0" baseline="-25000" dirty="0">
                  <a:solidFill>
                    <a:srgbClr val="000000"/>
                  </a:solidFill>
                  <a:latin typeface="Arial" charset="0"/>
                  <a:cs typeface="Arial" charset="0"/>
                </a:rPr>
                <a:t>3</a:t>
              </a:r>
            </a:p>
          </p:txBody>
        </p:sp>
        <p:sp>
          <p:nvSpPr>
            <p:cNvPr id="68633" name="Text Box 78"/>
            <p:cNvSpPr txBox="1">
              <a:spLocks noChangeArrowheads="1"/>
            </p:cNvSpPr>
            <p:nvPr/>
          </p:nvSpPr>
          <p:spPr bwMode="auto">
            <a:xfrm>
              <a:off x="6240104" y="3541290"/>
              <a:ext cx="360329" cy="3666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i="0" dirty="0">
                  <a:solidFill>
                    <a:srgbClr val="000000"/>
                  </a:solidFill>
                  <a:latin typeface="Arial" charset="0"/>
                  <a:cs typeface="Arial" charset="0"/>
                </a:rPr>
                <a:t>H</a:t>
              </a:r>
            </a:p>
          </p:txBody>
        </p:sp>
        <p:sp>
          <p:nvSpPr>
            <p:cNvPr id="68634" name="Text Box 79"/>
            <p:cNvSpPr txBox="1">
              <a:spLocks noChangeArrowheads="1"/>
            </p:cNvSpPr>
            <p:nvPr/>
          </p:nvSpPr>
          <p:spPr bwMode="auto">
            <a:xfrm>
              <a:off x="6986160" y="3179439"/>
              <a:ext cx="249214" cy="3697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i="0" dirty="0">
                  <a:solidFill>
                    <a:srgbClr val="000000"/>
                  </a:solidFill>
                  <a:latin typeface="Arial" charset="0"/>
                  <a:cs typeface="Arial" charset="0"/>
                </a:rPr>
                <a:t>I</a:t>
              </a:r>
            </a:p>
          </p:txBody>
        </p:sp>
        <p:sp>
          <p:nvSpPr>
            <p:cNvPr id="68635" name="Text Box 80"/>
            <p:cNvSpPr txBox="1">
              <a:spLocks noChangeArrowheads="1"/>
            </p:cNvSpPr>
            <p:nvPr/>
          </p:nvSpPr>
          <p:spPr bwMode="auto">
            <a:xfrm>
              <a:off x="5103560" y="3595251"/>
              <a:ext cx="365091" cy="3697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i="0" dirty="0">
                  <a:solidFill>
                    <a:srgbClr val="000000"/>
                  </a:solidFill>
                  <a:latin typeface="Arial" charset="0"/>
                  <a:cs typeface="Arial" charset="0"/>
                </a:rPr>
                <a:t>G</a:t>
              </a:r>
            </a:p>
          </p:txBody>
        </p:sp>
        <p:pic>
          <p:nvPicPr>
            <p:cNvPr id="68636" name="Picture 3"/>
            <p:cNvPicPr>
              <a:picLocks noChangeAspect="1" noChangeArrowheads="1"/>
            </p:cNvPicPr>
            <p:nvPr/>
          </p:nvPicPr>
          <p:blipFill>
            <a:blip r:embed="rId4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763899" y="2930268"/>
              <a:ext cx="677799" cy="29995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pic>
        <p:grpSp>
          <p:nvGrpSpPr>
            <p:cNvPr id="173084" name="Group 44"/>
            <p:cNvGrpSpPr>
              <a:grpSpLocks/>
            </p:cNvGrpSpPr>
            <p:nvPr/>
          </p:nvGrpSpPr>
          <p:grpSpPr bwMode="auto">
            <a:xfrm>
              <a:off x="3139440" y="3180080"/>
              <a:ext cx="568960" cy="481140"/>
              <a:chOff x="-44" y="1473"/>
              <a:chExt cx="981" cy="1105"/>
            </a:xfrm>
          </p:grpSpPr>
          <p:pic>
            <p:nvPicPr>
              <p:cNvPr id="173102" name="Picture 45" descr="desktop_computer_stylized_medium"/>
              <p:cNvPicPr>
                <a:picLocks noChangeAspect="1" noChangeArrowheads="1"/>
              </p:cNvPicPr>
              <p:nvPr/>
            </p:nvPicPr>
            <p:blipFill>
              <a:blip r:embed="rId3" cstate="email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73103" name="Freeform 46"/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1736 w 356"/>
                  <a:gd name="T3" fmla="*/ 95 h 368"/>
                  <a:gd name="T4" fmla="*/ 2059 w 356"/>
                  <a:gd name="T5" fmla="*/ 1990 h 368"/>
                  <a:gd name="T6" fmla="*/ 454 w 356"/>
                  <a:gd name="T7" fmla="*/ 2489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</p:grpSp>
        <p:grpSp>
          <p:nvGrpSpPr>
            <p:cNvPr id="173085" name="Group 44"/>
            <p:cNvGrpSpPr>
              <a:grpSpLocks/>
            </p:cNvGrpSpPr>
            <p:nvPr/>
          </p:nvGrpSpPr>
          <p:grpSpPr bwMode="auto">
            <a:xfrm>
              <a:off x="3576320" y="3525520"/>
              <a:ext cx="568960" cy="481140"/>
              <a:chOff x="-44" y="1473"/>
              <a:chExt cx="981" cy="1105"/>
            </a:xfrm>
          </p:grpSpPr>
          <p:pic>
            <p:nvPicPr>
              <p:cNvPr id="173100" name="Picture 45" descr="desktop_computer_stylized_medium"/>
              <p:cNvPicPr>
                <a:picLocks noChangeAspect="1" noChangeArrowheads="1"/>
              </p:cNvPicPr>
              <p:nvPr/>
            </p:nvPicPr>
            <p:blipFill>
              <a:blip r:embed="rId3" cstate="email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73101" name="Freeform 46"/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1736 w 356"/>
                  <a:gd name="T3" fmla="*/ 95 h 368"/>
                  <a:gd name="T4" fmla="*/ 2059 w 356"/>
                  <a:gd name="T5" fmla="*/ 1990 h 368"/>
                  <a:gd name="T6" fmla="*/ 454 w 356"/>
                  <a:gd name="T7" fmla="*/ 2489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</p:grpSp>
        <p:grpSp>
          <p:nvGrpSpPr>
            <p:cNvPr id="173086" name="Group 44"/>
            <p:cNvGrpSpPr>
              <a:grpSpLocks/>
            </p:cNvGrpSpPr>
            <p:nvPr/>
          </p:nvGrpSpPr>
          <p:grpSpPr bwMode="auto">
            <a:xfrm>
              <a:off x="4135120" y="3281680"/>
              <a:ext cx="568960" cy="481140"/>
              <a:chOff x="-44" y="1473"/>
              <a:chExt cx="981" cy="1105"/>
            </a:xfrm>
          </p:grpSpPr>
          <p:pic>
            <p:nvPicPr>
              <p:cNvPr id="173098" name="Picture 45" descr="desktop_computer_stylized_medium"/>
              <p:cNvPicPr>
                <a:picLocks noChangeAspect="1" noChangeArrowheads="1"/>
              </p:cNvPicPr>
              <p:nvPr/>
            </p:nvPicPr>
            <p:blipFill>
              <a:blip r:embed="rId3" cstate="email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73099" name="Freeform 46"/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1736 w 356"/>
                  <a:gd name="T3" fmla="*/ 95 h 368"/>
                  <a:gd name="T4" fmla="*/ 2059 w 356"/>
                  <a:gd name="T5" fmla="*/ 1990 h 368"/>
                  <a:gd name="T6" fmla="*/ 454 w 356"/>
                  <a:gd name="T7" fmla="*/ 2489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</p:grpSp>
        <p:grpSp>
          <p:nvGrpSpPr>
            <p:cNvPr id="173087" name="Group 44"/>
            <p:cNvGrpSpPr>
              <a:grpSpLocks/>
            </p:cNvGrpSpPr>
            <p:nvPr/>
          </p:nvGrpSpPr>
          <p:grpSpPr bwMode="auto">
            <a:xfrm>
              <a:off x="5049520" y="3261360"/>
              <a:ext cx="568960" cy="481140"/>
              <a:chOff x="-44" y="1473"/>
              <a:chExt cx="981" cy="1105"/>
            </a:xfrm>
          </p:grpSpPr>
          <p:pic>
            <p:nvPicPr>
              <p:cNvPr id="173096" name="Picture 45" descr="desktop_computer_stylized_medium"/>
              <p:cNvPicPr>
                <a:picLocks noChangeAspect="1" noChangeArrowheads="1"/>
              </p:cNvPicPr>
              <p:nvPr/>
            </p:nvPicPr>
            <p:blipFill>
              <a:blip r:embed="rId3" cstate="email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73097" name="Freeform 46"/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1736 w 356"/>
                  <a:gd name="T3" fmla="*/ 95 h 368"/>
                  <a:gd name="T4" fmla="*/ 2059 w 356"/>
                  <a:gd name="T5" fmla="*/ 1990 h 368"/>
                  <a:gd name="T6" fmla="*/ 454 w 356"/>
                  <a:gd name="T7" fmla="*/ 2489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</p:grpSp>
        <p:grpSp>
          <p:nvGrpSpPr>
            <p:cNvPr id="173088" name="Group 44"/>
            <p:cNvGrpSpPr>
              <a:grpSpLocks/>
            </p:cNvGrpSpPr>
            <p:nvPr/>
          </p:nvGrpSpPr>
          <p:grpSpPr bwMode="auto">
            <a:xfrm>
              <a:off x="5588000" y="3434080"/>
              <a:ext cx="568960" cy="481140"/>
              <a:chOff x="-44" y="1473"/>
              <a:chExt cx="981" cy="1105"/>
            </a:xfrm>
          </p:grpSpPr>
          <p:pic>
            <p:nvPicPr>
              <p:cNvPr id="173094" name="Picture 45" descr="desktop_computer_stylized_medium"/>
              <p:cNvPicPr>
                <a:picLocks noChangeAspect="1" noChangeArrowheads="1"/>
              </p:cNvPicPr>
              <p:nvPr/>
            </p:nvPicPr>
            <p:blipFill>
              <a:blip r:embed="rId3" cstate="email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73095" name="Freeform 46"/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1736 w 356"/>
                  <a:gd name="T3" fmla="*/ 95 h 368"/>
                  <a:gd name="T4" fmla="*/ 2059 w 356"/>
                  <a:gd name="T5" fmla="*/ 1990 h 368"/>
                  <a:gd name="T6" fmla="*/ 454 w 356"/>
                  <a:gd name="T7" fmla="*/ 2489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</p:grpSp>
        <p:grpSp>
          <p:nvGrpSpPr>
            <p:cNvPr id="173089" name="Group 44"/>
            <p:cNvGrpSpPr>
              <a:grpSpLocks/>
            </p:cNvGrpSpPr>
            <p:nvPr/>
          </p:nvGrpSpPr>
          <p:grpSpPr bwMode="auto">
            <a:xfrm>
              <a:off x="6380480" y="3149600"/>
              <a:ext cx="568960" cy="481140"/>
              <a:chOff x="-44" y="1473"/>
              <a:chExt cx="981" cy="1105"/>
            </a:xfrm>
          </p:grpSpPr>
          <p:pic>
            <p:nvPicPr>
              <p:cNvPr id="173092" name="Picture 45" descr="desktop_computer_stylized_medium"/>
              <p:cNvPicPr>
                <a:picLocks noChangeAspect="1" noChangeArrowheads="1"/>
              </p:cNvPicPr>
              <p:nvPr/>
            </p:nvPicPr>
            <p:blipFill>
              <a:blip r:embed="rId3" cstate="email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73093" name="Freeform 46"/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1736 w 356"/>
                  <a:gd name="T3" fmla="*/ 95 h 368"/>
                  <a:gd name="T4" fmla="*/ 2059 w 356"/>
                  <a:gd name="T5" fmla="*/ 1990 h 368"/>
                  <a:gd name="T6" fmla="*/ 454 w 356"/>
                  <a:gd name="T7" fmla="*/ 2489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</p:grpSp>
        <p:pic>
          <p:nvPicPr>
            <p:cNvPr id="68643" name="Picture 3"/>
            <p:cNvPicPr>
              <a:picLocks noChangeAspect="1" noChangeArrowheads="1"/>
            </p:cNvPicPr>
            <p:nvPr/>
          </p:nvPicPr>
          <p:blipFill>
            <a:blip r:embed="rId5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854313" y="2847741"/>
              <a:ext cx="677800" cy="30154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pic>
        <p:pic>
          <p:nvPicPr>
            <p:cNvPr id="68644" name="Picture 3"/>
            <p:cNvPicPr>
              <a:picLocks noChangeAspect="1" noChangeArrowheads="1"/>
            </p:cNvPicPr>
            <p:nvPr/>
          </p:nvPicPr>
          <p:blipFill>
            <a:blip r:embed="rId5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874949" y="2116102"/>
              <a:ext cx="676212" cy="30154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pic>
      </p:grpSp>
      <p:pic>
        <p:nvPicPr>
          <p:cNvPr id="173064" name="Picture 20" descr="underline_base"/>
          <p:cNvPicPr>
            <a:picLocks noChangeArrowheads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5950" y="798513"/>
            <a:ext cx="5484813" cy="173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56154" y="6522365"/>
            <a:ext cx="548655" cy="272319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200" dirty="0">
                <a:latin typeface="Tahoma" charset="0"/>
              </a:rPr>
              <a:t>6-</a:t>
            </a:r>
            <a:fld id="{8E8C6E93-DF5B-BC4B-80F9-500DED1EEDCC}" type="slidenum">
              <a:rPr lang="en-US" sz="1200">
                <a:latin typeface="Tahoma" charset="0"/>
              </a:rPr>
              <a:pPr/>
              <a:t>9</a:t>
            </a:fld>
            <a:endParaRPr lang="en-US" sz="1200" dirty="0">
              <a:latin typeface="Tahoma" charset="0"/>
            </a:endParaRPr>
          </a:p>
        </p:txBody>
      </p:sp>
      <p:sp>
        <p:nvSpPr>
          <p:cNvPr id="67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6375496" y="6521551"/>
            <a:ext cx="2177473" cy="241541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Link Layer and LANs</a:t>
            </a:r>
          </a:p>
        </p:txBody>
      </p:sp>
    </p:spTree>
    <p:extLst>
      <p:ext uri="{BB962C8B-B14F-4D97-AF65-F5344CB8AC3E}">
        <p14:creationId xmlns:p14="http://schemas.microsoft.com/office/powerpoint/2010/main" val="23960466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1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81030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6" name="Rectangle 2"/>
          <p:cNvSpPr>
            <a:spLocks noGrp="1" noChangeArrowheads="1"/>
          </p:cNvSpPr>
          <p:nvPr>
            <p:ph type="title"/>
          </p:nvPr>
        </p:nvSpPr>
        <p:spPr>
          <a:xfrm>
            <a:off x="495300" y="0"/>
            <a:ext cx="7772400" cy="1143000"/>
          </a:xfrm>
        </p:spPr>
        <p:txBody>
          <a:bodyPr/>
          <a:lstStyle/>
          <a:p>
            <a:pPr>
              <a:defRPr/>
            </a:pPr>
            <a:r>
              <a:rPr lang="en-US" sz="4000" dirty="0">
                <a:latin typeface="Gill Sans MT" charset="0"/>
                <a:cs typeface="+mj-cs"/>
              </a:rPr>
              <a:t>Self-learning multi-switch example</a:t>
            </a:r>
            <a:endParaRPr lang="en-US" dirty="0">
              <a:latin typeface="Gill Sans MT" charset="0"/>
              <a:cs typeface="+mj-cs"/>
            </a:endParaRPr>
          </a:p>
        </p:txBody>
      </p:sp>
      <p:sp>
        <p:nvSpPr>
          <p:cNvPr id="6963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50863" y="1139825"/>
            <a:ext cx="7772400" cy="4648200"/>
          </a:xfrm>
        </p:spPr>
        <p:txBody>
          <a:bodyPr/>
          <a:lstStyle/>
          <a:p>
            <a:pPr>
              <a:buFont typeface="Wingdings" charset="0"/>
              <a:buNone/>
              <a:defRPr/>
            </a:pPr>
            <a:r>
              <a:rPr lang="en-US" sz="2400" dirty="0">
                <a:latin typeface="Gill Sans MT" charset="0"/>
                <a:cs typeface="+mn-cs"/>
              </a:rPr>
              <a:t>Suppose C sends frame to I, I responds to C</a:t>
            </a:r>
            <a:endParaRPr lang="en-US" dirty="0">
              <a:latin typeface="Gill Sans MT" charset="0"/>
              <a:cs typeface="+mn-cs"/>
            </a:endParaRPr>
          </a:p>
        </p:txBody>
      </p:sp>
      <p:sp>
        <p:nvSpPr>
          <p:cNvPr id="69638" name="Rectangle 5"/>
          <p:cNvSpPr>
            <a:spLocks noChangeArrowheads="1"/>
          </p:cNvSpPr>
          <p:nvPr/>
        </p:nvSpPr>
        <p:spPr bwMode="auto">
          <a:xfrm>
            <a:off x="714375" y="4664075"/>
            <a:ext cx="7772400" cy="1843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marL="231775" indent="-231775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charset="2"/>
              <a:buChar char="§"/>
              <a:defRPr/>
            </a:pPr>
            <a:r>
              <a:rPr lang="en-US" sz="2400" u="sng" dirty="0">
                <a:solidFill>
                  <a:srgbClr val="CC0000"/>
                </a:solidFill>
                <a:latin typeface="Gill Sans MT" charset="0"/>
                <a:cs typeface="+mn-cs"/>
              </a:rPr>
              <a:t>Q:</a:t>
            </a:r>
            <a:r>
              <a:rPr lang="en-US" sz="2400" i="0" dirty="0">
                <a:solidFill>
                  <a:srgbClr val="CC0000"/>
                </a:solidFill>
                <a:latin typeface="Gill Sans MT" charset="0"/>
                <a:cs typeface="+mn-cs"/>
              </a:rPr>
              <a:t> </a:t>
            </a:r>
            <a:r>
              <a:rPr lang="en-US" sz="2400" i="0" dirty="0">
                <a:solidFill>
                  <a:srgbClr val="000000"/>
                </a:solidFill>
                <a:latin typeface="Gill Sans MT" charset="0"/>
                <a:cs typeface="+mn-cs"/>
              </a:rPr>
              <a:t>show switch tables and packet forwarding in S</a:t>
            </a:r>
            <a:r>
              <a:rPr lang="en-US" sz="2400" i="0" baseline="-25000" dirty="0">
                <a:solidFill>
                  <a:srgbClr val="000000"/>
                </a:solidFill>
                <a:latin typeface="Gill Sans MT" charset="0"/>
                <a:cs typeface="+mn-cs"/>
              </a:rPr>
              <a:t>1</a:t>
            </a:r>
            <a:r>
              <a:rPr lang="en-US" sz="2400" i="0" dirty="0">
                <a:solidFill>
                  <a:srgbClr val="000000"/>
                </a:solidFill>
                <a:latin typeface="Gill Sans MT" charset="0"/>
                <a:cs typeface="+mn-cs"/>
              </a:rPr>
              <a:t>, S</a:t>
            </a:r>
            <a:r>
              <a:rPr lang="en-US" sz="2400" i="0" baseline="-25000" dirty="0">
                <a:solidFill>
                  <a:srgbClr val="000000"/>
                </a:solidFill>
                <a:latin typeface="Gill Sans MT" charset="0"/>
                <a:cs typeface="+mn-cs"/>
              </a:rPr>
              <a:t>2</a:t>
            </a:r>
            <a:r>
              <a:rPr lang="en-US" sz="2400" i="0" dirty="0">
                <a:solidFill>
                  <a:srgbClr val="000000"/>
                </a:solidFill>
                <a:latin typeface="Gill Sans MT" charset="0"/>
                <a:cs typeface="+mn-cs"/>
              </a:rPr>
              <a:t>, S</a:t>
            </a:r>
            <a:r>
              <a:rPr lang="en-US" sz="2400" i="0" baseline="-25000" dirty="0">
                <a:solidFill>
                  <a:srgbClr val="000000"/>
                </a:solidFill>
                <a:latin typeface="Gill Sans MT" charset="0"/>
                <a:cs typeface="+mn-cs"/>
              </a:rPr>
              <a:t>3</a:t>
            </a:r>
            <a:r>
              <a:rPr lang="en-US" sz="2400" i="0" dirty="0">
                <a:solidFill>
                  <a:srgbClr val="000000"/>
                </a:solidFill>
                <a:latin typeface="Gill Sans MT" charset="0"/>
                <a:cs typeface="+mn-cs"/>
              </a:rPr>
              <a:t>, S</a:t>
            </a:r>
            <a:r>
              <a:rPr lang="en-US" sz="2400" i="0" baseline="-25000" dirty="0">
                <a:solidFill>
                  <a:srgbClr val="000000"/>
                </a:solidFill>
                <a:latin typeface="Gill Sans MT" charset="0"/>
                <a:cs typeface="+mn-cs"/>
              </a:rPr>
              <a:t>4</a:t>
            </a:r>
            <a:r>
              <a:rPr lang="en-US" sz="2400" i="0" dirty="0">
                <a:solidFill>
                  <a:srgbClr val="000000"/>
                </a:solidFill>
                <a:latin typeface="Gill Sans MT" charset="0"/>
                <a:cs typeface="+mn-cs"/>
              </a:rPr>
              <a:t> </a:t>
            </a:r>
          </a:p>
        </p:txBody>
      </p:sp>
      <p:grpSp>
        <p:nvGrpSpPr>
          <p:cNvPr id="175110" name="Group 58"/>
          <p:cNvGrpSpPr>
            <a:grpSpLocks/>
          </p:cNvGrpSpPr>
          <p:nvPr/>
        </p:nvGrpSpPr>
        <p:grpSpPr bwMode="auto">
          <a:xfrm>
            <a:off x="958850" y="2444750"/>
            <a:ext cx="2047875" cy="1358900"/>
            <a:chOff x="958850" y="2444750"/>
            <a:chExt cx="2048416" cy="1358710"/>
          </a:xfrm>
        </p:grpSpPr>
        <p:sp>
          <p:nvSpPr>
            <p:cNvPr id="69681" name="Line 20"/>
            <p:cNvSpPr>
              <a:spLocks noChangeShapeType="1"/>
            </p:cNvSpPr>
            <p:nvPr/>
          </p:nvSpPr>
          <p:spPr bwMode="auto">
            <a:xfrm flipH="1">
              <a:off x="1582903" y="3030456"/>
              <a:ext cx="55577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69682" name="Line 21"/>
            <p:cNvSpPr>
              <a:spLocks noChangeShapeType="1"/>
            </p:cNvSpPr>
            <p:nvPr/>
          </p:nvSpPr>
          <p:spPr bwMode="auto">
            <a:xfrm flipH="1">
              <a:off x="1970355" y="3078074"/>
              <a:ext cx="271534" cy="31428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69683" name="Line 22"/>
            <p:cNvSpPr>
              <a:spLocks noChangeShapeType="1"/>
            </p:cNvSpPr>
            <p:nvPr/>
          </p:nvSpPr>
          <p:spPr bwMode="auto">
            <a:xfrm>
              <a:off x="2389566" y="3106645"/>
              <a:ext cx="73044" cy="29523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69684" name="Text Box 64"/>
            <p:cNvSpPr txBox="1">
              <a:spLocks noChangeArrowheads="1"/>
            </p:cNvSpPr>
            <p:nvPr/>
          </p:nvSpPr>
          <p:spPr bwMode="auto">
            <a:xfrm>
              <a:off x="958850" y="2844744"/>
              <a:ext cx="350931" cy="36666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i="0" dirty="0">
                  <a:solidFill>
                    <a:srgbClr val="000000"/>
                  </a:solidFill>
                  <a:latin typeface="Arial" charset="0"/>
                  <a:cs typeface="Arial" charset="0"/>
                </a:rPr>
                <a:t>A</a:t>
              </a:r>
            </a:p>
          </p:txBody>
        </p:sp>
        <p:sp>
          <p:nvSpPr>
            <p:cNvPr id="69685" name="Text Box 65"/>
            <p:cNvSpPr txBox="1">
              <a:spLocks noChangeArrowheads="1"/>
            </p:cNvSpPr>
            <p:nvPr/>
          </p:nvSpPr>
          <p:spPr bwMode="auto">
            <a:xfrm>
              <a:off x="1408232" y="3306642"/>
              <a:ext cx="338226" cy="36983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i="0" dirty="0">
                  <a:solidFill>
                    <a:srgbClr val="000000"/>
                  </a:solidFill>
                  <a:latin typeface="Arial" charset="0"/>
                  <a:cs typeface="Arial" charset="0"/>
                </a:rPr>
                <a:t>B</a:t>
              </a:r>
            </a:p>
          </p:txBody>
        </p:sp>
        <p:sp>
          <p:nvSpPr>
            <p:cNvPr id="69686" name="Text Box 73"/>
            <p:cNvSpPr txBox="1">
              <a:spLocks noChangeArrowheads="1"/>
            </p:cNvSpPr>
            <p:nvPr/>
          </p:nvSpPr>
          <p:spPr bwMode="auto">
            <a:xfrm>
              <a:off x="2181548" y="2444750"/>
              <a:ext cx="423975" cy="36983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i="0" dirty="0">
                  <a:solidFill>
                    <a:srgbClr val="000000"/>
                  </a:solidFill>
                  <a:latin typeface="Arial" charset="0"/>
                  <a:cs typeface="Arial" charset="0"/>
                </a:rPr>
                <a:t>S</a:t>
              </a:r>
              <a:r>
                <a:rPr lang="en-US" i="0" baseline="-25000" dirty="0">
                  <a:solidFill>
                    <a:srgbClr val="000000"/>
                  </a:solidFill>
                  <a:latin typeface="Arial" charset="0"/>
                  <a:cs typeface="Arial" charset="0"/>
                </a:rPr>
                <a:t>1</a:t>
              </a:r>
            </a:p>
          </p:txBody>
        </p:sp>
        <p:sp>
          <p:nvSpPr>
            <p:cNvPr id="69687" name="Text Box 66"/>
            <p:cNvSpPr txBox="1">
              <a:spLocks noChangeArrowheads="1"/>
            </p:cNvSpPr>
            <p:nvPr/>
          </p:nvSpPr>
          <p:spPr bwMode="auto">
            <a:xfrm>
              <a:off x="2656336" y="3298706"/>
              <a:ext cx="350930" cy="36983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i="0" dirty="0">
                  <a:solidFill>
                    <a:srgbClr val="000000"/>
                  </a:solidFill>
                  <a:latin typeface="Arial" charset="0"/>
                  <a:cs typeface="Arial" charset="0"/>
                </a:rPr>
                <a:t>C</a:t>
              </a:r>
            </a:p>
          </p:txBody>
        </p:sp>
        <p:grpSp>
          <p:nvGrpSpPr>
            <p:cNvPr id="175159" name="Group 44"/>
            <p:cNvGrpSpPr>
              <a:grpSpLocks/>
            </p:cNvGrpSpPr>
            <p:nvPr/>
          </p:nvGrpSpPr>
          <p:grpSpPr bwMode="auto">
            <a:xfrm>
              <a:off x="1127760" y="2834640"/>
              <a:ext cx="568960" cy="481140"/>
              <a:chOff x="-44" y="1473"/>
              <a:chExt cx="981" cy="1105"/>
            </a:xfrm>
          </p:grpSpPr>
          <p:pic>
            <p:nvPicPr>
              <p:cNvPr id="175167" name="Picture 45" descr="desktop_computer_stylized_medium"/>
              <p:cNvPicPr>
                <a:picLocks noChangeAspect="1" noChangeArrowheads="1"/>
              </p:cNvPicPr>
              <p:nvPr/>
            </p:nvPicPr>
            <p:blipFill>
              <a:blip r:embed="rId3" cstate="email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75168" name="Freeform 46"/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1736 w 356"/>
                  <a:gd name="T3" fmla="*/ 95 h 368"/>
                  <a:gd name="T4" fmla="*/ 2059 w 356"/>
                  <a:gd name="T5" fmla="*/ 1990 h 368"/>
                  <a:gd name="T6" fmla="*/ 454 w 356"/>
                  <a:gd name="T7" fmla="*/ 2489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</p:grpSp>
        <p:grpSp>
          <p:nvGrpSpPr>
            <p:cNvPr id="175160" name="Group 44"/>
            <p:cNvGrpSpPr>
              <a:grpSpLocks/>
            </p:cNvGrpSpPr>
            <p:nvPr/>
          </p:nvGrpSpPr>
          <p:grpSpPr bwMode="auto">
            <a:xfrm>
              <a:off x="1534160" y="3291840"/>
              <a:ext cx="568960" cy="481140"/>
              <a:chOff x="-44" y="1473"/>
              <a:chExt cx="981" cy="1105"/>
            </a:xfrm>
          </p:grpSpPr>
          <p:pic>
            <p:nvPicPr>
              <p:cNvPr id="175165" name="Picture 45" descr="desktop_computer_stylized_medium"/>
              <p:cNvPicPr>
                <a:picLocks noChangeAspect="1" noChangeArrowheads="1"/>
              </p:cNvPicPr>
              <p:nvPr/>
            </p:nvPicPr>
            <p:blipFill>
              <a:blip r:embed="rId3" cstate="email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75166" name="Freeform 46"/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1736 w 356"/>
                  <a:gd name="T3" fmla="*/ 95 h 368"/>
                  <a:gd name="T4" fmla="*/ 2059 w 356"/>
                  <a:gd name="T5" fmla="*/ 1990 h 368"/>
                  <a:gd name="T6" fmla="*/ 454 w 356"/>
                  <a:gd name="T7" fmla="*/ 2489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</p:grpSp>
        <p:grpSp>
          <p:nvGrpSpPr>
            <p:cNvPr id="175161" name="Group 44"/>
            <p:cNvGrpSpPr>
              <a:grpSpLocks/>
            </p:cNvGrpSpPr>
            <p:nvPr/>
          </p:nvGrpSpPr>
          <p:grpSpPr bwMode="auto">
            <a:xfrm>
              <a:off x="2062480" y="3322320"/>
              <a:ext cx="568960" cy="481140"/>
              <a:chOff x="-44" y="1473"/>
              <a:chExt cx="981" cy="1105"/>
            </a:xfrm>
          </p:grpSpPr>
          <p:pic>
            <p:nvPicPr>
              <p:cNvPr id="175163" name="Picture 45" descr="desktop_computer_stylized_medium"/>
              <p:cNvPicPr>
                <a:picLocks noChangeAspect="1" noChangeArrowheads="1"/>
              </p:cNvPicPr>
              <p:nvPr/>
            </p:nvPicPr>
            <p:blipFill>
              <a:blip r:embed="rId3" cstate="email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75164" name="Freeform 46"/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1736 w 356"/>
                  <a:gd name="T3" fmla="*/ 95 h 368"/>
                  <a:gd name="T4" fmla="*/ 2059 w 356"/>
                  <a:gd name="T5" fmla="*/ 1990 h 368"/>
                  <a:gd name="T6" fmla="*/ 454 w 356"/>
                  <a:gd name="T7" fmla="*/ 2489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</p:grpSp>
        <p:pic>
          <p:nvPicPr>
            <p:cNvPr id="69691" name="Picture 3"/>
            <p:cNvPicPr>
              <a:picLocks noChangeAspect="1" noChangeArrowheads="1"/>
            </p:cNvPicPr>
            <p:nvPr/>
          </p:nvPicPr>
          <p:blipFill>
            <a:blip r:embed="rId4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014817" y="2879664"/>
              <a:ext cx="678041" cy="29999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pic>
      </p:grpSp>
      <p:grpSp>
        <p:nvGrpSpPr>
          <p:cNvPr id="175111" name="Group 76"/>
          <p:cNvGrpSpPr>
            <a:grpSpLocks/>
          </p:cNvGrpSpPr>
          <p:nvPr/>
        </p:nvGrpSpPr>
        <p:grpSpPr bwMode="auto">
          <a:xfrm>
            <a:off x="2379663" y="1984375"/>
            <a:ext cx="4856162" cy="2044700"/>
            <a:chOff x="2379663" y="1984375"/>
            <a:chExt cx="4855711" cy="2044145"/>
          </a:xfrm>
        </p:grpSpPr>
        <p:sp>
          <p:nvSpPr>
            <p:cNvPr id="69642" name="Line 23"/>
            <p:cNvSpPr>
              <a:spLocks noChangeShapeType="1"/>
            </p:cNvSpPr>
            <p:nvPr/>
          </p:nvSpPr>
          <p:spPr bwMode="auto">
            <a:xfrm flipH="1">
              <a:off x="3635258" y="3068344"/>
              <a:ext cx="346043" cy="21584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69643" name="Line 24"/>
            <p:cNvSpPr>
              <a:spLocks noChangeShapeType="1"/>
            </p:cNvSpPr>
            <p:nvPr/>
          </p:nvSpPr>
          <p:spPr bwMode="auto">
            <a:xfrm flipH="1">
              <a:off x="3949554" y="3087389"/>
              <a:ext cx="125401" cy="58721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69644" name="Line 25"/>
            <p:cNvSpPr>
              <a:spLocks noChangeShapeType="1"/>
            </p:cNvSpPr>
            <p:nvPr/>
          </p:nvSpPr>
          <p:spPr bwMode="auto">
            <a:xfrm>
              <a:off x="4254326" y="3030254"/>
              <a:ext cx="230167" cy="36185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69645" name="Line 26"/>
            <p:cNvSpPr>
              <a:spLocks noChangeShapeType="1"/>
            </p:cNvSpPr>
            <p:nvPr/>
          </p:nvSpPr>
          <p:spPr bwMode="auto">
            <a:xfrm flipH="1">
              <a:off x="5532145" y="3106433"/>
              <a:ext cx="428585" cy="24440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69646" name="Line 27"/>
            <p:cNvSpPr>
              <a:spLocks noChangeShapeType="1"/>
            </p:cNvSpPr>
            <p:nvPr/>
          </p:nvSpPr>
          <p:spPr bwMode="auto">
            <a:xfrm flipH="1">
              <a:off x="6035335" y="3077866"/>
              <a:ext cx="9524" cy="46977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69647" name="Line 35"/>
            <p:cNvSpPr>
              <a:spLocks noChangeShapeType="1"/>
            </p:cNvSpPr>
            <p:nvPr/>
          </p:nvSpPr>
          <p:spPr bwMode="auto">
            <a:xfrm flipH="1">
              <a:off x="2379663" y="2355749"/>
              <a:ext cx="1517509" cy="53642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69648" name="Line 36"/>
            <p:cNvSpPr>
              <a:spLocks noChangeShapeType="1"/>
            </p:cNvSpPr>
            <p:nvPr/>
          </p:nvSpPr>
          <p:spPr bwMode="auto">
            <a:xfrm>
              <a:off x="4200356" y="2322421"/>
              <a:ext cx="0" cy="59991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69649" name="Line 37"/>
            <p:cNvSpPr>
              <a:spLocks noChangeShapeType="1"/>
            </p:cNvSpPr>
            <p:nvPr/>
          </p:nvSpPr>
          <p:spPr bwMode="auto">
            <a:xfrm flipH="1" flipV="1">
              <a:off x="4449571" y="2306551"/>
              <a:ext cx="1406394" cy="68402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69650" name="Line 63"/>
            <p:cNvSpPr>
              <a:spLocks noChangeShapeType="1"/>
            </p:cNvSpPr>
            <p:nvPr/>
          </p:nvSpPr>
          <p:spPr bwMode="auto">
            <a:xfrm>
              <a:off x="6411539" y="3131826"/>
              <a:ext cx="285723" cy="15870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69651" name="Text Box 67"/>
            <p:cNvSpPr txBox="1">
              <a:spLocks noChangeArrowheads="1"/>
            </p:cNvSpPr>
            <p:nvPr/>
          </p:nvSpPr>
          <p:spPr bwMode="auto">
            <a:xfrm>
              <a:off x="3620973" y="3222289"/>
              <a:ext cx="349218" cy="3666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i="0" dirty="0">
                  <a:solidFill>
                    <a:srgbClr val="000000"/>
                  </a:solidFill>
                  <a:latin typeface="Arial" charset="0"/>
                  <a:cs typeface="Arial" charset="0"/>
                </a:rPr>
                <a:t>D</a:t>
              </a:r>
            </a:p>
          </p:txBody>
        </p:sp>
        <p:sp>
          <p:nvSpPr>
            <p:cNvPr id="69652" name="Text Box 68"/>
            <p:cNvSpPr txBox="1">
              <a:spLocks noChangeArrowheads="1"/>
            </p:cNvSpPr>
            <p:nvPr/>
          </p:nvSpPr>
          <p:spPr bwMode="auto">
            <a:xfrm>
              <a:off x="4094004" y="3658733"/>
              <a:ext cx="338106" cy="3697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i="0" dirty="0">
                  <a:solidFill>
                    <a:srgbClr val="000000"/>
                  </a:solidFill>
                  <a:latin typeface="Arial" charset="0"/>
                  <a:cs typeface="Arial" charset="0"/>
                </a:rPr>
                <a:t>E</a:t>
              </a:r>
            </a:p>
          </p:txBody>
        </p:sp>
        <p:sp>
          <p:nvSpPr>
            <p:cNvPr id="69653" name="Text Box 69"/>
            <p:cNvSpPr txBox="1">
              <a:spLocks noChangeArrowheads="1"/>
            </p:cNvSpPr>
            <p:nvPr/>
          </p:nvSpPr>
          <p:spPr bwMode="auto">
            <a:xfrm>
              <a:off x="4567035" y="3057234"/>
              <a:ext cx="325407" cy="3697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i="0" dirty="0">
                  <a:solidFill>
                    <a:srgbClr val="000000"/>
                  </a:solidFill>
                  <a:latin typeface="Arial" charset="0"/>
                  <a:cs typeface="Arial" charset="0"/>
                </a:rPr>
                <a:t>F</a:t>
              </a:r>
            </a:p>
          </p:txBody>
        </p:sp>
        <p:sp>
          <p:nvSpPr>
            <p:cNvPr id="69654" name="Text Box 74"/>
            <p:cNvSpPr txBox="1">
              <a:spLocks noChangeArrowheads="1"/>
            </p:cNvSpPr>
            <p:nvPr/>
          </p:nvSpPr>
          <p:spPr bwMode="auto">
            <a:xfrm>
              <a:off x="3408267" y="2768387"/>
              <a:ext cx="436521" cy="3666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i="0" dirty="0">
                  <a:solidFill>
                    <a:srgbClr val="000000"/>
                  </a:solidFill>
                  <a:latin typeface="Arial" charset="0"/>
                  <a:cs typeface="Arial" charset="0"/>
                </a:rPr>
                <a:t>S</a:t>
              </a:r>
              <a:r>
                <a:rPr lang="en-US" i="0" baseline="-25000" dirty="0">
                  <a:solidFill>
                    <a:srgbClr val="000000"/>
                  </a:solidFill>
                  <a:latin typeface="Arial" charset="0"/>
                  <a:cs typeface="Arial" charset="0"/>
                </a:rPr>
                <a:t>2</a:t>
              </a:r>
            </a:p>
          </p:txBody>
        </p:sp>
        <p:sp>
          <p:nvSpPr>
            <p:cNvPr id="69655" name="Text Box 75"/>
            <p:cNvSpPr txBox="1">
              <a:spLocks noChangeArrowheads="1"/>
            </p:cNvSpPr>
            <p:nvPr/>
          </p:nvSpPr>
          <p:spPr bwMode="auto">
            <a:xfrm>
              <a:off x="4635290" y="1984375"/>
              <a:ext cx="436522" cy="3666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i="0" dirty="0">
                  <a:solidFill>
                    <a:srgbClr val="000000"/>
                  </a:solidFill>
                  <a:latin typeface="Arial" charset="0"/>
                  <a:cs typeface="Arial" charset="0"/>
                </a:rPr>
                <a:t>S</a:t>
              </a:r>
              <a:r>
                <a:rPr lang="en-US" i="0" baseline="-25000" dirty="0">
                  <a:solidFill>
                    <a:srgbClr val="000000"/>
                  </a:solidFill>
                  <a:latin typeface="Arial" charset="0"/>
                  <a:cs typeface="Arial" charset="0"/>
                </a:rPr>
                <a:t>4</a:t>
              </a:r>
            </a:p>
          </p:txBody>
        </p:sp>
        <p:sp>
          <p:nvSpPr>
            <p:cNvPr id="69656" name="Text Box 76"/>
            <p:cNvSpPr txBox="1">
              <a:spLocks noChangeArrowheads="1"/>
            </p:cNvSpPr>
            <p:nvPr/>
          </p:nvSpPr>
          <p:spPr bwMode="auto">
            <a:xfrm>
              <a:off x="6009938" y="2570004"/>
              <a:ext cx="436522" cy="3666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i="0" dirty="0">
                  <a:solidFill>
                    <a:srgbClr val="000000"/>
                  </a:solidFill>
                  <a:latin typeface="Arial" charset="0"/>
                  <a:cs typeface="Arial" charset="0"/>
                </a:rPr>
                <a:t>S</a:t>
              </a:r>
              <a:r>
                <a:rPr lang="en-US" i="0" baseline="-25000" dirty="0">
                  <a:solidFill>
                    <a:srgbClr val="000000"/>
                  </a:solidFill>
                  <a:latin typeface="Arial" charset="0"/>
                  <a:cs typeface="Arial" charset="0"/>
                </a:rPr>
                <a:t>3</a:t>
              </a:r>
            </a:p>
          </p:txBody>
        </p:sp>
        <p:sp>
          <p:nvSpPr>
            <p:cNvPr id="69657" name="Text Box 78"/>
            <p:cNvSpPr txBox="1">
              <a:spLocks noChangeArrowheads="1"/>
            </p:cNvSpPr>
            <p:nvPr/>
          </p:nvSpPr>
          <p:spPr bwMode="auto">
            <a:xfrm>
              <a:off x="6240104" y="3541290"/>
              <a:ext cx="360329" cy="3666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i="0" dirty="0">
                  <a:solidFill>
                    <a:srgbClr val="000000"/>
                  </a:solidFill>
                  <a:latin typeface="Arial" charset="0"/>
                  <a:cs typeface="Arial" charset="0"/>
                </a:rPr>
                <a:t>H</a:t>
              </a:r>
            </a:p>
          </p:txBody>
        </p:sp>
        <p:sp>
          <p:nvSpPr>
            <p:cNvPr id="69658" name="Text Box 79"/>
            <p:cNvSpPr txBox="1">
              <a:spLocks noChangeArrowheads="1"/>
            </p:cNvSpPr>
            <p:nvPr/>
          </p:nvSpPr>
          <p:spPr bwMode="auto">
            <a:xfrm>
              <a:off x="6986160" y="3179439"/>
              <a:ext cx="249214" cy="3697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i="0" dirty="0">
                  <a:solidFill>
                    <a:srgbClr val="000000"/>
                  </a:solidFill>
                  <a:latin typeface="Arial" charset="0"/>
                  <a:cs typeface="Arial" charset="0"/>
                </a:rPr>
                <a:t>I</a:t>
              </a:r>
            </a:p>
          </p:txBody>
        </p:sp>
        <p:sp>
          <p:nvSpPr>
            <p:cNvPr id="69659" name="Text Box 80"/>
            <p:cNvSpPr txBox="1">
              <a:spLocks noChangeArrowheads="1"/>
            </p:cNvSpPr>
            <p:nvPr/>
          </p:nvSpPr>
          <p:spPr bwMode="auto">
            <a:xfrm>
              <a:off x="5103560" y="3595251"/>
              <a:ext cx="365091" cy="3697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i="0" dirty="0">
                  <a:solidFill>
                    <a:srgbClr val="000000"/>
                  </a:solidFill>
                  <a:latin typeface="Arial" charset="0"/>
                  <a:cs typeface="Arial" charset="0"/>
                </a:rPr>
                <a:t>G</a:t>
              </a:r>
            </a:p>
          </p:txBody>
        </p:sp>
        <p:pic>
          <p:nvPicPr>
            <p:cNvPr id="69660" name="Picture 3"/>
            <p:cNvPicPr>
              <a:picLocks noChangeAspect="1" noChangeArrowheads="1"/>
            </p:cNvPicPr>
            <p:nvPr/>
          </p:nvPicPr>
          <p:blipFill>
            <a:blip r:embed="rId4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763899" y="2930268"/>
              <a:ext cx="677799" cy="29995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pic>
        <p:grpSp>
          <p:nvGrpSpPr>
            <p:cNvPr id="175132" name="Group 44"/>
            <p:cNvGrpSpPr>
              <a:grpSpLocks/>
            </p:cNvGrpSpPr>
            <p:nvPr/>
          </p:nvGrpSpPr>
          <p:grpSpPr bwMode="auto">
            <a:xfrm>
              <a:off x="3139440" y="3180080"/>
              <a:ext cx="568960" cy="481140"/>
              <a:chOff x="-44" y="1473"/>
              <a:chExt cx="981" cy="1105"/>
            </a:xfrm>
          </p:grpSpPr>
          <p:pic>
            <p:nvPicPr>
              <p:cNvPr id="175150" name="Picture 45" descr="desktop_computer_stylized_medium"/>
              <p:cNvPicPr>
                <a:picLocks noChangeAspect="1" noChangeArrowheads="1"/>
              </p:cNvPicPr>
              <p:nvPr/>
            </p:nvPicPr>
            <p:blipFill>
              <a:blip r:embed="rId3" cstate="email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75151" name="Freeform 46"/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1736 w 356"/>
                  <a:gd name="T3" fmla="*/ 95 h 368"/>
                  <a:gd name="T4" fmla="*/ 2059 w 356"/>
                  <a:gd name="T5" fmla="*/ 1990 h 368"/>
                  <a:gd name="T6" fmla="*/ 454 w 356"/>
                  <a:gd name="T7" fmla="*/ 2489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</p:grpSp>
        <p:grpSp>
          <p:nvGrpSpPr>
            <p:cNvPr id="175133" name="Group 44"/>
            <p:cNvGrpSpPr>
              <a:grpSpLocks/>
            </p:cNvGrpSpPr>
            <p:nvPr/>
          </p:nvGrpSpPr>
          <p:grpSpPr bwMode="auto">
            <a:xfrm>
              <a:off x="3576320" y="3525520"/>
              <a:ext cx="568960" cy="481140"/>
              <a:chOff x="-44" y="1473"/>
              <a:chExt cx="981" cy="1105"/>
            </a:xfrm>
          </p:grpSpPr>
          <p:pic>
            <p:nvPicPr>
              <p:cNvPr id="175148" name="Picture 45" descr="desktop_computer_stylized_medium"/>
              <p:cNvPicPr>
                <a:picLocks noChangeAspect="1" noChangeArrowheads="1"/>
              </p:cNvPicPr>
              <p:nvPr/>
            </p:nvPicPr>
            <p:blipFill>
              <a:blip r:embed="rId3" cstate="email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75149" name="Freeform 46"/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1736 w 356"/>
                  <a:gd name="T3" fmla="*/ 95 h 368"/>
                  <a:gd name="T4" fmla="*/ 2059 w 356"/>
                  <a:gd name="T5" fmla="*/ 1990 h 368"/>
                  <a:gd name="T6" fmla="*/ 454 w 356"/>
                  <a:gd name="T7" fmla="*/ 2489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</p:grpSp>
        <p:grpSp>
          <p:nvGrpSpPr>
            <p:cNvPr id="175134" name="Group 44"/>
            <p:cNvGrpSpPr>
              <a:grpSpLocks/>
            </p:cNvGrpSpPr>
            <p:nvPr/>
          </p:nvGrpSpPr>
          <p:grpSpPr bwMode="auto">
            <a:xfrm>
              <a:off x="4135120" y="3281680"/>
              <a:ext cx="568960" cy="481140"/>
              <a:chOff x="-44" y="1473"/>
              <a:chExt cx="981" cy="1105"/>
            </a:xfrm>
          </p:grpSpPr>
          <p:pic>
            <p:nvPicPr>
              <p:cNvPr id="175146" name="Picture 45" descr="desktop_computer_stylized_medium"/>
              <p:cNvPicPr>
                <a:picLocks noChangeAspect="1" noChangeArrowheads="1"/>
              </p:cNvPicPr>
              <p:nvPr/>
            </p:nvPicPr>
            <p:blipFill>
              <a:blip r:embed="rId3" cstate="email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75147" name="Freeform 46"/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1736 w 356"/>
                  <a:gd name="T3" fmla="*/ 95 h 368"/>
                  <a:gd name="T4" fmla="*/ 2059 w 356"/>
                  <a:gd name="T5" fmla="*/ 1990 h 368"/>
                  <a:gd name="T6" fmla="*/ 454 w 356"/>
                  <a:gd name="T7" fmla="*/ 2489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</p:grpSp>
        <p:grpSp>
          <p:nvGrpSpPr>
            <p:cNvPr id="175135" name="Group 44"/>
            <p:cNvGrpSpPr>
              <a:grpSpLocks/>
            </p:cNvGrpSpPr>
            <p:nvPr/>
          </p:nvGrpSpPr>
          <p:grpSpPr bwMode="auto">
            <a:xfrm>
              <a:off x="5049520" y="3261360"/>
              <a:ext cx="568960" cy="481140"/>
              <a:chOff x="-44" y="1473"/>
              <a:chExt cx="981" cy="1105"/>
            </a:xfrm>
          </p:grpSpPr>
          <p:pic>
            <p:nvPicPr>
              <p:cNvPr id="175144" name="Picture 45" descr="desktop_computer_stylized_medium"/>
              <p:cNvPicPr>
                <a:picLocks noChangeAspect="1" noChangeArrowheads="1"/>
              </p:cNvPicPr>
              <p:nvPr/>
            </p:nvPicPr>
            <p:blipFill>
              <a:blip r:embed="rId3" cstate="email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75145" name="Freeform 46"/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1736 w 356"/>
                  <a:gd name="T3" fmla="*/ 95 h 368"/>
                  <a:gd name="T4" fmla="*/ 2059 w 356"/>
                  <a:gd name="T5" fmla="*/ 1990 h 368"/>
                  <a:gd name="T6" fmla="*/ 454 w 356"/>
                  <a:gd name="T7" fmla="*/ 2489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</p:grpSp>
        <p:grpSp>
          <p:nvGrpSpPr>
            <p:cNvPr id="175136" name="Group 44"/>
            <p:cNvGrpSpPr>
              <a:grpSpLocks/>
            </p:cNvGrpSpPr>
            <p:nvPr/>
          </p:nvGrpSpPr>
          <p:grpSpPr bwMode="auto">
            <a:xfrm>
              <a:off x="5588000" y="3434080"/>
              <a:ext cx="568960" cy="481140"/>
              <a:chOff x="-44" y="1473"/>
              <a:chExt cx="981" cy="1105"/>
            </a:xfrm>
          </p:grpSpPr>
          <p:pic>
            <p:nvPicPr>
              <p:cNvPr id="175142" name="Picture 45" descr="desktop_computer_stylized_medium"/>
              <p:cNvPicPr>
                <a:picLocks noChangeAspect="1" noChangeArrowheads="1"/>
              </p:cNvPicPr>
              <p:nvPr/>
            </p:nvPicPr>
            <p:blipFill>
              <a:blip r:embed="rId3" cstate="email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75143" name="Freeform 46"/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1736 w 356"/>
                  <a:gd name="T3" fmla="*/ 95 h 368"/>
                  <a:gd name="T4" fmla="*/ 2059 w 356"/>
                  <a:gd name="T5" fmla="*/ 1990 h 368"/>
                  <a:gd name="T6" fmla="*/ 454 w 356"/>
                  <a:gd name="T7" fmla="*/ 2489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</p:grpSp>
        <p:grpSp>
          <p:nvGrpSpPr>
            <p:cNvPr id="175137" name="Group 44"/>
            <p:cNvGrpSpPr>
              <a:grpSpLocks/>
            </p:cNvGrpSpPr>
            <p:nvPr/>
          </p:nvGrpSpPr>
          <p:grpSpPr bwMode="auto">
            <a:xfrm>
              <a:off x="6380480" y="3149600"/>
              <a:ext cx="568960" cy="481140"/>
              <a:chOff x="-44" y="1473"/>
              <a:chExt cx="981" cy="1105"/>
            </a:xfrm>
          </p:grpSpPr>
          <p:pic>
            <p:nvPicPr>
              <p:cNvPr id="175140" name="Picture 45" descr="desktop_computer_stylized_medium"/>
              <p:cNvPicPr>
                <a:picLocks noChangeAspect="1" noChangeArrowheads="1"/>
              </p:cNvPicPr>
              <p:nvPr/>
            </p:nvPicPr>
            <p:blipFill>
              <a:blip r:embed="rId3" cstate="email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75141" name="Freeform 46"/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1736 w 356"/>
                  <a:gd name="T3" fmla="*/ 95 h 368"/>
                  <a:gd name="T4" fmla="*/ 2059 w 356"/>
                  <a:gd name="T5" fmla="*/ 1990 h 368"/>
                  <a:gd name="T6" fmla="*/ 454 w 356"/>
                  <a:gd name="T7" fmla="*/ 2489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</p:grpSp>
        <p:pic>
          <p:nvPicPr>
            <p:cNvPr id="69667" name="Picture 3"/>
            <p:cNvPicPr>
              <a:picLocks noChangeAspect="1" noChangeArrowheads="1"/>
            </p:cNvPicPr>
            <p:nvPr/>
          </p:nvPicPr>
          <p:blipFill>
            <a:blip r:embed="rId5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854313" y="2847741"/>
              <a:ext cx="677800" cy="30154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pic>
        <p:pic>
          <p:nvPicPr>
            <p:cNvPr id="69668" name="Picture 3"/>
            <p:cNvPicPr>
              <a:picLocks noChangeAspect="1" noChangeArrowheads="1"/>
            </p:cNvPicPr>
            <p:nvPr/>
          </p:nvPicPr>
          <p:blipFill>
            <a:blip r:embed="rId5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874949" y="2116102"/>
              <a:ext cx="676212" cy="30154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pic>
      </p:grpSp>
      <p:pic>
        <p:nvPicPr>
          <p:cNvPr id="175112" name="Picture 16" descr="underline_base"/>
          <p:cNvPicPr>
            <a:picLocks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1175" y="792163"/>
            <a:ext cx="7313613" cy="173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56154" y="6522365"/>
            <a:ext cx="548655" cy="272319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200" dirty="0">
                <a:latin typeface="Tahoma" charset="0"/>
              </a:rPr>
              <a:t>6-</a:t>
            </a:r>
            <a:fld id="{8E8C6E93-DF5B-BC4B-80F9-500DED1EEDCC}" type="slidenum">
              <a:rPr lang="en-US" sz="1200">
                <a:latin typeface="Tahoma" charset="0"/>
              </a:rPr>
              <a:pPr/>
              <a:t>10</a:t>
            </a:fld>
            <a:endParaRPr lang="en-US" sz="1200" dirty="0">
              <a:latin typeface="Tahoma" charset="0"/>
            </a:endParaRPr>
          </a:p>
        </p:txBody>
      </p:sp>
      <p:sp>
        <p:nvSpPr>
          <p:cNvPr id="67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6375496" y="6521551"/>
            <a:ext cx="2177473" cy="241541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Link Layer and LANs</a:t>
            </a:r>
          </a:p>
        </p:txBody>
      </p:sp>
    </p:spTree>
    <p:extLst>
      <p:ext uri="{BB962C8B-B14F-4D97-AF65-F5344CB8AC3E}">
        <p14:creationId xmlns:p14="http://schemas.microsoft.com/office/powerpoint/2010/main" val="9597161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60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latin typeface="Gill Sans MT" charset="0"/>
                <a:cs typeface="+mj-cs"/>
              </a:rPr>
              <a:t>Institutional network</a:t>
            </a:r>
          </a:p>
        </p:txBody>
      </p:sp>
      <p:sp>
        <p:nvSpPr>
          <p:cNvPr id="177156" name="Freeform 81"/>
          <p:cNvSpPr>
            <a:spLocks/>
          </p:cNvSpPr>
          <p:nvPr/>
        </p:nvSpPr>
        <p:spPr bwMode="auto">
          <a:xfrm rot="5400000">
            <a:off x="2179637" y="244476"/>
            <a:ext cx="4321175" cy="7473950"/>
          </a:xfrm>
          <a:custGeom>
            <a:avLst/>
            <a:gdLst>
              <a:gd name="T0" fmla="*/ 2147483647 w 10000"/>
              <a:gd name="T1" fmla="*/ 2147483647 h 9831"/>
              <a:gd name="T2" fmla="*/ 2147483647 w 10000"/>
              <a:gd name="T3" fmla="*/ 2147483647 h 9831"/>
              <a:gd name="T4" fmla="*/ 2147483647 w 10000"/>
              <a:gd name="T5" fmla="*/ 2147483647 h 9831"/>
              <a:gd name="T6" fmla="*/ 2147483647 w 10000"/>
              <a:gd name="T7" fmla="*/ 2147483647 h 9831"/>
              <a:gd name="T8" fmla="*/ 2147483647 w 10000"/>
              <a:gd name="T9" fmla="*/ 2147483647 h 9831"/>
              <a:gd name="T10" fmla="*/ 2147483647 w 10000"/>
              <a:gd name="T11" fmla="*/ 2147483647 h 9831"/>
              <a:gd name="T12" fmla="*/ 2147483647 w 10000"/>
              <a:gd name="T13" fmla="*/ 2147483647 h 9831"/>
              <a:gd name="T14" fmla="*/ 2147483647 w 10000"/>
              <a:gd name="T15" fmla="*/ 2147483647 h 9831"/>
              <a:gd name="T16" fmla="*/ 2147483647 w 10000"/>
              <a:gd name="T17" fmla="*/ 2147483647 h 9831"/>
              <a:gd name="T18" fmla="*/ 2147483647 w 10000"/>
              <a:gd name="T19" fmla="*/ 2147483647 h 9831"/>
              <a:gd name="T20" fmla="*/ 2147483647 w 10000"/>
              <a:gd name="T21" fmla="*/ 2147483647 h 9831"/>
              <a:gd name="T22" fmla="*/ 2147483647 w 10000"/>
              <a:gd name="T23" fmla="*/ 2147483647 h 9831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0" t="0" r="r" b="b"/>
            <a:pathLst>
              <a:path w="10000" h="9831">
                <a:moveTo>
                  <a:pt x="3018" y="119"/>
                </a:moveTo>
                <a:cubicBezTo>
                  <a:pt x="2111" y="198"/>
                  <a:pt x="1047" y="-39"/>
                  <a:pt x="545" y="518"/>
                </a:cubicBezTo>
                <a:cubicBezTo>
                  <a:pt x="43" y="1076"/>
                  <a:pt x="40" y="2518"/>
                  <a:pt x="8" y="3464"/>
                </a:cubicBezTo>
                <a:cubicBezTo>
                  <a:pt x="-24" y="4411"/>
                  <a:pt x="32" y="5681"/>
                  <a:pt x="354" y="6198"/>
                </a:cubicBezTo>
                <a:cubicBezTo>
                  <a:pt x="677" y="6715"/>
                  <a:pt x="1127" y="6126"/>
                  <a:pt x="1947" y="6568"/>
                </a:cubicBezTo>
                <a:cubicBezTo>
                  <a:pt x="2769" y="7010"/>
                  <a:pt x="4247" y="8310"/>
                  <a:pt x="5285" y="8849"/>
                </a:cubicBezTo>
                <a:cubicBezTo>
                  <a:pt x="6321" y="9388"/>
                  <a:pt x="7408" y="9963"/>
                  <a:pt x="8172" y="9805"/>
                </a:cubicBezTo>
                <a:cubicBezTo>
                  <a:pt x="8934" y="9645"/>
                  <a:pt x="9588" y="8930"/>
                  <a:pt x="9864" y="7895"/>
                </a:cubicBezTo>
                <a:cubicBezTo>
                  <a:pt x="10140" y="6857"/>
                  <a:pt x="9927" y="4774"/>
                  <a:pt x="9830" y="3590"/>
                </a:cubicBezTo>
                <a:cubicBezTo>
                  <a:pt x="9733" y="2406"/>
                  <a:pt x="10004" y="1276"/>
                  <a:pt x="9282" y="788"/>
                </a:cubicBezTo>
                <a:cubicBezTo>
                  <a:pt x="8561" y="302"/>
                  <a:pt x="7028" y="160"/>
                  <a:pt x="5984" y="49"/>
                </a:cubicBezTo>
                <a:cubicBezTo>
                  <a:pt x="4940" y="-62"/>
                  <a:pt x="3924" y="41"/>
                  <a:pt x="3018" y="119"/>
                </a:cubicBezTo>
                <a:close/>
              </a:path>
            </a:pathLst>
          </a:custGeom>
          <a:solidFill>
            <a:srgbClr val="00CC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70662" name="Line 33"/>
          <p:cNvSpPr>
            <a:spLocks noChangeShapeType="1"/>
          </p:cNvSpPr>
          <p:nvPr/>
        </p:nvSpPr>
        <p:spPr bwMode="auto">
          <a:xfrm flipH="1">
            <a:off x="2151063" y="3387725"/>
            <a:ext cx="2047875" cy="14160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70663" name="Line 34"/>
          <p:cNvSpPr>
            <a:spLocks noChangeShapeType="1"/>
          </p:cNvSpPr>
          <p:nvPr/>
        </p:nvSpPr>
        <p:spPr bwMode="auto">
          <a:xfrm>
            <a:off x="4391025" y="3375025"/>
            <a:ext cx="0" cy="14668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70664" name="Line 35"/>
          <p:cNvSpPr>
            <a:spLocks noChangeShapeType="1"/>
          </p:cNvSpPr>
          <p:nvPr/>
        </p:nvSpPr>
        <p:spPr bwMode="auto">
          <a:xfrm flipH="1" flipV="1">
            <a:off x="4584700" y="3309938"/>
            <a:ext cx="1841500" cy="16224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70665" name="Line 59"/>
          <p:cNvSpPr>
            <a:spLocks noChangeShapeType="1"/>
          </p:cNvSpPr>
          <p:nvPr/>
        </p:nvSpPr>
        <p:spPr bwMode="auto">
          <a:xfrm flipV="1">
            <a:off x="4687888" y="2692400"/>
            <a:ext cx="1223962" cy="4238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70666" name="Line 60"/>
          <p:cNvSpPr>
            <a:spLocks noChangeShapeType="1"/>
          </p:cNvSpPr>
          <p:nvPr/>
        </p:nvSpPr>
        <p:spPr bwMode="auto">
          <a:xfrm flipV="1">
            <a:off x="4481513" y="2370138"/>
            <a:ext cx="669925" cy="7588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70667" name="Line 77"/>
          <p:cNvSpPr>
            <a:spLocks noChangeShapeType="1"/>
          </p:cNvSpPr>
          <p:nvPr/>
        </p:nvSpPr>
        <p:spPr bwMode="auto">
          <a:xfrm>
            <a:off x="3387725" y="2524125"/>
            <a:ext cx="862013" cy="6445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70668" name="Line 78"/>
          <p:cNvSpPr>
            <a:spLocks noChangeShapeType="1"/>
          </p:cNvSpPr>
          <p:nvPr/>
        </p:nvSpPr>
        <p:spPr bwMode="auto">
          <a:xfrm flipH="1">
            <a:off x="1995488" y="2420938"/>
            <a:ext cx="8509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70669" name="Text Box 79"/>
          <p:cNvSpPr txBox="1">
            <a:spLocks noChangeArrowheads="1"/>
          </p:cNvSpPr>
          <p:nvPr/>
        </p:nvSpPr>
        <p:spPr bwMode="auto">
          <a:xfrm>
            <a:off x="744538" y="2041525"/>
            <a:ext cx="1262062" cy="646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i="0" dirty="0">
                <a:solidFill>
                  <a:srgbClr val="000000"/>
                </a:solidFill>
                <a:latin typeface="Arial" charset="0"/>
                <a:cs typeface="Arial" charset="0"/>
              </a:rPr>
              <a:t>to external</a:t>
            </a:r>
          </a:p>
          <a:p>
            <a:pPr>
              <a:defRPr/>
            </a:pPr>
            <a:r>
              <a:rPr lang="en-US" i="0" dirty="0">
                <a:solidFill>
                  <a:srgbClr val="000000"/>
                </a:solidFill>
                <a:latin typeface="Arial" charset="0"/>
                <a:cs typeface="Arial" charset="0"/>
              </a:rPr>
              <a:t>network</a:t>
            </a:r>
          </a:p>
        </p:txBody>
      </p:sp>
      <p:sp>
        <p:nvSpPr>
          <p:cNvPr id="70670" name="Text Box 80"/>
          <p:cNvSpPr txBox="1">
            <a:spLocks noChangeArrowheads="1"/>
          </p:cNvSpPr>
          <p:nvPr/>
        </p:nvSpPr>
        <p:spPr bwMode="auto">
          <a:xfrm>
            <a:off x="2716213" y="2608263"/>
            <a:ext cx="787400" cy="369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i="0" dirty="0">
                <a:solidFill>
                  <a:srgbClr val="000000"/>
                </a:solidFill>
                <a:latin typeface="Arial" charset="0"/>
                <a:cs typeface="Arial" charset="0"/>
              </a:rPr>
              <a:t>router</a:t>
            </a:r>
          </a:p>
        </p:txBody>
      </p:sp>
      <p:sp>
        <p:nvSpPr>
          <p:cNvPr id="70671" name="Text Box 82"/>
          <p:cNvSpPr txBox="1">
            <a:spLocks noChangeArrowheads="1"/>
          </p:cNvSpPr>
          <p:nvPr/>
        </p:nvSpPr>
        <p:spPr bwMode="auto">
          <a:xfrm>
            <a:off x="6435725" y="3516313"/>
            <a:ext cx="1549400" cy="461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sz="2400" dirty="0">
                <a:solidFill>
                  <a:srgbClr val="CC0000"/>
                </a:solidFill>
                <a:latin typeface="Arial" charset="0"/>
                <a:cs typeface="Arial" charset="0"/>
              </a:rPr>
              <a:t>IP subnet</a:t>
            </a:r>
          </a:p>
        </p:txBody>
      </p:sp>
      <p:sp>
        <p:nvSpPr>
          <p:cNvPr id="70672" name="Text Box 83"/>
          <p:cNvSpPr txBox="1">
            <a:spLocks noChangeArrowheads="1"/>
          </p:cNvSpPr>
          <p:nvPr/>
        </p:nvSpPr>
        <p:spPr bwMode="auto">
          <a:xfrm>
            <a:off x="5432425" y="1835150"/>
            <a:ext cx="13652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i="0" dirty="0">
                <a:solidFill>
                  <a:srgbClr val="000000"/>
                </a:solidFill>
                <a:latin typeface="Arial" charset="0"/>
                <a:cs typeface="Arial" charset="0"/>
              </a:rPr>
              <a:t>mail server</a:t>
            </a:r>
          </a:p>
        </p:txBody>
      </p:sp>
      <p:sp>
        <p:nvSpPr>
          <p:cNvPr id="70673" name="Text Box 84"/>
          <p:cNvSpPr txBox="1">
            <a:spLocks noChangeArrowheads="1"/>
          </p:cNvSpPr>
          <p:nvPr/>
        </p:nvSpPr>
        <p:spPr bwMode="auto">
          <a:xfrm>
            <a:off x="6230938" y="2505075"/>
            <a:ext cx="136207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i="0" dirty="0">
                <a:solidFill>
                  <a:srgbClr val="000000"/>
                </a:solidFill>
                <a:latin typeface="Arial" charset="0"/>
                <a:cs typeface="Arial" charset="0"/>
              </a:rPr>
              <a:t>web server</a:t>
            </a:r>
          </a:p>
        </p:txBody>
      </p:sp>
      <p:sp>
        <p:nvSpPr>
          <p:cNvPr id="70674" name="Line 20"/>
          <p:cNvSpPr>
            <a:spLocks noChangeShapeType="1"/>
          </p:cNvSpPr>
          <p:nvPr/>
        </p:nvSpPr>
        <p:spPr bwMode="auto">
          <a:xfrm flipH="1">
            <a:off x="1465263" y="4754563"/>
            <a:ext cx="5556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70675" name="Line 21"/>
          <p:cNvSpPr>
            <a:spLocks noChangeShapeType="1"/>
          </p:cNvSpPr>
          <p:nvPr/>
        </p:nvSpPr>
        <p:spPr bwMode="auto">
          <a:xfrm flipH="1">
            <a:off x="1852613" y="4802188"/>
            <a:ext cx="271462" cy="3143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70676" name="Line 22"/>
          <p:cNvSpPr>
            <a:spLocks noChangeShapeType="1"/>
          </p:cNvSpPr>
          <p:nvPr/>
        </p:nvSpPr>
        <p:spPr bwMode="auto">
          <a:xfrm>
            <a:off x="2271713" y="4830763"/>
            <a:ext cx="73025" cy="2952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grpSp>
        <p:nvGrpSpPr>
          <p:cNvPr id="177172" name="Group 44"/>
          <p:cNvGrpSpPr>
            <a:grpSpLocks/>
          </p:cNvGrpSpPr>
          <p:nvPr/>
        </p:nvGrpSpPr>
        <p:grpSpPr bwMode="auto">
          <a:xfrm>
            <a:off x="1009650" y="4557713"/>
            <a:ext cx="568325" cy="481012"/>
            <a:chOff x="-44" y="1473"/>
            <a:chExt cx="981" cy="1105"/>
          </a:xfrm>
        </p:grpSpPr>
        <p:pic>
          <p:nvPicPr>
            <p:cNvPr id="177301" name="Picture 45" descr="desktop_computer_stylized_medium"/>
            <p:cNvPicPr>
              <a:picLocks noChangeAspect="1" noChangeArrowheads="1"/>
            </p:cNvPicPr>
            <p:nvPr/>
          </p:nvPicPr>
          <p:blipFill>
            <a:blip r:embed="rId3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77302" name="Freeform 46"/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 dirty="0"/>
            </a:p>
          </p:txBody>
        </p:sp>
      </p:grpSp>
      <p:grpSp>
        <p:nvGrpSpPr>
          <p:cNvPr id="177173" name="Group 44"/>
          <p:cNvGrpSpPr>
            <a:grpSpLocks/>
          </p:cNvGrpSpPr>
          <p:nvPr/>
        </p:nvGrpSpPr>
        <p:grpSpPr bwMode="auto">
          <a:xfrm>
            <a:off x="1416050" y="5014913"/>
            <a:ext cx="568325" cy="481012"/>
            <a:chOff x="-44" y="1473"/>
            <a:chExt cx="981" cy="1105"/>
          </a:xfrm>
        </p:grpSpPr>
        <p:pic>
          <p:nvPicPr>
            <p:cNvPr id="177299" name="Picture 45" descr="desktop_computer_stylized_medium"/>
            <p:cNvPicPr>
              <a:picLocks noChangeAspect="1" noChangeArrowheads="1"/>
            </p:cNvPicPr>
            <p:nvPr/>
          </p:nvPicPr>
          <p:blipFill>
            <a:blip r:embed="rId3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77300" name="Freeform 46"/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 dirty="0"/>
            </a:p>
          </p:txBody>
        </p:sp>
      </p:grpSp>
      <p:grpSp>
        <p:nvGrpSpPr>
          <p:cNvPr id="177174" name="Group 44"/>
          <p:cNvGrpSpPr>
            <a:grpSpLocks/>
          </p:cNvGrpSpPr>
          <p:nvPr/>
        </p:nvGrpSpPr>
        <p:grpSpPr bwMode="auto">
          <a:xfrm>
            <a:off x="1944688" y="5046663"/>
            <a:ext cx="568325" cy="481012"/>
            <a:chOff x="-44" y="1473"/>
            <a:chExt cx="981" cy="1105"/>
          </a:xfrm>
        </p:grpSpPr>
        <p:pic>
          <p:nvPicPr>
            <p:cNvPr id="177297" name="Picture 45" descr="desktop_computer_stylized_medium"/>
            <p:cNvPicPr>
              <a:picLocks noChangeAspect="1" noChangeArrowheads="1"/>
            </p:cNvPicPr>
            <p:nvPr/>
          </p:nvPicPr>
          <p:blipFill>
            <a:blip r:embed="rId3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77298" name="Freeform 46"/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 dirty="0"/>
            </a:p>
          </p:txBody>
        </p:sp>
      </p:grpSp>
      <p:sp>
        <p:nvSpPr>
          <p:cNvPr id="70680" name="Line 21"/>
          <p:cNvSpPr>
            <a:spLocks noChangeShapeType="1"/>
          </p:cNvSpPr>
          <p:nvPr/>
        </p:nvSpPr>
        <p:spPr bwMode="auto">
          <a:xfrm>
            <a:off x="2490788" y="4760913"/>
            <a:ext cx="377825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70681" name="Line 22"/>
          <p:cNvSpPr>
            <a:spLocks noChangeShapeType="1"/>
          </p:cNvSpPr>
          <p:nvPr/>
        </p:nvSpPr>
        <p:spPr bwMode="auto">
          <a:xfrm flipH="1">
            <a:off x="2722563" y="5256213"/>
            <a:ext cx="120650" cy="2936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70682" name="Line 22"/>
          <p:cNvSpPr>
            <a:spLocks noChangeShapeType="1"/>
          </p:cNvSpPr>
          <p:nvPr/>
        </p:nvSpPr>
        <p:spPr bwMode="auto">
          <a:xfrm>
            <a:off x="3127375" y="5267325"/>
            <a:ext cx="73025" cy="2952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70683" name="Line 20"/>
          <p:cNvSpPr>
            <a:spLocks noChangeShapeType="1"/>
          </p:cNvSpPr>
          <p:nvPr/>
        </p:nvSpPr>
        <p:spPr bwMode="auto">
          <a:xfrm flipH="1">
            <a:off x="3025775" y="5148263"/>
            <a:ext cx="5556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grpSp>
        <p:nvGrpSpPr>
          <p:cNvPr id="177179" name="Group 44"/>
          <p:cNvGrpSpPr>
            <a:grpSpLocks/>
          </p:cNvGrpSpPr>
          <p:nvPr/>
        </p:nvGrpSpPr>
        <p:grpSpPr bwMode="auto">
          <a:xfrm>
            <a:off x="2349500" y="5419725"/>
            <a:ext cx="568325" cy="481013"/>
            <a:chOff x="-44" y="1473"/>
            <a:chExt cx="981" cy="1105"/>
          </a:xfrm>
        </p:grpSpPr>
        <p:pic>
          <p:nvPicPr>
            <p:cNvPr id="177295" name="Picture 45" descr="desktop_computer_stylized_medium"/>
            <p:cNvPicPr>
              <a:picLocks noChangeAspect="1" noChangeArrowheads="1"/>
            </p:cNvPicPr>
            <p:nvPr/>
          </p:nvPicPr>
          <p:blipFill>
            <a:blip r:embed="rId3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77296" name="Freeform 46"/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 dirty="0"/>
            </a:p>
          </p:txBody>
        </p:sp>
      </p:grpSp>
      <p:grpSp>
        <p:nvGrpSpPr>
          <p:cNvPr id="177180" name="Group 44"/>
          <p:cNvGrpSpPr>
            <a:grpSpLocks/>
          </p:cNvGrpSpPr>
          <p:nvPr/>
        </p:nvGrpSpPr>
        <p:grpSpPr bwMode="auto">
          <a:xfrm>
            <a:off x="2806700" y="5487988"/>
            <a:ext cx="568325" cy="481012"/>
            <a:chOff x="-44" y="1473"/>
            <a:chExt cx="981" cy="1105"/>
          </a:xfrm>
        </p:grpSpPr>
        <p:pic>
          <p:nvPicPr>
            <p:cNvPr id="177293" name="Picture 45" descr="desktop_computer_stylized_medium"/>
            <p:cNvPicPr>
              <a:picLocks noChangeAspect="1" noChangeArrowheads="1"/>
            </p:cNvPicPr>
            <p:nvPr/>
          </p:nvPicPr>
          <p:blipFill>
            <a:blip r:embed="rId3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77294" name="Freeform 46"/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 dirty="0"/>
            </a:p>
          </p:txBody>
        </p:sp>
      </p:grpSp>
      <p:pic>
        <p:nvPicPr>
          <p:cNvPr id="70686" name="Picture 3"/>
          <p:cNvPicPr>
            <a:picLocks noChangeAspect="1"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97063" y="4602163"/>
            <a:ext cx="677862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  <p:pic>
        <p:nvPicPr>
          <p:cNvPr id="70687" name="Picture 3"/>
          <p:cNvPicPr>
            <a:picLocks noChangeAspect="1"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47950" y="5018088"/>
            <a:ext cx="677863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  <p:grpSp>
        <p:nvGrpSpPr>
          <p:cNvPr id="177183" name="Group 44"/>
          <p:cNvGrpSpPr>
            <a:grpSpLocks/>
          </p:cNvGrpSpPr>
          <p:nvPr/>
        </p:nvGrpSpPr>
        <p:grpSpPr bwMode="auto">
          <a:xfrm>
            <a:off x="3232150" y="4946650"/>
            <a:ext cx="568325" cy="481013"/>
            <a:chOff x="-44" y="1473"/>
            <a:chExt cx="981" cy="1105"/>
          </a:xfrm>
        </p:grpSpPr>
        <p:pic>
          <p:nvPicPr>
            <p:cNvPr id="177291" name="Picture 45" descr="desktop_computer_stylized_medium"/>
            <p:cNvPicPr>
              <a:picLocks noChangeAspect="1" noChangeArrowheads="1"/>
            </p:cNvPicPr>
            <p:nvPr/>
          </p:nvPicPr>
          <p:blipFill>
            <a:blip r:embed="rId3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77292" name="Freeform 46"/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 dirty="0"/>
            </a:p>
          </p:txBody>
        </p:sp>
      </p:grpSp>
      <p:sp>
        <p:nvSpPr>
          <p:cNvPr id="70689" name="Line 20"/>
          <p:cNvSpPr>
            <a:spLocks noChangeShapeType="1"/>
          </p:cNvSpPr>
          <p:nvPr/>
        </p:nvSpPr>
        <p:spPr bwMode="auto">
          <a:xfrm flipH="1">
            <a:off x="5684838" y="5022850"/>
            <a:ext cx="5556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70690" name="Line 21"/>
          <p:cNvSpPr>
            <a:spLocks noChangeShapeType="1"/>
          </p:cNvSpPr>
          <p:nvPr/>
        </p:nvSpPr>
        <p:spPr bwMode="auto">
          <a:xfrm flipH="1">
            <a:off x="6072188" y="5070475"/>
            <a:ext cx="271462" cy="3143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70691" name="Line 22"/>
          <p:cNvSpPr>
            <a:spLocks noChangeShapeType="1"/>
          </p:cNvSpPr>
          <p:nvPr/>
        </p:nvSpPr>
        <p:spPr bwMode="auto">
          <a:xfrm>
            <a:off x="6491288" y="5099050"/>
            <a:ext cx="73025" cy="2952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grpSp>
        <p:nvGrpSpPr>
          <p:cNvPr id="177187" name="Group 44"/>
          <p:cNvGrpSpPr>
            <a:grpSpLocks/>
          </p:cNvGrpSpPr>
          <p:nvPr/>
        </p:nvGrpSpPr>
        <p:grpSpPr bwMode="auto">
          <a:xfrm>
            <a:off x="5376863" y="4837113"/>
            <a:ext cx="568325" cy="481012"/>
            <a:chOff x="-44" y="1473"/>
            <a:chExt cx="981" cy="1105"/>
          </a:xfrm>
        </p:grpSpPr>
        <p:pic>
          <p:nvPicPr>
            <p:cNvPr id="177289" name="Picture 45" descr="desktop_computer_stylized_medium"/>
            <p:cNvPicPr>
              <a:picLocks noChangeAspect="1" noChangeArrowheads="1"/>
            </p:cNvPicPr>
            <p:nvPr/>
          </p:nvPicPr>
          <p:blipFill>
            <a:blip r:embed="rId3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77290" name="Freeform 46"/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 dirty="0"/>
            </a:p>
          </p:txBody>
        </p:sp>
      </p:grpSp>
      <p:grpSp>
        <p:nvGrpSpPr>
          <p:cNvPr id="177188" name="Group 44"/>
          <p:cNvGrpSpPr>
            <a:grpSpLocks/>
          </p:cNvGrpSpPr>
          <p:nvPr/>
        </p:nvGrpSpPr>
        <p:grpSpPr bwMode="auto">
          <a:xfrm>
            <a:off x="5635625" y="5283200"/>
            <a:ext cx="569913" cy="481013"/>
            <a:chOff x="-44" y="1473"/>
            <a:chExt cx="981" cy="1105"/>
          </a:xfrm>
        </p:grpSpPr>
        <p:pic>
          <p:nvPicPr>
            <p:cNvPr id="177287" name="Picture 45" descr="desktop_computer_stylized_medium"/>
            <p:cNvPicPr>
              <a:picLocks noChangeAspect="1" noChangeArrowheads="1"/>
            </p:cNvPicPr>
            <p:nvPr/>
          </p:nvPicPr>
          <p:blipFill>
            <a:blip r:embed="rId3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77288" name="Freeform 46"/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 dirty="0"/>
            </a:p>
          </p:txBody>
        </p:sp>
      </p:grpSp>
      <p:grpSp>
        <p:nvGrpSpPr>
          <p:cNvPr id="177189" name="Group 44"/>
          <p:cNvGrpSpPr>
            <a:grpSpLocks/>
          </p:cNvGrpSpPr>
          <p:nvPr/>
        </p:nvGrpSpPr>
        <p:grpSpPr bwMode="auto">
          <a:xfrm>
            <a:off x="6164263" y="5313363"/>
            <a:ext cx="568325" cy="482600"/>
            <a:chOff x="-44" y="1473"/>
            <a:chExt cx="981" cy="1105"/>
          </a:xfrm>
        </p:grpSpPr>
        <p:pic>
          <p:nvPicPr>
            <p:cNvPr id="177285" name="Picture 45" descr="desktop_computer_stylized_medium"/>
            <p:cNvPicPr>
              <a:picLocks noChangeAspect="1" noChangeArrowheads="1"/>
            </p:cNvPicPr>
            <p:nvPr/>
          </p:nvPicPr>
          <p:blipFill>
            <a:blip r:embed="rId5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77286" name="Freeform 46"/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 dirty="0"/>
            </a:p>
          </p:txBody>
        </p:sp>
      </p:grpSp>
      <p:sp>
        <p:nvSpPr>
          <p:cNvPr id="70695" name="Line 20"/>
          <p:cNvSpPr>
            <a:spLocks noChangeShapeType="1"/>
          </p:cNvSpPr>
          <p:nvPr/>
        </p:nvSpPr>
        <p:spPr bwMode="auto">
          <a:xfrm flipH="1" flipV="1">
            <a:off x="4659313" y="5068888"/>
            <a:ext cx="606425" cy="31273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70696" name="Line 21"/>
          <p:cNvSpPr>
            <a:spLocks noChangeShapeType="1"/>
          </p:cNvSpPr>
          <p:nvPr/>
        </p:nvSpPr>
        <p:spPr bwMode="auto">
          <a:xfrm flipH="1">
            <a:off x="4195763" y="5022850"/>
            <a:ext cx="271462" cy="3143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70697" name="Line 22"/>
          <p:cNvSpPr>
            <a:spLocks noChangeShapeType="1"/>
          </p:cNvSpPr>
          <p:nvPr/>
        </p:nvSpPr>
        <p:spPr bwMode="auto">
          <a:xfrm>
            <a:off x="4614863" y="5051425"/>
            <a:ext cx="73025" cy="2952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grpSp>
        <p:nvGrpSpPr>
          <p:cNvPr id="177193" name="Group 44"/>
          <p:cNvGrpSpPr>
            <a:grpSpLocks/>
          </p:cNvGrpSpPr>
          <p:nvPr/>
        </p:nvGrpSpPr>
        <p:grpSpPr bwMode="auto">
          <a:xfrm>
            <a:off x="4803775" y="5230813"/>
            <a:ext cx="569913" cy="481012"/>
            <a:chOff x="-44" y="1473"/>
            <a:chExt cx="981" cy="1105"/>
          </a:xfrm>
        </p:grpSpPr>
        <p:pic>
          <p:nvPicPr>
            <p:cNvPr id="177283" name="Picture 45" descr="desktop_computer_stylized_medium"/>
            <p:cNvPicPr>
              <a:picLocks noChangeAspect="1" noChangeArrowheads="1"/>
            </p:cNvPicPr>
            <p:nvPr/>
          </p:nvPicPr>
          <p:blipFill>
            <a:blip r:embed="rId3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77284" name="Freeform 46"/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 dirty="0"/>
            </a:p>
          </p:txBody>
        </p:sp>
      </p:grpSp>
      <p:grpSp>
        <p:nvGrpSpPr>
          <p:cNvPr id="177194" name="Group 44"/>
          <p:cNvGrpSpPr>
            <a:grpSpLocks/>
          </p:cNvGrpSpPr>
          <p:nvPr/>
        </p:nvGrpSpPr>
        <p:grpSpPr bwMode="auto">
          <a:xfrm>
            <a:off x="3759200" y="5235575"/>
            <a:ext cx="569913" cy="482600"/>
            <a:chOff x="-44" y="1473"/>
            <a:chExt cx="981" cy="1105"/>
          </a:xfrm>
        </p:grpSpPr>
        <p:pic>
          <p:nvPicPr>
            <p:cNvPr id="177281" name="Picture 45" descr="desktop_computer_stylized_medium"/>
            <p:cNvPicPr>
              <a:picLocks noChangeAspect="1" noChangeArrowheads="1"/>
            </p:cNvPicPr>
            <p:nvPr/>
          </p:nvPicPr>
          <p:blipFill>
            <a:blip r:embed="rId5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77282" name="Freeform 46"/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 dirty="0"/>
            </a:p>
          </p:txBody>
        </p:sp>
      </p:grpSp>
      <p:grpSp>
        <p:nvGrpSpPr>
          <p:cNvPr id="177195" name="Group 44"/>
          <p:cNvGrpSpPr>
            <a:grpSpLocks/>
          </p:cNvGrpSpPr>
          <p:nvPr/>
        </p:nvGrpSpPr>
        <p:grpSpPr bwMode="auto">
          <a:xfrm>
            <a:off x="4287838" y="5267325"/>
            <a:ext cx="569912" cy="481013"/>
            <a:chOff x="-44" y="1473"/>
            <a:chExt cx="981" cy="1105"/>
          </a:xfrm>
        </p:grpSpPr>
        <p:pic>
          <p:nvPicPr>
            <p:cNvPr id="177279" name="Picture 45" descr="desktop_computer_stylized_medium"/>
            <p:cNvPicPr>
              <a:picLocks noChangeAspect="1" noChangeArrowheads="1"/>
            </p:cNvPicPr>
            <p:nvPr/>
          </p:nvPicPr>
          <p:blipFill>
            <a:blip r:embed="rId3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77280" name="Freeform 46"/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 dirty="0"/>
            </a:p>
          </p:txBody>
        </p:sp>
      </p:grpSp>
      <p:pic>
        <p:nvPicPr>
          <p:cNvPr id="70701" name="Picture 3"/>
          <p:cNvPicPr>
            <a:picLocks noChangeAspect="1"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40213" y="4822825"/>
            <a:ext cx="677862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  <p:sp>
        <p:nvSpPr>
          <p:cNvPr id="70702" name="Line 20"/>
          <p:cNvSpPr>
            <a:spLocks noChangeShapeType="1"/>
          </p:cNvSpPr>
          <p:nvPr/>
        </p:nvSpPr>
        <p:spPr bwMode="auto">
          <a:xfrm flipH="1">
            <a:off x="6519863" y="5100638"/>
            <a:ext cx="5556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pic>
        <p:nvPicPr>
          <p:cNvPr id="70703" name="Picture 3"/>
          <p:cNvPicPr>
            <a:picLocks noChangeAspect="1"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6638" y="4870450"/>
            <a:ext cx="677862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  <p:grpSp>
        <p:nvGrpSpPr>
          <p:cNvPr id="177199" name="Group 44"/>
          <p:cNvGrpSpPr>
            <a:grpSpLocks/>
          </p:cNvGrpSpPr>
          <p:nvPr/>
        </p:nvGrpSpPr>
        <p:grpSpPr bwMode="auto">
          <a:xfrm>
            <a:off x="6684963" y="4884738"/>
            <a:ext cx="569912" cy="481012"/>
            <a:chOff x="-44" y="1473"/>
            <a:chExt cx="981" cy="1105"/>
          </a:xfrm>
        </p:grpSpPr>
        <p:pic>
          <p:nvPicPr>
            <p:cNvPr id="177277" name="Picture 45" descr="desktop_computer_stylized_medium"/>
            <p:cNvPicPr>
              <a:picLocks noChangeAspect="1" noChangeArrowheads="1"/>
            </p:cNvPicPr>
            <p:nvPr/>
          </p:nvPicPr>
          <p:blipFill>
            <a:blip r:embed="rId3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77278" name="Freeform 46"/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 dirty="0"/>
            </a:p>
          </p:txBody>
        </p:sp>
      </p:grpSp>
      <p:pic>
        <p:nvPicPr>
          <p:cNvPr id="70705" name="Picture 3"/>
          <p:cNvPicPr>
            <a:picLocks noChangeAspect="1" noChangeArrowheads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62400" y="3062288"/>
            <a:ext cx="935038" cy="4159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  <p:grpSp>
        <p:nvGrpSpPr>
          <p:cNvPr id="177201" name="Group 906"/>
          <p:cNvGrpSpPr>
            <a:grpSpLocks/>
          </p:cNvGrpSpPr>
          <p:nvPr/>
        </p:nvGrpSpPr>
        <p:grpSpPr bwMode="auto">
          <a:xfrm>
            <a:off x="5140325" y="2111375"/>
            <a:ext cx="366713" cy="579438"/>
            <a:chOff x="4140" y="429"/>
            <a:chExt cx="1425" cy="2396"/>
          </a:xfrm>
        </p:grpSpPr>
        <p:sp>
          <p:nvSpPr>
            <p:cNvPr id="177245" name="Freeform 907"/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17 w 354"/>
                <a:gd name="T1" fmla="*/ 0 h 2742"/>
                <a:gd name="T2" fmla="*/ 93 w 354"/>
                <a:gd name="T3" fmla="*/ 114 h 2742"/>
                <a:gd name="T4" fmla="*/ 91 w 354"/>
                <a:gd name="T5" fmla="*/ 881 h 2742"/>
                <a:gd name="T6" fmla="*/ 0 w 354"/>
                <a:gd name="T7" fmla="*/ 921 h 2742"/>
                <a:gd name="T8" fmla="*/ 17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0751" name="Rectangle 908"/>
            <p:cNvSpPr>
              <a:spLocks noChangeArrowheads="1"/>
            </p:cNvSpPr>
            <p:nvPr/>
          </p:nvSpPr>
          <p:spPr bwMode="auto">
            <a:xfrm>
              <a:off x="4208" y="429"/>
              <a:ext cx="1043" cy="2284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latin typeface="Arial" charset="0"/>
                <a:cs typeface="Arial" charset="0"/>
              </a:endParaRPr>
            </a:p>
          </p:txBody>
        </p:sp>
        <p:sp>
          <p:nvSpPr>
            <p:cNvPr id="177247" name="Freeform 909"/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56 w 211"/>
                <a:gd name="T3" fmla="*/ 73 h 2537"/>
                <a:gd name="T4" fmla="*/ 2 w 211"/>
                <a:gd name="T5" fmla="*/ 839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77248" name="Freeform 910"/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87 w 328"/>
                <a:gd name="T3" fmla="*/ 43 h 226"/>
                <a:gd name="T4" fmla="*/ 87 w 328"/>
                <a:gd name="T5" fmla="*/ 77 h 226"/>
                <a:gd name="T6" fmla="*/ 0 w 328"/>
                <a:gd name="T7" fmla="*/ 34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0754" name="Rectangle 911"/>
            <p:cNvSpPr>
              <a:spLocks noChangeArrowheads="1"/>
            </p:cNvSpPr>
            <p:nvPr/>
          </p:nvSpPr>
          <p:spPr bwMode="auto">
            <a:xfrm>
              <a:off x="4214" y="692"/>
              <a:ext cx="592" cy="46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latin typeface="Arial" charset="0"/>
                <a:cs typeface="Arial" charset="0"/>
              </a:endParaRPr>
            </a:p>
          </p:txBody>
        </p:sp>
        <p:grpSp>
          <p:nvGrpSpPr>
            <p:cNvPr id="177250" name="Group 912"/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70780" name="AutoShape 913"/>
              <p:cNvSpPr>
                <a:spLocks noChangeArrowheads="1"/>
              </p:cNvSpPr>
              <p:nvPr/>
            </p:nvSpPr>
            <p:spPr bwMode="auto">
              <a:xfrm>
                <a:off x="616" y="2565"/>
                <a:ext cx="724" cy="120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latin typeface="Arial" charset="0"/>
                  <a:cs typeface="Arial" charset="0"/>
                </a:endParaRPr>
              </a:p>
            </p:txBody>
          </p:sp>
          <p:sp>
            <p:nvSpPr>
              <p:cNvPr id="70781" name="AutoShape 914"/>
              <p:cNvSpPr>
                <a:spLocks noChangeArrowheads="1"/>
              </p:cNvSpPr>
              <p:nvPr/>
            </p:nvSpPr>
            <p:spPr bwMode="auto">
              <a:xfrm>
                <a:off x="632" y="2584"/>
                <a:ext cx="693" cy="101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latin typeface="Arial" charset="0"/>
                  <a:cs typeface="Arial" charset="0"/>
                </a:endParaRPr>
              </a:p>
            </p:txBody>
          </p:sp>
        </p:grpSp>
        <p:sp>
          <p:nvSpPr>
            <p:cNvPr id="70756" name="Rectangle 915"/>
            <p:cNvSpPr>
              <a:spLocks noChangeArrowheads="1"/>
            </p:cNvSpPr>
            <p:nvPr/>
          </p:nvSpPr>
          <p:spPr bwMode="auto">
            <a:xfrm>
              <a:off x="4226" y="1020"/>
              <a:ext cx="592" cy="46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latin typeface="Arial" charset="0"/>
                <a:cs typeface="Arial" charset="0"/>
              </a:endParaRPr>
            </a:p>
          </p:txBody>
        </p:sp>
        <p:grpSp>
          <p:nvGrpSpPr>
            <p:cNvPr id="177252" name="Group 916"/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70778" name="AutoShape 917"/>
              <p:cNvSpPr>
                <a:spLocks noChangeArrowheads="1"/>
              </p:cNvSpPr>
              <p:nvPr/>
            </p:nvSpPr>
            <p:spPr bwMode="auto">
              <a:xfrm>
                <a:off x="611" y="2568"/>
                <a:ext cx="731" cy="136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latin typeface="Arial" charset="0"/>
                  <a:cs typeface="Arial" charset="0"/>
                </a:endParaRPr>
              </a:p>
            </p:txBody>
          </p:sp>
          <p:sp>
            <p:nvSpPr>
              <p:cNvPr id="70779" name="AutoShape 918"/>
              <p:cNvSpPr>
                <a:spLocks noChangeArrowheads="1"/>
              </p:cNvSpPr>
              <p:nvPr/>
            </p:nvSpPr>
            <p:spPr bwMode="auto">
              <a:xfrm>
                <a:off x="626" y="2581"/>
                <a:ext cx="700" cy="109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latin typeface="Arial" charset="0"/>
                  <a:cs typeface="Arial" charset="0"/>
                </a:endParaRPr>
              </a:p>
            </p:txBody>
          </p:sp>
        </p:grpSp>
        <p:sp>
          <p:nvSpPr>
            <p:cNvPr id="70758" name="Rectangle 919"/>
            <p:cNvSpPr>
              <a:spLocks noChangeArrowheads="1"/>
            </p:cNvSpPr>
            <p:nvPr/>
          </p:nvSpPr>
          <p:spPr bwMode="auto">
            <a:xfrm>
              <a:off x="4214" y="1361"/>
              <a:ext cx="598" cy="46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latin typeface="Arial" charset="0"/>
                <a:cs typeface="Arial" charset="0"/>
              </a:endParaRPr>
            </a:p>
          </p:txBody>
        </p:sp>
        <p:sp>
          <p:nvSpPr>
            <p:cNvPr id="70759" name="Rectangle 920"/>
            <p:cNvSpPr>
              <a:spLocks noChangeArrowheads="1"/>
            </p:cNvSpPr>
            <p:nvPr/>
          </p:nvSpPr>
          <p:spPr bwMode="auto">
            <a:xfrm>
              <a:off x="4226" y="1657"/>
              <a:ext cx="598" cy="46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latin typeface="Arial" charset="0"/>
                <a:cs typeface="Arial" charset="0"/>
              </a:endParaRPr>
            </a:p>
          </p:txBody>
        </p:sp>
        <p:grpSp>
          <p:nvGrpSpPr>
            <p:cNvPr id="177255" name="Group 921"/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70776" name="AutoShape 922"/>
              <p:cNvSpPr>
                <a:spLocks noChangeArrowheads="1"/>
              </p:cNvSpPr>
              <p:nvPr/>
            </p:nvSpPr>
            <p:spPr bwMode="auto">
              <a:xfrm>
                <a:off x="611" y="2571"/>
                <a:ext cx="730" cy="139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latin typeface="Arial" charset="0"/>
                  <a:cs typeface="Arial" charset="0"/>
                </a:endParaRPr>
              </a:p>
            </p:txBody>
          </p:sp>
          <p:sp>
            <p:nvSpPr>
              <p:cNvPr id="70777" name="AutoShape 923"/>
              <p:cNvSpPr>
                <a:spLocks noChangeArrowheads="1"/>
              </p:cNvSpPr>
              <p:nvPr/>
            </p:nvSpPr>
            <p:spPr bwMode="auto">
              <a:xfrm>
                <a:off x="626" y="2589"/>
                <a:ext cx="699" cy="121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latin typeface="Arial" charset="0"/>
                  <a:cs typeface="Arial" charset="0"/>
                </a:endParaRPr>
              </a:p>
            </p:txBody>
          </p:sp>
        </p:grpSp>
        <p:sp>
          <p:nvSpPr>
            <p:cNvPr id="177256" name="Freeform 924"/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87 w 328"/>
                <a:gd name="T3" fmla="*/ 42 h 226"/>
                <a:gd name="T4" fmla="*/ 87 w 328"/>
                <a:gd name="T5" fmla="*/ 75 h 226"/>
                <a:gd name="T6" fmla="*/ 0 w 328"/>
                <a:gd name="T7" fmla="*/ 32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grpSp>
          <p:nvGrpSpPr>
            <p:cNvPr id="177257" name="Group 925"/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70774" name="AutoShape 926"/>
              <p:cNvSpPr>
                <a:spLocks noChangeArrowheads="1"/>
              </p:cNvSpPr>
              <p:nvPr/>
            </p:nvSpPr>
            <p:spPr bwMode="auto">
              <a:xfrm>
                <a:off x="613" y="2569"/>
                <a:ext cx="715" cy="138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latin typeface="Arial" charset="0"/>
                  <a:cs typeface="Arial" charset="0"/>
                </a:endParaRPr>
              </a:p>
            </p:txBody>
          </p:sp>
          <p:sp>
            <p:nvSpPr>
              <p:cNvPr id="70775" name="AutoShape 927"/>
              <p:cNvSpPr>
                <a:spLocks noChangeArrowheads="1"/>
              </p:cNvSpPr>
              <p:nvPr/>
            </p:nvSpPr>
            <p:spPr bwMode="auto">
              <a:xfrm>
                <a:off x="629" y="2582"/>
                <a:ext cx="692" cy="105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latin typeface="Arial" charset="0"/>
                  <a:cs typeface="Arial" charset="0"/>
                </a:endParaRPr>
              </a:p>
            </p:txBody>
          </p:sp>
        </p:grpSp>
        <p:sp>
          <p:nvSpPr>
            <p:cNvPr id="70763" name="Rectangle 928"/>
            <p:cNvSpPr>
              <a:spLocks noChangeArrowheads="1"/>
            </p:cNvSpPr>
            <p:nvPr/>
          </p:nvSpPr>
          <p:spPr bwMode="auto">
            <a:xfrm>
              <a:off x="5250" y="429"/>
              <a:ext cx="68" cy="2291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latin typeface="Arial" charset="0"/>
                <a:cs typeface="Arial" charset="0"/>
              </a:endParaRPr>
            </a:p>
          </p:txBody>
        </p:sp>
        <p:sp>
          <p:nvSpPr>
            <p:cNvPr id="177259" name="Freeform 929"/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77 w 296"/>
                <a:gd name="T3" fmla="*/ 47 h 256"/>
                <a:gd name="T4" fmla="*/ 78 w 296"/>
                <a:gd name="T5" fmla="*/ 85 h 256"/>
                <a:gd name="T6" fmla="*/ 0 w 296"/>
                <a:gd name="T7" fmla="*/ 32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77260" name="Freeform 930"/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81 w 304"/>
                <a:gd name="T3" fmla="*/ 55 h 288"/>
                <a:gd name="T4" fmla="*/ 76 w 304"/>
                <a:gd name="T5" fmla="*/ 97 h 288"/>
                <a:gd name="T6" fmla="*/ 2 w 304"/>
                <a:gd name="T7" fmla="*/ 42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0766" name="Oval 931"/>
            <p:cNvSpPr>
              <a:spLocks noChangeArrowheads="1"/>
            </p:cNvSpPr>
            <p:nvPr/>
          </p:nvSpPr>
          <p:spPr bwMode="auto">
            <a:xfrm>
              <a:off x="5516" y="2608"/>
              <a:ext cx="49" cy="98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latin typeface="Arial" charset="0"/>
                <a:cs typeface="Arial" charset="0"/>
              </a:endParaRPr>
            </a:p>
          </p:txBody>
        </p:sp>
        <p:sp>
          <p:nvSpPr>
            <p:cNvPr id="177262" name="Freeform 932"/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36 h 240"/>
                <a:gd name="T2" fmla="*/ 2 w 306"/>
                <a:gd name="T3" fmla="*/ 81 h 240"/>
                <a:gd name="T4" fmla="*/ 81 w 306"/>
                <a:gd name="T5" fmla="*/ 37 h 240"/>
                <a:gd name="T6" fmla="*/ 78 w 306"/>
                <a:gd name="T7" fmla="*/ 0 h 240"/>
                <a:gd name="T8" fmla="*/ 0 w 306"/>
                <a:gd name="T9" fmla="*/ 36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0768" name="AutoShape 933"/>
            <p:cNvSpPr>
              <a:spLocks noChangeArrowheads="1"/>
            </p:cNvSpPr>
            <p:nvPr/>
          </p:nvSpPr>
          <p:spPr bwMode="auto">
            <a:xfrm>
              <a:off x="4140" y="2681"/>
              <a:ext cx="1197" cy="144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latin typeface="Arial" charset="0"/>
                <a:cs typeface="Arial" charset="0"/>
              </a:endParaRPr>
            </a:p>
          </p:txBody>
        </p:sp>
        <p:sp>
          <p:nvSpPr>
            <p:cNvPr id="70769" name="AutoShape 934"/>
            <p:cNvSpPr>
              <a:spLocks noChangeArrowheads="1"/>
            </p:cNvSpPr>
            <p:nvPr/>
          </p:nvSpPr>
          <p:spPr bwMode="auto">
            <a:xfrm>
              <a:off x="4208" y="2713"/>
              <a:ext cx="1067" cy="79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tx2"/>
                </a:gs>
                <a:gs pos="100000">
                  <a:schemeClr val="bg2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latin typeface="Arial" charset="0"/>
                <a:cs typeface="Arial" charset="0"/>
              </a:endParaRPr>
            </a:p>
          </p:txBody>
        </p:sp>
        <p:sp>
          <p:nvSpPr>
            <p:cNvPr id="70770" name="Oval 935"/>
            <p:cNvSpPr>
              <a:spLocks noChangeArrowheads="1"/>
            </p:cNvSpPr>
            <p:nvPr/>
          </p:nvSpPr>
          <p:spPr bwMode="auto">
            <a:xfrm>
              <a:off x="4307" y="2385"/>
              <a:ext cx="160" cy="138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latin typeface="Arial" charset="0"/>
                <a:cs typeface="Arial" charset="0"/>
              </a:endParaRPr>
            </a:p>
          </p:txBody>
        </p:sp>
        <p:sp>
          <p:nvSpPr>
            <p:cNvPr id="70771" name="Oval 936"/>
            <p:cNvSpPr>
              <a:spLocks noChangeArrowheads="1"/>
            </p:cNvSpPr>
            <p:nvPr/>
          </p:nvSpPr>
          <p:spPr bwMode="auto">
            <a:xfrm>
              <a:off x="4485" y="2385"/>
              <a:ext cx="160" cy="144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1" hangingPunct="1">
                <a:defRPr/>
              </a:pPr>
              <a:endParaRPr lang="en-US" i="0" dirty="0">
                <a:solidFill>
                  <a:srgbClr val="FF0000"/>
                </a:solidFill>
                <a:latin typeface="Arial" charset="0"/>
                <a:cs typeface="Arial" charset="0"/>
              </a:endParaRPr>
            </a:p>
          </p:txBody>
        </p:sp>
        <p:sp>
          <p:nvSpPr>
            <p:cNvPr id="70772" name="Oval 937"/>
            <p:cNvSpPr>
              <a:spLocks noChangeArrowheads="1"/>
            </p:cNvSpPr>
            <p:nvPr/>
          </p:nvSpPr>
          <p:spPr bwMode="auto">
            <a:xfrm>
              <a:off x="4664" y="2379"/>
              <a:ext cx="154" cy="144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latin typeface="Arial" charset="0"/>
                <a:cs typeface="Arial" charset="0"/>
              </a:endParaRPr>
            </a:p>
          </p:txBody>
        </p:sp>
        <p:sp>
          <p:nvSpPr>
            <p:cNvPr id="70773" name="Rectangle 938"/>
            <p:cNvSpPr>
              <a:spLocks noChangeArrowheads="1"/>
            </p:cNvSpPr>
            <p:nvPr/>
          </p:nvSpPr>
          <p:spPr bwMode="auto">
            <a:xfrm>
              <a:off x="5059" y="1834"/>
              <a:ext cx="86" cy="761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latin typeface="Arial" charset="0"/>
                <a:cs typeface="Arial" charset="0"/>
              </a:endParaRPr>
            </a:p>
          </p:txBody>
        </p:sp>
      </p:grpSp>
      <p:grpSp>
        <p:nvGrpSpPr>
          <p:cNvPr id="177203" name="Group 906"/>
          <p:cNvGrpSpPr>
            <a:grpSpLocks/>
          </p:cNvGrpSpPr>
          <p:nvPr/>
        </p:nvGrpSpPr>
        <p:grpSpPr bwMode="auto">
          <a:xfrm>
            <a:off x="5745163" y="2620963"/>
            <a:ext cx="366712" cy="579437"/>
            <a:chOff x="4140" y="429"/>
            <a:chExt cx="1425" cy="2396"/>
          </a:xfrm>
        </p:grpSpPr>
        <p:sp>
          <p:nvSpPr>
            <p:cNvPr id="177205" name="Freeform 907"/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17 w 354"/>
                <a:gd name="T1" fmla="*/ 0 h 2742"/>
                <a:gd name="T2" fmla="*/ 93 w 354"/>
                <a:gd name="T3" fmla="*/ 114 h 2742"/>
                <a:gd name="T4" fmla="*/ 91 w 354"/>
                <a:gd name="T5" fmla="*/ 881 h 2742"/>
                <a:gd name="T6" fmla="*/ 0 w 354"/>
                <a:gd name="T7" fmla="*/ 921 h 2742"/>
                <a:gd name="T8" fmla="*/ 17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0711" name="Rectangle 908"/>
            <p:cNvSpPr>
              <a:spLocks noChangeArrowheads="1"/>
            </p:cNvSpPr>
            <p:nvPr/>
          </p:nvSpPr>
          <p:spPr bwMode="auto">
            <a:xfrm>
              <a:off x="4208" y="429"/>
              <a:ext cx="1043" cy="2284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latin typeface="Arial" charset="0"/>
                <a:cs typeface="Arial" charset="0"/>
              </a:endParaRPr>
            </a:p>
          </p:txBody>
        </p:sp>
        <p:sp>
          <p:nvSpPr>
            <p:cNvPr id="177207" name="Freeform 909"/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56 w 211"/>
                <a:gd name="T3" fmla="*/ 73 h 2537"/>
                <a:gd name="T4" fmla="*/ 2 w 211"/>
                <a:gd name="T5" fmla="*/ 839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77208" name="Freeform 910"/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87 w 328"/>
                <a:gd name="T3" fmla="*/ 43 h 226"/>
                <a:gd name="T4" fmla="*/ 87 w 328"/>
                <a:gd name="T5" fmla="*/ 77 h 226"/>
                <a:gd name="T6" fmla="*/ 0 w 328"/>
                <a:gd name="T7" fmla="*/ 34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0714" name="Rectangle 911"/>
            <p:cNvSpPr>
              <a:spLocks noChangeArrowheads="1"/>
            </p:cNvSpPr>
            <p:nvPr/>
          </p:nvSpPr>
          <p:spPr bwMode="auto">
            <a:xfrm>
              <a:off x="4214" y="692"/>
              <a:ext cx="592" cy="46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latin typeface="Arial" charset="0"/>
                <a:cs typeface="Arial" charset="0"/>
              </a:endParaRPr>
            </a:p>
          </p:txBody>
        </p:sp>
        <p:grpSp>
          <p:nvGrpSpPr>
            <p:cNvPr id="177210" name="Group 912"/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70740" name="AutoShape 913"/>
              <p:cNvSpPr>
                <a:spLocks noChangeArrowheads="1"/>
              </p:cNvSpPr>
              <p:nvPr/>
            </p:nvSpPr>
            <p:spPr bwMode="auto">
              <a:xfrm>
                <a:off x="616" y="2565"/>
                <a:ext cx="724" cy="120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latin typeface="Arial" charset="0"/>
                  <a:cs typeface="Arial" charset="0"/>
                </a:endParaRPr>
              </a:p>
            </p:txBody>
          </p:sp>
          <p:sp>
            <p:nvSpPr>
              <p:cNvPr id="70741" name="AutoShape 914"/>
              <p:cNvSpPr>
                <a:spLocks noChangeArrowheads="1"/>
              </p:cNvSpPr>
              <p:nvPr/>
            </p:nvSpPr>
            <p:spPr bwMode="auto">
              <a:xfrm>
                <a:off x="632" y="2584"/>
                <a:ext cx="693" cy="101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latin typeface="Arial" charset="0"/>
                  <a:cs typeface="Arial" charset="0"/>
                </a:endParaRPr>
              </a:p>
            </p:txBody>
          </p:sp>
        </p:grpSp>
        <p:sp>
          <p:nvSpPr>
            <p:cNvPr id="70716" name="Rectangle 915"/>
            <p:cNvSpPr>
              <a:spLocks noChangeArrowheads="1"/>
            </p:cNvSpPr>
            <p:nvPr/>
          </p:nvSpPr>
          <p:spPr bwMode="auto">
            <a:xfrm>
              <a:off x="4226" y="1020"/>
              <a:ext cx="592" cy="46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latin typeface="Arial" charset="0"/>
                <a:cs typeface="Arial" charset="0"/>
              </a:endParaRPr>
            </a:p>
          </p:txBody>
        </p:sp>
        <p:grpSp>
          <p:nvGrpSpPr>
            <p:cNvPr id="177212" name="Group 916"/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70738" name="AutoShape 917"/>
              <p:cNvSpPr>
                <a:spLocks noChangeArrowheads="1"/>
              </p:cNvSpPr>
              <p:nvPr/>
            </p:nvSpPr>
            <p:spPr bwMode="auto">
              <a:xfrm>
                <a:off x="611" y="2568"/>
                <a:ext cx="731" cy="136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latin typeface="Arial" charset="0"/>
                  <a:cs typeface="Arial" charset="0"/>
                </a:endParaRPr>
              </a:p>
            </p:txBody>
          </p:sp>
          <p:sp>
            <p:nvSpPr>
              <p:cNvPr id="70739" name="AutoShape 918"/>
              <p:cNvSpPr>
                <a:spLocks noChangeArrowheads="1"/>
              </p:cNvSpPr>
              <p:nvPr/>
            </p:nvSpPr>
            <p:spPr bwMode="auto">
              <a:xfrm>
                <a:off x="626" y="2581"/>
                <a:ext cx="700" cy="109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latin typeface="Arial" charset="0"/>
                  <a:cs typeface="Arial" charset="0"/>
                </a:endParaRPr>
              </a:p>
            </p:txBody>
          </p:sp>
        </p:grpSp>
        <p:sp>
          <p:nvSpPr>
            <p:cNvPr id="70718" name="Rectangle 919"/>
            <p:cNvSpPr>
              <a:spLocks noChangeArrowheads="1"/>
            </p:cNvSpPr>
            <p:nvPr/>
          </p:nvSpPr>
          <p:spPr bwMode="auto">
            <a:xfrm>
              <a:off x="4214" y="1361"/>
              <a:ext cx="598" cy="46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latin typeface="Arial" charset="0"/>
                <a:cs typeface="Arial" charset="0"/>
              </a:endParaRPr>
            </a:p>
          </p:txBody>
        </p:sp>
        <p:sp>
          <p:nvSpPr>
            <p:cNvPr id="70719" name="Rectangle 920"/>
            <p:cNvSpPr>
              <a:spLocks noChangeArrowheads="1"/>
            </p:cNvSpPr>
            <p:nvPr/>
          </p:nvSpPr>
          <p:spPr bwMode="auto">
            <a:xfrm>
              <a:off x="4226" y="1657"/>
              <a:ext cx="598" cy="46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latin typeface="Arial" charset="0"/>
                <a:cs typeface="Arial" charset="0"/>
              </a:endParaRPr>
            </a:p>
          </p:txBody>
        </p:sp>
        <p:grpSp>
          <p:nvGrpSpPr>
            <p:cNvPr id="177215" name="Group 921"/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70736" name="AutoShape 922"/>
              <p:cNvSpPr>
                <a:spLocks noChangeArrowheads="1"/>
              </p:cNvSpPr>
              <p:nvPr/>
            </p:nvSpPr>
            <p:spPr bwMode="auto">
              <a:xfrm>
                <a:off x="611" y="2571"/>
                <a:ext cx="730" cy="139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latin typeface="Arial" charset="0"/>
                  <a:cs typeface="Arial" charset="0"/>
                </a:endParaRPr>
              </a:p>
            </p:txBody>
          </p:sp>
          <p:sp>
            <p:nvSpPr>
              <p:cNvPr id="70737" name="AutoShape 923"/>
              <p:cNvSpPr>
                <a:spLocks noChangeArrowheads="1"/>
              </p:cNvSpPr>
              <p:nvPr/>
            </p:nvSpPr>
            <p:spPr bwMode="auto">
              <a:xfrm>
                <a:off x="626" y="2589"/>
                <a:ext cx="699" cy="121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latin typeface="Arial" charset="0"/>
                  <a:cs typeface="Arial" charset="0"/>
                </a:endParaRPr>
              </a:p>
            </p:txBody>
          </p:sp>
        </p:grpSp>
        <p:sp>
          <p:nvSpPr>
            <p:cNvPr id="177216" name="Freeform 924"/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87 w 328"/>
                <a:gd name="T3" fmla="*/ 42 h 226"/>
                <a:gd name="T4" fmla="*/ 87 w 328"/>
                <a:gd name="T5" fmla="*/ 75 h 226"/>
                <a:gd name="T6" fmla="*/ 0 w 328"/>
                <a:gd name="T7" fmla="*/ 32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grpSp>
          <p:nvGrpSpPr>
            <p:cNvPr id="177217" name="Group 925"/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70734" name="AutoShape 926"/>
              <p:cNvSpPr>
                <a:spLocks noChangeArrowheads="1"/>
              </p:cNvSpPr>
              <p:nvPr/>
            </p:nvSpPr>
            <p:spPr bwMode="auto">
              <a:xfrm>
                <a:off x="613" y="2569"/>
                <a:ext cx="715" cy="138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latin typeface="Arial" charset="0"/>
                  <a:cs typeface="Arial" charset="0"/>
                </a:endParaRPr>
              </a:p>
            </p:txBody>
          </p:sp>
          <p:sp>
            <p:nvSpPr>
              <p:cNvPr id="70735" name="AutoShape 927"/>
              <p:cNvSpPr>
                <a:spLocks noChangeArrowheads="1"/>
              </p:cNvSpPr>
              <p:nvPr/>
            </p:nvSpPr>
            <p:spPr bwMode="auto">
              <a:xfrm>
                <a:off x="629" y="2582"/>
                <a:ext cx="692" cy="105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latin typeface="Arial" charset="0"/>
                  <a:cs typeface="Arial" charset="0"/>
                </a:endParaRPr>
              </a:p>
            </p:txBody>
          </p:sp>
        </p:grpSp>
        <p:sp>
          <p:nvSpPr>
            <p:cNvPr id="70723" name="Rectangle 928"/>
            <p:cNvSpPr>
              <a:spLocks noChangeArrowheads="1"/>
            </p:cNvSpPr>
            <p:nvPr/>
          </p:nvSpPr>
          <p:spPr bwMode="auto">
            <a:xfrm>
              <a:off x="5250" y="429"/>
              <a:ext cx="68" cy="2291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latin typeface="Arial" charset="0"/>
                <a:cs typeface="Arial" charset="0"/>
              </a:endParaRPr>
            </a:p>
          </p:txBody>
        </p:sp>
        <p:sp>
          <p:nvSpPr>
            <p:cNvPr id="177219" name="Freeform 929"/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77 w 296"/>
                <a:gd name="T3" fmla="*/ 47 h 256"/>
                <a:gd name="T4" fmla="*/ 78 w 296"/>
                <a:gd name="T5" fmla="*/ 85 h 256"/>
                <a:gd name="T6" fmla="*/ 0 w 296"/>
                <a:gd name="T7" fmla="*/ 32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77220" name="Freeform 930"/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81 w 304"/>
                <a:gd name="T3" fmla="*/ 55 h 288"/>
                <a:gd name="T4" fmla="*/ 76 w 304"/>
                <a:gd name="T5" fmla="*/ 97 h 288"/>
                <a:gd name="T6" fmla="*/ 2 w 304"/>
                <a:gd name="T7" fmla="*/ 42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0726" name="Oval 931"/>
            <p:cNvSpPr>
              <a:spLocks noChangeArrowheads="1"/>
            </p:cNvSpPr>
            <p:nvPr/>
          </p:nvSpPr>
          <p:spPr bwMode="auto">
            <a:xfrm>
              <a:off x="5516" y="2608"/>
              <a:ext cx="49" cy="98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latin typeface="Arial" charset="0"/>
                <a:cs typeface="Arial" charset="0"/>
              </a:endParaRPr>
            </a:p>
          </p:txBody>
        </p:sp>
        <p:sp>
          <p:nvSpPr>
            <p:cNvPr id="177222" name="Freeform 932"/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36 h 240"/>
                <a:gd name="T2" fmla="*/ 2 w 306"/>
                <a:gd name="T3" fmla="*/ 81 h 240"/>
                <a:gd name="T4" fmla="*/ 81 w 306"/>
                <a:gd name="T5" fmla="*/ 37 h 240"/>
                <a:gd name="T6" fmla="*/ 78 w 306"/>
                <a:gd name="T7" fmla="*/ 0 h 240"/>
                <a:gd name="T8" fmla="*/ 0 w 306"/>
                <a:gd name="T9" fmla="*/ 36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0728" name="AutoShape 933"/>
            <p:cNvSpPr>
              <a:spLocks noChangeArrowheads="1"/>
            </p:cNvSpPr>
            <p:nvPr/>
          </p:nvSpPr>
          <p:spPr bwMode="auto">
            <a:xfrm>
              <a:off x="4140" y="2681"/>
              <a:ext cx="1197" cy="144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latin typeface="Arial" charset="0"/>
                <a:cs typeface="Arial" charset="0"/>
              </a:endParaRPr>
            </a:p>
          </p:txBody>
        </p:sp>
        <p:sp>
          <p:nvSpPr>
            <p:cNvPr id="70729" name="AutoShape 934"/>
            <p:cNvSpPr>
              <a:spLocks noChangeArrowheads="1"/>
            </p:cNvSpPr>
            <p:nvPr/>
          </p:nvSpPr>
          <p:spPr bwMode="auto">
            <a:xfrm>
              <a:off x="4208" y="2713"/>
              <a:ext cx="1067" cy="79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tx2"/>
                </a:gs>
                <a:gs pos="100000">
                  <a:schemeClr val="bg2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latin typeface="Arial" charset="0"/>
                <a:cs typeface="Arial" charset="0"/>
              </a:endParaRPr>
            </a:p>
          </p:txBody>
        </p:sp>
        <p:sp>
          <p:nvSpPr>
            <p:cNvPr id="70730" name="Oval 935"/>
            <p:cNvSpPr>
              <a:spLocks noChangeArrowheads="1"/>
            </p:cNvSpPr>
            <p:nvPr/>
          </p:nvSpPr>
          <p:spPr bwMode="auto">
            <a:xfrm>
              <a:off x="4307" y="2385"/>
              <a:ext cx="160" cy="138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latin typeface="Arial" charset="0"/>
                <a:cs typeface="Arial" charset="0"/>
              </a:endParaRPr>
            </a:p>
          </p:txBody>
        </p:sp>
        <p:sp>
          <p:nvSpPr>
            <p:cNvPr id="70731" name="Oval 936"/>
            <p:cNvSpPr>
              <a:spLocks noChangeArrowheads="1"/>
            </p:cNvSpPr>
            <p:nvPr/>
          </p:nvSpPr>
          <p:spPr bwMode="auto">
            <a:xfrm>
              <a:off x="4485" y="2385"/>
              <a:ext cx="160" cy="144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1" hangingPunct="1">
                <a:defRPr/>
              </a:pPr>
              <a:endParaRPr lang="en-US" i="0" dirty="0">
                <a:solidFill>
                  <a:srgbClr val="FF0000"/>
                </a:solidFill>
                <a:latin typeface="Arial" charset="0"/>
                <a:cs typeface="Arial" charset="0"/>
              </a:endParaRPr>
            </a:p>
          </p:txBody>
        </p:sp>
        <p:sp>
          <p:nvSpPr>
            <p:cNvPr id="70732" name="Oval 937"/>
            <p:cNvSpPr>
              <a:spLocks noChangeArrowheads="1"/>
            </p:cNvSpPr>
            <p:nvPr/>
          </p:nvSpPr>
          <p:spPr bwMode="auto">
            <a:xfrm>
              <a:off x="4664" y="2379"/>
              <a:ext cx="154" cy="144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latin typeface="Arial" charset="0"/>
                <a:cs typeface="Arial" charset="0"/>
              </a:endParaRPr>
            </a:p>
          </p:txBody>
        </p:sp>
        <p:sp>
          <p:nvSpPr>
            <p:cNvPr id="70733" name="Rectangle 938"/>
            <p:cNvSpPr>
              <a:spLocks noChangeArrowheads="1"/>
            </p:cNvSpPr>
            <p:nvPr/>
          </p:nvSpPr>
          <p:spPr bwMode="auto">
            <a:xfrm>
              <a:off x="5059" y="1834"/>
              <a:ext cx="86" cy="761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latin typeface="Arial" charset="0"/>
                <a:cs typeface="Arial" charset="0"/>
              </a:endParaRPr>
            </a:p>
          </p:txBody>
        </p:sp>
      </p:grpSp>
      <p:pic>
        <p:nvPicPr>
          <p:cNvPr id="177204" name="Picture 21" descr="underline_base"/>
          <p:cNvPicPr>
            <a:picLocks noChangeArrowheads="1"/>
          </p:cNvPicPr>
          <p:nvPr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7063" y="1039813"/>
            <a:ext cx="5027612" cy="173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56154" y="6522365"/>
            <a:ext cx="548655" cy="272319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200" dirty="0">
                <a:latin typeface="Tahoma" charset="0"/>
              </a:rPr>
              <a:t>6-</a:t>
            </a:r>
            <a:fld id="{8E8C6E93-DF5B-BC4B-80F9-500DED1EEDCC}" type="slidenum">
              <a:rPr lang="en-US" sz="1200">
                <a:latin typeface="Tahoma" charset="0"/>
              </a:rPr>
              <a:pPr/>
              <a:t>11</a:t>
            </a:fld>
            <a:endParaRPr lang="en-US" sz="1200" dirty="0">
              <a:latin typeface="Tahoma" charset="0"/>
            </a:endParaRPr>
          </a:p>
        </p:txBody>
      </p:sp>
      <p:sp>
        <p:nvSpPr>
          <p:cNvPr id="15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6375496" y="6521551"/>
            <a:ext cx="2177473" cy="241541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Link Layer and LANs</a:t>
            </a:r>
          </a:p>
        </p:txBody>
      </p:sp>
      <p:grpSp>
        <p:nvGrpSpPr>
          <p:cNvPr id="154" name="Group 347"/>
          <p:cNvGrpSpPr>
            <a:grpSpLocks/>
          </p:cNvGrpSpPr>
          <p:nvPr/>
        </p:nvGrpSpPr>
        <p:grpSpPr bwMode="auto">
          <a:xfrm>
            <a:off x="2751485" y="2148330"/>
            <a:ext cx="880316" cy="510540"/>
            <a:chOff x="1871277" y="1576300"/>
            <a:chExt cx="1128371" cy="437861"/>
          </a:xfrm>
        </p:grpSpPr>
        <p:sp>
          <p:nvSpPr>
            <p:cNvPr id="155" name="Oval 154"/>
            <p:cNvSpPr/>
            <p:nvPr/>
          </p:nvSpPr>
          <p:spPr bwMode="auto">
            <a:xfrm flipV="1">
              <a:off x="1874446" y="1694641"/>
              <a:ext cx="1125202" cy="319520"/>
            </a:xfrm>
            <a:prstGeom prst="ellipse">
              <a:avLst/>
            </a:prstGeom>
            <a:gradFill flip="none" rotWithShape="1">
              <a:gsLst>
                <a:gs pos="0">
                  <a:schemeClr val="accent2">
                    <a:lumMod val="75000"/>
                  </a:schemeClr>
                </a:gs>
                <a:gs pos="53000">
                  <a:schemeClr val="accent2">
                    <a:lumMod val="60000"/>
                    <a:lumOff val="40000"/>
                  </a:schemeClr>
                </a:gs>
                <a:gs pos="100000">
                  <a:schemeClr val="accent2">
                    <a:lumMod val="75000"/>
                  </a:schemeClr>
                </a:gs>
              </a:gsLst>
              <a:lin ang="0" scaled="1"/>
              <a:tileRect/>
            </a:gradFill>
            <a:ln w="6350" cmpd="sng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>
                <a:ln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156" name="Rectangle 155"/>
            <p:cNvSpPr/>
            <p:nvPr/>
          </p:nvSpPr>
          <p:spPr bwMode="auto">
            <a:xfrm>
              <a:off x="1871277" y="1739611"/>
              <a:ext cx="1128371" cy="115973"/>
            </a:xfrm>
            <a:prstGeom prst="rect">
              <a:avLst/>
            </a:prstGeom>
            <a:gradFill>
              <a:gsLst>
                <a:gs pos="0">
                  <a:schemeClr val="accent2">
                    <a:lumMod val="75000"/>
                  </a:schemeClr>
                </a:gs>
                <a:gs pos="53000">
                  <a:schemeClr val="accent2">
                    <a:lumMod val="60000"/>
                    <a:lumOff val="40000"/>
                  </a:schemeClr>
                </a:gs>
                <a:gs pos="100000">
                  <a:schemeClr val="accent2">
                    <a:lumMod val="75000"/>
                  </a:schemeClr>
                </a:gs>
              </a:gsLst>
              <a:lin ang="10800000" scaled="0"/>
            </a:gradFill>
            <a:ln w="25400"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/>
            </a:p>
          </p:txBody>
        </p:sp>
        <p:sp>
          <p:nvSpPr>
            <p:cNvPr id="157" name="Oval 156"/>
            <p:cNvSpPr/>
            <p:nvPr/>
          </p:nvSpPr>
          <p:spPr bwMode="auto">
            <a:xfrm flipV="1">
              <a:off x="1871277" y="1576300"/>
              <a:ext cx="1125200" cy="31952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 w="6350" cmpd="sng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>
                <a:ln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158" name="Freeform 157"/>
            <p:cNvSpPr/>
            <p:nvPr/>
          </p:nvSpPr>
          <p:spPr bwMode="auto">
            <a:xfrm>
              <a:off x="2159708" y="1673340"/>
              <a:ext cx="548339" cy="160943"/>
            </a:xfrm>
            <a:custGeom>
              <a:avLst/>
              <a:gdLst>
                <a:gd name="connsiteX0" fmla="*/ 1486231 w 2944854"/>
                <a:gd name="connsiteY0" fmla="*/ 727041 h 1302232"/>
                <a:gd name="connsiteX1" fmla="*/ 257675 w 2944854"/>
                <a:gd name="connsiteY1" fmla="*/ 1302232 h 1302232"/>
                <a:gd name="connsiteX2" fmla="*/ 0 w 2944854"/>
                <a:gd name="connsiteY2" fmla="*/ 1228607 h 1302232"/>
                <a:gd name="connsiteX3" fmla="*/ 911064 w 2944854"/>
                <a:gd name="connsiteY3" fmla="*/ 837478 h 1302232"/>
                <a:gd name="connsiteX4" fmla="*/ 883456 w 2944854"/>
                <a:gd name="connsiteY4" fmla="*/ 450949 h 1302232"/>
                <a:gd name="connsiteX5" fmla="*/ 161047 w 2944854"/>
                <a:gd name="connsiteY5" fmla="*/ 119640 h 1302232"/>
                <a:gd name="connsiteX6" fmla="*/ 404917 w 2944854"/>
                <a:gd name="connsiteY6" fmla="*/ 50617 h 1302232"/>
                <a:gd name="connsiteX7" fmla="*/ 1477028 w 2944854"/>
                <a:gd name="connsiteY7" fmla="*/ 501566 h 1302232"/>
                <a:gd name="connsiteX8" fmla="*/ 2572146 w 2944854"/>
                <a:gd name="connsiteY8" fmla="*/ 0 h 1302232"/>
                <a:gd name="connsiteX9" fmla="*/ 2875834 w 2944854"/>
                <a:gd name="connsiteY9" fmla="*/ 96632 h 1302232"/>
                <a:gd name="connsiteX10" fmla="*/ 2079803 w 2944854"/>
                <a:gd name="connsiteY10" fmla="*/ 432543 h 1302232"/>
                <a:gd name="connsiteX11" fmla="*/ 2240850 w 2944854"/>
                <a:gd name="connsiteY11" fmla="*/ 920305 h 1302232"/>
                <a:gd name="connsiteX12" fmla="*/ 2944854 w 2944854"/>
                <a:gd name="connsiteY12" fmla="*/ 1228607 h 1302232"/>
                <a:gd name="connsiteX13" fmla="*/ 2733192 w 2944854"/>
                <a:gd name="connsiteY13" fmla="*/ 1297630 h 1302232"/>
                <a:gd name="connsiteX14" fmla="*/ 1486231 w 2944854"/>
                <a:gd name="connsiteY14" fmla="*/ 727041 h 1302232"/>
                <a:gd name="connsiteX0" fmla="*/ 1486231 w 2944854"/>
                <a:gd name="connsiteY0" fmla="*/ 727041 h 1316375"/>
                <a:gd name="connsiteX1" fmla="*/ 257675 w 2944854"/>
                <a:gd name="connsiteY1" fmla="*/ 1302232 h 1316375"/>
                <a:gd name="connsiteX2" fmla="*/ 0 w 2944854"/>
                <a:gd name="connsiteY2" fmla="*/ 1228607 h 1316375"/>
                <a:gd name="connsiteX3" fmla="*/ 911064 w 2944854"/>
                <a:gd name="connsiteY3" fmla="*/ 837478 h 1316375"/>
                <a:gd name="connsiteX4" fmla="*/ 883456 w 2944854"/>
                <a:gd name="connsiteY4" fmla="*/ 450949 h 1316375"/>
                <a:gd name="connsiteX5" fmla="*/ 161047 w 2944854"/>
                <a:gd name="connsiteY5" fmla="*/ 119640 h 1316375"/>
                <a:gd name="connsiteX6" fmla="*/ 404917 w 2944854"/>
                <a:gd name="connsiteY6" fmla="*/ 50617 h 1316375"/>
                <a:gd name="connsiteX7" fmla="*/ 1477028 w 2944854"/>
                <a:gd name="connsiteY7" fmla="*/ 501566 h 1316375"/>
                <a:gd name="connsiteX8" fmla="*/ 2572146 w 2944854"/>
                <a:gd name="connsiteY8" fmla="*/ 0 h 1316375"/>
                <a:gd name="connsiteX9" fmla="*/ 2875834 w 2944854"/>
                <a:gd name="connsiteY9" fmla="*/ 96632 h 1316375"/>
                <a:gd name="connsiteX10" fmla="*/ 2079803 w 2944854"/>
                <a:gd name="connsiteY10" fmla="*/ 432543 h 1316375"/>
                <a:gd name="connsiteX11" fmla="*/ 2240850 w 2944854"/>
                <a:gd name="connsiteY11" fmla="*/ 920305 h 1316375"/>
                <a:gd name="connsiteX12" fmla="*/ 2944854 w 2944854"/>
                <a:gd name="connsiteY12" fmla="*/ 1228607 h 1316375"/>
                <a:gd name="connsiteX13" fmla="*/ 2756623 w 2944854"/>
                <a:gd name="connsiteY13" fmla="*/ 1316375 h 1316375"/>
                <a:gd name="connsiteX14" fmla="*/ 1486231 w 2944854"/>
                <a:gd name="connsiteY14" fmla="*/ 727041 h 1316375"/>
                <a:gd name="connsiteX0" fmla="*/ 1486231 w 3024520"/>
                <a:gd name="connsiteY0" fmla="*/ 727041 h 1316375"/>
                <a:gd name="connsiteX1" fmla="*/ 257675 w 3024520"/>
                <a:gd name="connsiteY1" fmla="*/ 1302232 h 1316375"/>
                <a:gd name="connsiteX2" fmla="*/ 0 w 3024520"/>
                <a:gd name="connsiteY2" fmla="*/ 1228607 h 1316375"/>
                <a:gd name="connsiteX3" fmla="*/ 911064 w 3024520"/>
                <a:gd name="connsiteY3" fmla="*/ 837478 h 1316375"/>
                <a:gd name="connsiteX4" fmla="*/ 883456 w 3024520"/>
                <a:gd name="connsiteY4" fmla="*/ 450949 h 1316375"/>
                <a:gd name="connsiteX5" fmla="*/ 161047 w 3024520"/>
                <a:gd name="connsiteY5" fmla="*/ 119640 h 1316375"/>
                <a:gd name="connsiteX6" fmla="*/ 404917 w 3024520"/>
                <a:gd name="connsiteY6" fmla="*/ 50617 h 1316375"/>
                <a:gd name="connsiteX7" fmla="*/ 1477028 w 3024520"/>
                <a:gd name="connsiteY7" fmla="*/ 501566 h 1316375"/>
                <a:gd name="connsiteX8" fmla="*/ 2572146 w 3024520"/>
                <a:gd name="connsiteY8" fmla="*/ 0 h 1316375"/>
                <a:gd name="connsiteX9" fmla="*/ 2875834 w 3024520"/>
                <a:gd name="connsiteY9" fmla="*/ 96632 h 1316375"/>
                <a:gd name="connsiteX10" fmla="*/ 2079803 w 3024520"/>
                <a:gd name="connsiteY10" fmla="*/ 432543 h 1316375"/>
                <a:gd name="connsiteX11" fmla="*/ 2240850 w 3024520"/>
                <a:gd name="connsiteY11" fmla="*/ 920305 h 1316375"/>
                <a:gd name="connsiteX12" fmla="*/ 3024520 w 3024520"/>
                <a:gd name="connsiteY12" fmla="*/ 1228607 h 1316375"/>
                <a:gd name="connsiteX13" fmla="*/ 2756623 w 3024520"/>
                <a:gd name="connsiteY13" fmla="*/ 1316375 h 1316375"/>
                <a:gd name="connsiteX14" fmla="*/ 1486231 w 3024520"/>
                <a:gd name="connsiteY14" fmla="*/ 727041 h 1316375"/>
                <a:gd name="connsiteX0" fmla="*/ 1537780 w 3076069"/>
                <a:gd name="connsiteY0" fmla="*/ 727041 h 1316375"/>
                <a:gd name="connsiteX1" fmla="*/ 309224 w 3076069"/>
                <a:gd name="connsiteY1" fmla="*/ 1302232 h 1316375"/>
                <a:gd name="connsiteX2" fmla="*/ 0 w 3076069"/>
                <a:gd name="connsiteY2" fmla="*/ 1228607 h 1316375"/>
                <a:gd name="connsiteX3" fmla="*/ 962613 w 3076069"/>
                <a:gd name="connsiteY3" fmla="*/ 837478 h 1316375"/>
                <a:gd name="connsiteX4" fmla="*/ 935005 w 3076069"/>
                <a:gd name="connsiteY4" fmla="*/ 450949 h 1316375"/>
                <a:gd name="connsiteX5" fmla="*/ 212596 w 3076069"/>
                <a:gd name="connsiteY5" fmla="*/ 119640 h 1316375"/>
                <a:gd name="connsiteX6" fmla="*/ 456466 w 3076069"/>
                <a:gd name="connsiteY6" fmla="*/ 50617 h 1316375"/>
                <a:gd name="connsiteX7" fmla="*/ 1528577 w 3076069"/>
                <a:gd name="connsiteY7" fmla="*/ 501566 h 1316375"/>
                <a:gd name="connsiteX8" fmla="*/ 2623695 w 3076069"/>
                <a:gd name="connsiteY8" fmla="*/ 0 h 1316375"/>
                <a:gd name="connsiteX9" fmla="*/ 2927383 w 3076069"/>
                <a:gd name="connsiteY9" fmla="*/ 96632 h 1316375"/>
                <a:gd name="connsiteX10" fmla="*/ 2131352 w 3076069"/>
                <a:gd name="connsiteY10" fmla="*/ 432543 h 1316375"/>
                <a:gd name="connsiteX11" fmla="*/ 2292399 w 3076069"/>
                <a:gd name="connsiteY11" fmla="*/ 920305 h 1316375"/>
                <a:gd name="connsiteX12" fmla="*/ 3076069 w 3076069"/>
                <a:gd name="connsiteY12" fmla="*/ 1228607 h 1316375"/>
                <a:gd name="connsiteX13" fmla="*/ 2808172 w 3076069"/>
                <a:gd name="connsiteY13" fmla="*/ 1316375 h 1316375"/>
                <a:gd name="connsiteX14" fmla="*/ 1537780 w 3076069"/>
                <a:gd name="connsiteY14" fmla="*/ 727041 h 1316375"/>
                <a:gd name="connsiteX0" fmla="*/ 1537780 w 3076069"/>
                <a:gd name="connsiteY0" fmla="*/ 727041 h 1321259"/>
                <a:gd name="connsiteX1" fmla="*/ 313981 w 3076069"/>
                <a:gd name="connsiteY1" fmla="*/ 1321259 h 1321259"/>
                <a:gd name="connsiteX2" fmla="*/ 0 w 3076069"/>
                <a:gd name="connsiteY2" fmla="*/ 1228607 h 1321259"/>
                <a:gd name="connsiteX3" fmla="*/ 962613 w 3076069"/>
                <a:gd name="connsiteY3" fmla="*/ 837478 h 1321259"/>
                <a:gd name="connsiteX4" fmla="*/ 935005 w 3076069"/>
                <a:gd name="connsiteY4" fmla="*/ 450949 h 1321259"/>
                <a:gd name="connsiteX5" fmla="*/ 212596 w 3076069"/>
                <a:gd name="connsiteY5" fmla="*/ 119640 h 1321259"/>
                <a:gd name="connsiteX6" fmla="*/ 456466 w 3076069"/>
                <a:gd name="connsiteY6" fmla="*/ 50617 h 1321259"/>
                <a:gd name="connsiteX7" fmla="*/ 1528577 w 3076069"/>
                <a:gd name="connsiteY7" fmla="*/ 501566 h 1321259"/>
                <a:gd name="connsiteX8" fmla="*/ 2623695 w 3076069"/>
                <a:gd name="connsiteY8" fmla="*/ 0 h 1321259"/>
                <a:gd name="connsiteX9" fmla="*/ 2927383 w 3076069"/>
                <a:gd name="connsiteY9" fmla="*/ 96632 h 1321259"/>
                <a:gd name="connsiteX10" fmla="*/ 2131352 w 3076069"/>
                <a:gd name="connsiteY10" fmla="*/ 432543 h 1321259"/>
                <a:gd name="connsiteX11" fmla="*/ 2292399 w 3076069"/>
                <a:gd name="connsiteY11" fmla="*/ 920305 h 1321259"/>
                <a:gd name="connsiteX12" fmla="*/ 3076069 w 3076069"/>
                <a:gd name="connsiteY12" fmla="*/ 1228607 h 1321259"/>
                <a:gd name="connsiteX13" fmla="*/ 2808172 w 3076069"/>
                <a:gd name="connsiteY13" fmla="*/ 1316375 h 1321259"/>
                <a:gd name="connsiteX14" fmla="*/ 1537780 w 3076069"/>
                <a:gd name="connsiteY14" fmla="*/ 727041 h 1321259"/>
                <a:gd name="connsiteX0" fmla="*/ 1537780 w 3076069"/>
                <a:gd name="connsiteY0" fmla="*/ 750825 h 1321259"/>
                <a:gd name="connsiteX1" fmla="*/ 313981 w 3076069"/>
                <a:gd name="connsiteY1" fmla="*/ 1321259 h 1321259"/>
                <a:gd name="connsiteX2" fmla="*/ 0 w 3076069"/>
                <a:gd name="connsiteY2" fmla="*/ 1228607 h 1321259"/>
                <a:gd name="connsiteX3" fmla="*/ 962613 w 3076069"/>
                <a:gd name="connsiteY3" fmla="*/ 837478 h 1321259"/>
                <a:gd name="connsiteX4" fmla="*/ 935005 w 3076069"/>
                <a:gd name="connsiteY4" fmla="*/ 450949 h 1321259"/>
                <a:gd name="connsiteX5" fmla="*/ 212596 w 3076069"/>
                <a:gd name="connsiteY5" fmla="*/ 119640 h 1321259"/>
                <a:gd name="connsiteX6" fmla="*/ 456466 w 3076069"/>
                <a:gd name="connsiteY6" fmla="*/ 50617 h 1321259"/>
                <a:gd name="connsiteX7" fmla="*/ 1528577 w 3076069"/>
                <a:gd name="connsiteY7" fmla="*/ 501566 h 1321259"/>
                <a:gd name="connsiteX8" fmla="*/ 2623695 w 3076069"/>
                <a:gd name="connsiteY8" fmla="*/ 0 h 1321259"/>
                <a:gd name="connsiteX9" fmla="*/ 2927383 w 3076069"/>
                <a:gd name="connsiteY9" fmla="*/ 96632 h 1321259"/>
                <a:gd name="connsiteX10" fmla="*/ 2131352 w 3076069"/>
                <a:gd name="connsiteY10" fmla="*/ 432543 h 1321259"/>
                <a:gd name="connsiteX11" fmla="*/ 2292399 w 3076069"/>
                <a:gd name="connsiteY11" fmla="*/ 920305 h 1321259"/>
                <a:gd name="connsiteX12" fmla="*/ 3076069 w 3076069"/>
                <a:gd name="connsiteY12" fmla="*/ 1228607 h 1321259"/>
                <a:gd name="connsiteX13" fmla="*/ 2808172 w 3076069"/>
                <a:gd name="connsiteY13" fmla="*/ 1316375 h 1321259"/>
                <a:gd name="connsiteX14" fmla="*/ 1537780 w 3076069"/>
                <a:gd name="connsiteY14" fmla="*/ 750825 h 13212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076069" h="1321259">
                  <a:moveTo>
                    <a:pt x="1537780" y="750825"/>
                  </a:moveTo>
                  <a:lnTo>
                    <a:pt x="313981" y="1321259"/>
                  </a:lnTo>
                  <a:lnTo>
                    <a:pt x="0" y="1228607"/>
                  </a:lnTo>
                  <a:lnTo>
                    <a:pt x="962613" y="837478"/>
                  </a:lnTo>
                  <a:lnTo>
                    <a:pt x="935005" y="450949"/>
                  </a:lnTo>
                  <a:lnTo>
                    <a:pt x="212596" y="119640"/>
                  </a:lnTo>
                  <a:lnTo>
                    <a:pt x="456466" y="50617"/>
                  </a:lnTo>
                  <a:lnTo>
                    <a:pt x="1528577" y="501566"/>
                  </a:lnTo>
                  <a:lnTo>
                    <a:pt x="2623695" y="0"/>
                  </a:lnTo>
                  <a:lnTo>
                    <a:pt x="2927383" y="96632"/>
                  </a:lnTo>
                  <a:lnTo>
                    <a:pt x="2131352" y="432543"/>
                  </a:lnTo>
                  <a:lnTo>
                    <a:pt x="2292399" y="920305"/>
                  </a:lnTo>
                  <a:lnTo>
                    <a:pt x="3076069" y="1228607"/>
                  </a:lnTo>
                  <a:lnTo>
                    <a:pt x="2808172" y="1316375"/>
                  </a:lnTo>
                  <a:lnTo>
                    <a:pt x="1537780" y="750825"/>
                  </a:lnTo>
                  <a:close/>
                </a:path>
              </a:pathLst>
            </a:cu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/>
            </a:p>
          </p:txBody>
        </p:sp>
        <p:sp>
          <p:nvSpPr>
            <p:cNvPr id="159" name="Freeform 158"/>
            <p:cNvSpPr/>
            <p:nvPr/>
          </p:nvSpPr>
          <p:spPr bwMode="auto">
            <a:xfrm>
              <a:off x="2102655" y="1633103"/>
              <a:ext cx="662444" cy="111241"/>
            </a:xfrm>
            <a:custGeom>
              <a:avLst/>
              <a:gdLst>
                <a:gd name="connsiteX0" fmla="*/ 0 w 3645229"/>
                <a:gd name="connsiteY0" fmla="*/ 214441 h 923747"/>
                <a:gd name="connsiteX1" fmla="*/ 659770 w 3645229"/>
                <a:gd name="connsiteY1" fmla="*/ 16495 h 923747"/>
                <a:gd name="connsiteX2" fmla="*/ 1814367 w 3645229"/>
                <a:gd name="connsiteY2" fmla="*/ 511360 h 923747"/>
                <a:gd name="connsiteX3" fmla="*/ 2968965 w 3645229"/>
                <a:gd name="connsiteY3" fmla="*/ 0 h 923747"/>
                <a:gd name="connsiteX4" fmla="*/ 3645229 w 3645229"/>
                <a:gd name="connsiteY4" fmla="*/ 197946 h 923747"/>
                <a:gd name="connsiteX5" fmla="*/ 3199884 w 3645229"/>
                <a:gd name="connsiteY5" fmla="*/ 461874 h 923747"/>
                <a:gd name="connsiteX6" fmla="*/ 2985459 w 3645229"/>
                <a:gd name="connsiteY6" fmla="*/ 379396 h 923747"/>
                <a:gd name="connsiteX7" fmla="*/ 1830861 w 3645229"/>
                <a:gd name="connsiteY7" fmla="*/ 923747 h 923747"/>
                <a:gd name="connsiteX8" fmla="*/ 676264 w 3645229"/>
                <a:gd name="connsiteY8" fmla="*/ 412387 h 923747"/>
                <a:gd name="connsiteX9" fmla="*/ 527816 w 3645229"/>
                <a:gd name="connsiteY9" fmla="*/ 478369 h 923747"/>
                <a:gd name="connsiteX10" fmla="*/ 0 w 3645229"/>
                <a:gd name="connsiteY10" fmla="*/ 214441 h 923747"/>
                <a:gd name="connsiteX0" fmla="*/ 0 w 3640627"/>
                <a:gd name="connsiteY0" fmla="*/ 242051 h 923747"/>
                <a:gd name="connsiteX1" fmla="*/ 655168 w 3640627"/>
                <a:gd name="connsiteY1" fmla="*/ 16495 h 923747"/>
                <a:gd name="connsiteX2" fmla="*/ 1809765 w 3640627"/>
                <a:gd name="connsiteY2" fmla="*/ 511360 h 923747"/>
                <a:gd name="connsiteX3" fmla="*/ 2964363 w 3640627"/>
                <a:gd name="connsiteY3" fmla="*/ 0 h 923747"/>
                <a:gd name="connsiteX4" fmla="*/ 3640627 w 3640627"/>
                <a:gd name="connsiteY4" fmla="*/ 197946 h 923747"/>
                <a:gd name="connsiteX5" fmla="*/ 3195282 w 3640627"/>
                <a:gd name="connsiteY5" fmla="*/ 461874 h 923747"/>
                <a:gd name="connsiteX6" fmla="*/ 2980857 w 3640627"/>
                <a:gd name="connsiteY6" fmla="*/ 379396 h 923747"/>
                <a:gd name="connsiteX7" fmla="*/ 1826259 w 3640627"/>
                <a:gd name="connsiteY7" fmla="*/ 923747 h 923747"/>
                <a:gd name="connsiteX8" fmla="*/ 671662 w 3640627"/>
                <a:gd name="connsiteY8" fmla="*/ 412387 h 923747"/>
                <a:gd name="connsiteX9" fmla="*/ 523214 w 3640627"/>
                <a:gd name="connsiteY9" fmla="*/ 478369 h 923747"/>
                <a:gd name="connsiteX10" fmla="*/ 0 w 3640627"/>
                <a:gd name="connsiteY10" fmla="*/ 242051 h 923747"/>
                <a:gd name="connsiteX0" fmla="*/ 0 w 3640627"/>
                <a:gd name="connsiteY0" fmla="*/ 242051 h 923747"/>
                <a:gd name="connsiteX1" fmla="*/ 655168 w 3640627"/>
                <a:gd name="connsiteY1" fmla="*/ 16495 h 923747"/>
                <a:gd name="connsiteX2" fmla="*/ 1809765 w 3640627"/>
                <a:gd name="connsiteY2" fmla="*/ 511360 h 923747"/>
                <a:gd name="connsiteX3" fmla="*/ 2964363 w 3640627"/>
                <a:gd name="connsiteY3" fmla="*/ 0 h 923747"/>
                <a:gd name="connsiteX4" fmla="*/ 3640627 w 3640627"/>
                <a:gd name="connsiteY4" fmla="*/ 197946 h 923747"/>
                <a:gd name="connsiteX5" fmla="*/ 3195282 w 3640627"/>
                <a:gd name="connsiteY5" fmla="*/ 461874 h 923747"/>
                <a:gd name="connsiteX6" fmla="*/ 2980857 w 3640627"/>
                <a:gd name="connsiteY6" fmla="*/ 379396 h 923747"/>
                <a:gd name="connsiteX7" fmla="*/ 1826259 w 3640627"/>
                <a:gd name="connsiteY7" fmla="*/ 923747 h 923747"/>
                <a:gd name="connsiteX8" fmla="*/ 671662 w 3640627"/>
                <a:gd name="connsiteY8" fmla="*/ 412387 h 923747"/>
                <a:gd name="connsiteX9" fmla="*/ 523214 w 3640627"/>
                <a:gd name="connsiteY9" fmla="*/ 482971 h 923747"/>
                <a:gd name="connsiteX10" fmla="*/ 0 w 3640627"/>
                <a:gd name="connsiteY10" fmla="*/ 242051 h 923747"/>
                <a:gd name="connsiteX0" fmla="*/ 0 w 3640627"/>
                <a:gd name="connsiteY0" fmla="*/ 242051 h 923747"/>
                <a:gd name="connsiteX1" fmla="*/ 655168 w 3640627"/>
                <a:gd name="connsiteY1" fmla="*/ 16495 h 923747"/>
                <a:gd name="connsiteX2" fmla="*/ 1809765 w 3640627"/>
                <a:gd name="connsiteY2" fmla="*/ 511360 h 923747"/>
                <a:gd name="connsiteX3" fmla="*/ 2964363 w 3640627"/>
                <a:gd name="connsiteY3" fmla="*/ 0 h 923747"/>
                <a:gd name="connsiteX4" fmla="*/ 3640627 w 3640627"/>
                <a:gd name="connsiteY4" fmla="*/ 197946 h 923747"/>
                <a:gd name="connsiteX5" fmla="*/ 3195282 w 3640627"/>
                <a:gd name="connsiteY5" fmla="*/ 461874 h 923747"/>
                <a:gd name="connsiteX6" fmla="*/ 2980857 w 3640627"/>
                <a:gd name="connsiteY6" fmla="*/ 379396 h 923747"/>
                <a:gd name="connsiteX7" fmla="*/ 1826259 w 3640627"/>
                <a:gd name="connsiteY7" fmla="*/ 923747 h 923747"/>
                <a:gd name="connsiteX8" fmla="*/ 690067 w 3640627"/>
                <a:gd name="connsiteY8" fmla="*/ 412387 h 923747"/>
                <a:gd name="connsiteX9" fmla="*/ 523214 w 3640627"/>
                <a:gd name="connsiteY9" fmla="*/ 482971 h 923747"/>
                <a:gd name="connsiteX10" fmla="*/ 0 w 3640627"/>
                <a:gd name="connsiteY10" fmla="*/ 242051 h 923747"/>
                <a:gd name="connsiteX0" fmla="*/ 0 w 3640627"/>
                <a:gd name="connsiteY0" fmla="*/ 242051 h 946755"/>
                <a:gd name="connsiteX1" fmla="*/ 655168 w 3640627"/>
                <a:gd name="connsiteY1" fmla="*/ 16495 h 946755"/>
                <a:gd name="connsiteX2" fmla="*/ 1809765 w 3640627"/>
                <a:gd name="connsiteY2" fmla="*/ 511360 h 946755"/>
                <a:gd name="connsiteX3" fmla="*/ 2964363 w 3640627"/>
                <a:gd name="connsiteY3" fmla="*/ 0 h 946755"/>
                <a:gd name="connsiteX4" fmla="*/ 3640627 w 3640627"/>
                <a:gd name="connsiteY4" fmla="*/ 197946 h 946755"/>
                <a:gd name="connsiteX5" fmla="*/ 3195282 w 3640627"/>
                <a:gd name="connsiteY5" fmla="*/ 461874 h 946755"/>
                <a:gd name="connsiteX6" fmla="*/ 2980857 w 3640627"/>
                <a:gd name="connsiteY6" fmla="*/ 379396 h 946755"/>
                <a:gd name="connsiteX7" fmla="*/ 1876873 w 3640627"/>
                <a:gd name="connsiteY7" fmla="*/ 946755 h 946755"/>
                <a:gd name="connsiteX8" fmla="*/ 690067 w 3640627"/>
                <a:gd name="connsiteY8" fmla="*/ 412387 h 946755"/>
                <a:gd name="connsiteX9" fmla="*/ 523214 w 3640627"/>
                <a:gd name="connsiteY9" fmla="*/ 482971 h 946755"/>
                <a:gd name="connsiteX10" fmla="*/ 0 w 3640627"/>
                <a:gd name="connsiteY10" fmla="*/ 242051 h 946755"/>
                <a:gd name="connsiteX0" fmla="*/ 0 w 3640627"/>
                <a:gd name="connsiteY0" fmla="*/ 242051 h 946755"/>
                <a:gd name="connsiteX1" fmla="*/ 655168 w 3640627"/>
                <a:gd name="connsiteY1" fmla="*/ 16495 h 946755"/>
                <a:gd name="connsiteX2" fmla="*/ 1855778 w 3640627"/>
                <a:gd name="connsiteY2" fmla="*/ 534367 h 946755"/>
                <a:gd name="connsiteX3" fmla="*/ 2964363 w 3640627"/>
                <a:gd name="connsiteY3" fmla="*/ 0 h 946755"/>
                <a:gd name="connsiteX4" fmla="*/ 3640627 w 3640627"/>
                <a:gd name="connsiteY4" fmla="*/ 197946 h 946755"/>
                <a:gd name="connsiteX5" fmla="*/ 3195282 w 3640627"/>
                <a:gd name="connsiteY5" fmla="*/ 461874 h 946755"/>
                <a:gd name="connsiteX6" fmla="*/ 2980857 w 3640627"/>
                <a:gd name="connsiteY6" fmla="*/ 379396 h 946755"/>
                <a:gd name="connsiteX7" fmla="*/ 1876873 w 3640627"/>
                <a:gd name="connsiteY7" fmla="*/ 946755 h 946755"/>
                <a:gd name="connsiteX8" fmla="*/ 690067 w 3640627"/>
                <a:gd name="connsiteY8" fmla="*/ 412387 h 946755"/>
                <a:gd name="connsiteX9" fmla="*/ 523214 w 3640627"/>
                <a:gd name="connsiteY9" fmla="*/ 482971 h 946755"/>
                <a:gd name="connsiteX10" fmla="*/ 0 w 3640627"/>
                <a:gd name="connsiteY10" fmla="*/ 242051 h 946755"/>
                <a:gd name="connsiteX0" fmla="*/ 0 w 3640627"/>
                <a:gd name="connsiteY0" fmla="*/ 242051 h 946755"/>
                <a:gd name="connsiteX1" fmla="*/ 655168 w 3640627"/>
                <a:gd name="connsiteY1" fmla="*/ 16495 h 946755"/>
                <a:gd name="connsiteX2" fmla="*/ 1855778 w 3640627"/>
                <a:gd name="connsiteY2" fmla="*/ 534367 h 946755"/>
                <a:gd name="connsiteX3" fmla="*/ 2964363 w 3640627"/>
                <a:gd name="connsiteY3" fmla="*/ 0 h 946755"/>
                <a:gd name="connsiteX4" fmla="*/ 3640627 w 3640627"/>
                <a:gd name="connsiteY4" fmla="*/ 197946 h 946755"/>
                <a:gd name="connsiteX5" fmla="*/ 3195282 w 3640627"/>
                <a:gd name="connsiteY5" fmla="*/ 461874 h 946755"/>
                <a:gd name="connsiteX6" fmla="*/ 3008465 w 3640627"/>
                <a:gd name="connsiteY6" fmla="*/ 402404 h 946755"/>
                <a:gd name="connsiteX7" fmla="*/ 1876873 w 3640627"/>
                <a:gd name="connsiteY7" fmla="*/ 946755 h 946755"/>
                <a:gd name="connsiteX8" fmla="*/ 690067 w 3640627"/>
                <a:gd name="connsiteY8" fmla="*/ 412387 h 946755"/>
                <a:gd name="connsiteX9" fmla="*/ 523214 w 3640627"/>
                <a:gd name="connsiteY9" fmla="*/ 482971 h 946755"/>
                <a:gd name="connsiteX10" fmla="*/ 0 w 3640627"/>
                <a:gd name="connsiteY10" fmla="*/ 242051 h 946755"/>
                <a:gd name="connsiteX0" fmla="*/ 0 w 3723451"/>
                <a:gd name="connsiteY0" fmla="*/ 242051 h 946755"/>
                <a:gd name="connsiteX1" fmla="*/ 655168 w 3723451"/>
                <a:gd name="connsiteY1" fmla="*/ 16495 h 946755"/>
                <a:gd name="connsiteX2" fmla="*/ 1855778 w 3723451"/>
                <a:gd name="connsiteY2" fmla="*/ 534367 h 946755"/>
                <a:gd name="connsiteX3" fmla="*/ 2964363 w 3723451"/>
                <a:gd name="connsiteY3" fmla="*/ 0 h 946755"/>
                <a:gd name="connsiteX4" fmla="*/ 3723451 w 3723451"/>
                <a:gd name="connsiteY4" fmla="*/ 220954 h 946755"/>
                <a:gd name="connsiteX5" fmla="*/ 3195282 w 3723451"/>
                <a:gd name="connsiteY5" fmla="*/ 461874 h 946755"/>
                <a:gd name="connsiteX6" fmla="*/ 3008465 w 3723451"/>
                <a:gd name="connsiteY6" fmla="*/ 402404 h 946755"/>
                <a:gd name="connsiteX7" fmla="*/ 1876873 w 3723451"/>
                <a:gd name="connsiteY7" fmla="*/ 946755 h 946755"/>
                <a:gd name="connsiteX8" fmla="*/ 690067 w 3723451"/>
                <a:gd name="connsiteY8" fmla="*/ 412387 h 946755"/>
                <a:gd name="connsiteX9" fmla="*/ 523214 w 3723451"/>
                <a:gd name="connsiteY9" fmla="*/ 482971 h 946755"/>
                <a:gd name="connsiteX10" fmla="*/ 0 w 3723451"/>
                <a:gd name="connsiteY10" fmla="*/ 242051 h 946755"/>
                <a:gd name="connsiteX0" fmla="*/ 0 w 3723451"/>
                <a:gd name="connsiteY0" fmla="*/ 228246 h 932950"/>
                <a:gd name="connsiteX1" fmla="*/ 655168 w 3723451"/>
                <a:gd name="connsiteY1" fmla="*/ 2690 h 932950"/>
                <a:gd name="connsiteX2" fmla="*/ 1855778 w 3723451"/>
                <a:gd name="connsiteY2" fmla="*/ 520562 h 932950"/>
                <a:gd name="connsiteX3" fmla="*/ 3001174 w 3723451"/>
                <a:gd name="connsiteY3" fmla="*/ 0 h 932950"/>
                <a:gd name="connsiteX4" fmla="*/ 3723451 w 3723451"/>
                <a:gd name="connsiteY4" fmla="*/ 207149 h 932950"/>
                <a:gd name="connsiteX5" fmla="*/ 3195282 w 3723451"/>
                <a:gd name="connsiteY5" fmla="*/ 448069 h 932950"/>
                <a:gd name="connsiteX6" fmla="*/ 3008465 w 3723451"/>
                <a:gd name="connsiteY6" fmla="*/ 388599 h 932950"/>
                <a:gd name="connsiteX7" fmla="*/ 1876873 w 3723451"/>
                <a:gd name="connsiteY7" fmla="*/ 932950 h 932950"/>
                <a:gd name="connsiteX8" fmla="*/ 690067 w 3723451"/>
                <a:gd name="connsiteY8" fmla="*/ 398582 h 932950"/>
                <a:gd name="connsiteX9" fmla="*/ 523214 w 3723451"/>
                <a:gd name="connsiteY9" fmla="*/ 469166 h 932950"/>
                <a:gd name="connsiteX10" fmla="*/ 0 w 3723451"/>
                <a:gd name="connsiteY10" fmla="*/ 228246 h 932950"/>
                <a:gd name="connsiteX0" fmla="*/ 0 w 3723451"/>
                <a:gd name="connsiteY0" fmla="*/ 228246 h 932950"/>
                <a:gd name="connsiteX1" fmla="*/ 655168 w 3723451"/>
                <a:gd name="connsiteY1" fmla="*/ 2690 h 932950"/>
                <a:gd name="connsiteX2" fmla="*/ 1855778 w 3723451"/>
                <a:gd name="connsiteY2" fmla="*/ 520562 h 932950"/>
                <a:gd name="connsiteX3" fmla="*/ 3001174 w 3723451"/>
                <a:gd name="connsiteY3" fmla="*/ 0 h 932950"/>
                <a:gd name="connsiteX4" fmla="*/ 3723451 w 3723451"/>
                <a:gd name="connsiteY4" fmla="*/ 207149 h 932950"/>
                <a:gd name="connsiteX5" fmla="*/ 3195282 w 3723451"/>
                <a:gd name="connsiteY5" fmla="*/ 448069 h 932950"/>
                <a:gd name="connsiteX6" fmla="*/ 3013067 w 3723451"/>
                <a:gd name="connsiteY6" fmla="*/ 393200 h 932950"/>
                <a:gd name="connsiteX7" fmla="*/ 1876873 w 3723451"/>
                <a:gd name="connsiteY7" fmla="*/ 932950 h 932950"/>
                <a:gd name="connsiteX8" fmla="*/ 690067 w 3723451"/>
                <a:gd name="connsiteY8" fmla="*/ 398582 h 932950"/>
                <a:gd name="connsiteX9" fmla="*/ 523214 w 3723451"/>
                <a:gd name="connsiteY9" fmla="*/ 469166 h 932950"/>
                <a:gd name="connsiteX10" fmla="*/ 0 w 3723451"/>
                <a:gd name="connsiteY10" fmla="*/ 228246 h 932950"/>
                <a:gd name="connsiteX0" fmla="*/ 0 w 3723451"/>
                <a:gd name="connsiteY0" fmla="*/ 228246 h 932950"/>
                <a:gd name="connsiteX1" fmla="*/ 655168 w 3723451"/>
                <a:gd name="connsiteY1" fmla="*/ 2690 h 932950"/>
                <a:gd name="connsiteX2" fmla="*/ 1855778 w 3723451"/>
                <a:gd name="connsiteY2" fmla="*/ 520562 h 932950"/>
                <a:gd name="connsiteX3" fmla="*/ 3001174 w 3723451"/>
                <a:gd name="connsiteY3" fmla="*/ 0 h 932950"/>
                <a:gd name="connsiteX4" fmla="*/ 3723451 w 3723451"/>
                <a:gd name="connsiteY4" fmla="*/ 207149 h 932950"/>
                <a:gd name="connsiteX5" fmla="*/ 3186079 w 3723451"/>
                <a:gd name="connsiteY5" fmla="*/ 461874 h 932950"/>
                <a:gd name="connsiteX6" fmla="*/ 3013067 w 3723451"/>
                <a:gd name="connsiteY6" fmla="*/ 393200 h 932950"/>
                <a:gd name="connsiteX7" fmla="*/ 1876873 w 3723451"/>
                <a:gd name="connsiteY7" fmla="*/ 932950 h 932950"/>
                <a:gd name="connsiteX8" fmla="*/ 690067 w 3723451"/>
                <a:gd name="connsiteY8" fmla="*/ 398582 h 932950"/>
                <a:gd name="connsiteX9" fmla="*/ 523214 w 3723451"/>
                <a:gd name="connsiteY9" fmla="*/ 469166 h 932950"/>
                <a:gd name="connsiteX10" fmla="*/ 0 w 3723451"/>
                <a:gd name="connsiteY10" fmla="*/ 228246 h 932950"/>
                <a:gd name="connsiteX0" fmla="*/ 0 w 3723451"/>
                <a:gd name="connsiteY0" fmla="*/ 228246 h 932950"/>
                <a:gd name="connsiteX1" fmla="*/ 655168 w 3723451"/>
                <a:gd name="connsiteY1" fmla="*/ 2690 h 932950"/>
                <a:gd name="connsiteX2" fmla="*/ 1855778 w 3723451"/>
                <a:gd name="connsiteY2" fmla="*/ 520562 h 932950"/>
                <a:gd name="connsiteX3" fmla="*/ 3001174 w 3723451"/>
                <a:gd name="connsiteY3" fmla="*/ 0 h 932950"/>
                <a:gd name="connsiteX4" fmla="*/ 3723451 w 3723451"/>
                <a:gd name="connsiteY4" fmla="*/ 207149 h 932950"/>
                <a:gd name="connsiteX5" fmla="*/ 3186079 w 3723451"/>
                <a:gd name="connsiteY5" fmla="*/ 461874 h 932950"/>
                <a:gd name="connsiteX6" fmla="*/ 3013067 w 3723451"/>
                <a:gd name="connsiteY6" fmla="*/ 393200 h 932950"/>
                <a:gd name="connsiteX7" fmla="*/ 1876873 w 3723451"/>
                <a:gd name="connsiteY7" fmla="*/ 932950 h 932950"/>
                <a:gd name="connsiteX8" fmla="*/ 711613 w 3723451"/>
                <a:gd name="connsiteY8" fmla="*/ 413055 h 932950"/>
                <a:gd name="connsiteX9" fmla="*/ 523214 w 3723451"/>
                <a:gd name="connsiteY9" fmla="*/ 469166 h 932950"/>
                <a:gd name="connsiteX10" fmla="*/ 0 w 3723451"/>
                <a:gd name="connsiteY10" fmla="*/ 228246 h 9329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723451" h="932950">
                  <a:moveTo>
                    <a:pt x="0" y="228246"/>
                  </a:moveTo>
                  <a:lnTo>
                    <a:pt x="655168" y="2690"/>
                  </a:lnTo>
                  <a:lnTo>
                    <a:pt x="1855778" y="520562"/>
                  </a:lnTo>
                  <a:lnTo>
                    <a:pt x="3001174" y="0"/>
                  </a:lnTo>
                  <a:lnTo>
                    <a:pt x="3723451" y="207149"/>
                  </a:lnTo>
                  <a:lnTo>
                    <a:pt x="3186079" y="461874"/>
                  </a:lnTo>
                  <a:lnTo>
                    <a:pt x="3013067" y="393200"/>
                  </a:lnTo>
                  <a:lnTo>
                    <a:pt x="1876873" y="932950"/>
                  </a:lnTo>
                  <a:lnTo>
                    <a:pt x="711613" y="413055"/>
                  </a:lnTo>
                  <a:lnTo>
                    <a:pt x="523214" y="469166"/>
                  </a:lnTo>
                  <a:lnTo>
                    <a:pt x="0" y="228246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/>
            </a:p>
          </p:txBody>
        </p:sp>
        <p:sp>
          <p:nvSpPr>
            <p:cNvPr id="160" name="Freeform 159"/>
            <p:cNvSpPr/>
            <p:nvPr/>
          </p:nvSpPr>
          <p:spPr bwMode="auto">
            <a:xfrm>
              <a:off x="2536889" y="1727776"/>
              <a:ext cx="244057" cy="97040"/>
            </a:xfrm>
            <a:custGeom>
              <a:avLst/>
              <a:gdLst>
                <a:gd name="connsiteX0" fmla="*/ 55216 w 1421812"/>
                <a:gd name="connsiteY0" fmla="*/ 0 h 800665"/>
                <a:gd name="connsiteX1" fmla="*/ 1421812 w 1421812"/>
                <a:gd name="connsiteY1" fmla="*/ 625807 h 800665"/>
                <a:gd name="connsiteX2" fmla="*/ 947874 w 1421812"/>
                <a:gd name="connsiteY2" fmla="*/ 800665 h 800665"/>
                <a:gd name="connsiteX3" fmla="*/ 50614 w 1421812"/>
                <a:gd name="connsiteY3" fmla="*/ 404934 h 800665"/>
                <a:gd name="connsiteX4" fmla="*/ 0 w 1421812"/>
                <a:gd name="connsiteY4" fmla="*/ 404934 h 800665"/>
                <a:gd name="connsiteX5" fmla="*/ 55216 w 1421812"/>
                <a:gd name="connsiteY5" fmla="*/ 0 h 800665"/>
                <a:gd name="connsiteX0" fmla="*/ 4602 w 1371198"/>
                <a:gd name="connsiteY0" fmla="*/ 0 h 800665"/>
                <a:gd name="connsiteX1" fmla="*/ 1371198 w 1371198"/>
                <a:gd name="connsiteY1" fmla="*/ 625807 h 800665"/>
                <a:gd name="connsiteX2" fmla="*/ 897260 w 1371198"/>
                <a:gd name="connsiteY2" fmla="*/ 800665 h 800665"/>
                <a:gd name="connsiteX3" fmla="*/ 0 w 1371198"/>
                <a:gd name="connsiteY3" fmla="*/ 404934 h 800665"/>
                <a:gd name="connsiteX4" fmla="*/ 4602 w 1371198"/>
                <a:gd name="connsiteY4" fmla="*/ 0 h 800665"/>
                <a:gd name="connsiteX0" fmla="*/ 0 w 1366596"/>
                <a:gd name="connsiteY0" fmla="*/ 0 h 800665"/>
                <a:gd name="connsiteX1" fmla="*/ 1366596 w 1366596"/>
                <a:gd name="connsiteY1" fmla="*/ 625807 h 800665"/>
                <a:gd name="connsiteX2" fmla="*/ 892658 w 1366596"/>
                <a:gd name="connsiteY2" fmla="*/ 800665 h 800665"/>
                <a:gd name="connsiteX3" fmla="*/ 4601 w 1366596"/>
                <a:gd name="connsiteY3" fmla="*/ 427942 h 800665"/>
                <a:gd name="connsiteX4" fmla="*/ 0 w 1366596"/>
                <a:gd name="connsiteY4" fmla="*/ 0 h 800665"/>
                <a:gd name="connsiteX0" fmla="*/ 0 w 1366596"/>
                <a:gd name="connsiteY0" fmla="*/ 0 h 800665"/>
                <a:gd name="connsiteX1" fmla="*/ 1366596 w 1366596"/>
                <a:gd name="connsiteY1" fmla="*/ 625807 h 800665"/>
                <a:gd name="connsiteX2" fmla="*/ 892658 w 1366596"/>
                <a:gd name="connsiteY2" fmla="*/ 800665 h 800665"/>
                <a:gd name="connsiteX3" fmla="*/ 4601 w 1366596"/>
                <a:gd name="connsiteY3" fmla="*/ 427942 h 800665"/>
                <a:gd name="connsiteX4" fmla="*/ 0 w 1366596"/>
                <a:gd name="connsiteY4" fmla="*/ 0 h 800665"/>
                <a:gd name="connsiteX0" fmla="*/ 0 w 1366596"/>
                <a:gd name="connsiteY0" fmla="*/ 0 h 800665"/>
                <a:gd name="connsiteX1" fmla="*/ 1366596 w 1366596"/>
                <a:gd name="connsiteY1" fmla="*/ 625807 h 800665"/>
                <a:gd name="connsiteX2" fmla="*/ 892658 w 1366596"/>
                <a:gd name="connsiteY2" fmla="*/ 800665 h 800665"/>
                <a:gd name="connsiteX3" fmla="*/ 4601 w 1366596"/>
                <a:gd name="connsiteY3" fmla="*/ 427942 h 800665"/>
                <a:gd name="connsiteX4" fmla="*/ 0 w 1366596"/>
                <a:gd name="connsiteY4" fmla="*/ 0 h 800665"/>
                <a:gd name="connsiteX0" fmla="*/ 0 w 1366596"/>
                <a:gd name="connsiteY0" fmla="*/ 0 h 809868"/>
                <a:gd name="connsiteX1" fmla="*/ 1366596 w 1366596"/>
                <a:gd name="connsiteY1" fmla="*/ 625807 h 809868"/>
                <a:gd name="connsiteX2" fmla="*/ 865050 w 1366596"/>
                <a:gd name="connsiteY2" fmla="*/ 809868 h 809868"/>
                <a:gd name="connsiteX3" fmla="*/ 4601 w 1366596"/>
                <a:gd name="connsiteY3" fmla="*/ 427942 h 809868"/>
                <a:gd name="connsiteX4" fmla="*/ 0 w 1366596"/>
                <a:gd name="connsiteY4" fmla="*/ 0 h 809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66596" h="809868">
                  <a:moveTo>
                    <a:pt x="0" y="0"/>
                  </a:moveTo>
                  <a:lnTo>
                    <a:pt x="1366596" y="625807"/>
                  </a:lnTo>
                  <a:lnTo>
                    <a:pt x="865050" y="809868"/>
                  </a:lnTo>
                  <a:lnTo>
                    <a:pt x="4601" y="427942"/>
                  </a:lnTo>
                  <a:cubicBezTo>
                    <a:pt x="-1535" y="105836"/>
                    <a:pt x="1534" y="142647"/>
                    <a:pt x="0" y="0"/>
                  </a:cubicBez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/>
            </a:p>
          </p:txBody>
        </p:sp>
        <p:sp>
          <p:nvSpPr>
            <p:cNvPr id="161" name="Freeform 160"/>
            <p:cNvSpPr/>
            <p:nvPr/>
          </p:nvSpPr>
          <p:spPr bwMode="auto">
            <a:xfrm>
              <a:off x="2089977" y="1730144"/>
              <a:ext cx="240888" cy="97039"/>
            </a:xfrm>
            <a:custGeom>
              <a:avLst/>
              <a:gdLst>
                <a:gd name="connsiteX0" fmla="*/ 1329786 w 1348191"/>
                <a:gd name="connsiteY0" fmla="*/ 0 h 809869"/>
                <a:gd name="connsiteX1" fmla="*/ 1348191 w 1348191"/>
                <a:gd name="connsiteY1" fmla="*/ 400333 h 809869"/>
                <a:gd name="connsiteX2" fmla="*/ 487742 w 1348191"/>
                <a:gd name="connsiteY2" fmla="*/ 809869 h 809869"/>
                <a:gd name="connsiteX3" fmla="*/ 0 w 1348191"/>
                <a:gd name="connsiteY3" fmla="*/ 630409 h 809869"/>
                <a:gd name="connsiteX4" fmla="*/ 1329786 w 1348191"/>
                <a:gd name="connsiteY4" fmla="*/ 0 h 809869"/>
                <a:gd name="connsiteX0" fmla="*/ 1329786 w 1348191"/>
                <a:gd name="connsiteY0" fmla="*/ 0 h 791462"/>
                <a:gd name="connsiteX1" fmla="*/ 1348191 w 1348191"/>
                <a:gd name="connsiteY1" fmla="*/ 381926 h 791462"/>
                <a:gd name="connsiteX2" fmla="*/ 487742 w 1348191"/>
                <a:gd name="connsiteY2" fmla="*/ 791462 h 791462"/>
                <a:gd name="connsiteX3" fmla="*/ 0 w 1348191"/>
                <a:gd name="connsiteY3" fmla="*/ 612002 h 791462"/>
                <a:gd name="connsiteX4" fmla="*/ 1329786 w 1348191"/>
                <a:gd name="connsiteY4" fmla="*/ 0 h 7914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48191" h="791462">
                  <a:moveTo>
                    <a:pt x="1329786" y="0"/>
                  </a:moveTo>
                  <a:lnTo>
                    <a:pt x="1348191" y="381926"/>
                  </a:lnTo>
                  <a:lnTo>
                    <a:pt x="487742" y="791462"/>
                  </a:lnTo>
                  <a:lnTo>
                    <a:pt x="0" y="612002"/>
                  </a:lnTo>
                  <a:lnTo>
                    <a:pt x="1329786" y="0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/>
            </a:p>
          </p:txBody>
        </p:sp>
        <p:cxnSp>
          <p:nvCxnSpPr>
            <p:cNvPr id="162" name="Straight Connector 161"/>
            <p:cNvCxnSpPr>
              <a:endCxn id="157" idx="2"/>
            </p:cNvCxnSpPr>
            <p:nvPr/>
          </p:nvCxnSpPr>
          <p:spPr bwMode="auto">
            <a:xfrm flipH="1" flipV="1">
              <a:off x="1871277" y="1737243"/>
              <a:ext cx="3169" cy="123074"/>
            </a:xfrm>
            <a:prstGeom prst="line">
              <a:avLst/>
            </a:prstGeom>
            <a:ln w="6350" cmpd="sng">
              <a:solidFill>
                <a:schemeClr val="tx1"/>
              </a:solidFill>
            </a:ln>
            <a:effectLst>
              <a:outerShdw blurRad="40005" dist="19939" dir="5400000" algn="tl" rotWithShape="0">
                <a:srgbClr val="000000">
                  <a:alpha val="38000"/>
                </a:srgbClr>
              </a:outerShdw>
            </a:effectLst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3" name="Straight Connector 162"/>
            <p:cNvCxnSpPr/>
            <p:nvPr/>
          </p:nvCxnSpPr>
          <p:spPr bwMode="auto">
            <a:xfrm flipH="1" flipV="1">
              <a:off x="2996477" y="1734877"/>
              <a:ext cx="3171" cy="123074"/>
            </a:xfrm>
            <a:prstGeom prst="line">
              <a:avLst/>
            </a:prstGeom>
            <a:ln w="6350" cmpd="sng">
              <a:solidFill>
                <a:schemeClr val="tx1"/>
              </a:solidFill>
            </a:ln>
            <a:effectLst>
              <a:outerShdw blurRad="40005" dist="19939" dir="5400000" algn="tl" rotWithShape="0">
                <a:srgbClr val="000000">
                  <a:alpha val="38000"/>
                </a:srgbClr>
              </a:outerShdw>
            </a:effectLst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3036737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4" name="Rectangle 2"/>
          <p:cNvSpPr>
            <a:spLocks noGrp="1" noChangeArrowheads="1"/>
          </p:cNvSpPr>
          <p:nvPr>
            <p:ph type="title"/>
          </p:nvPr>
        </p:nvSpPr>
        <p:spPr>
          <a:xfrm>
            <a:off x="415925" y="39688"/>
            <a:ext cx="4560888" cy="1143000"/>
          </a:xfrm>
        </p:spPr>
        <p:txBody>
          <a:bodyPr/>
          <a:lstStyle/>
          <a:p>
            <a:pPr>
              <a:defRPr/>
            </a:pPr>
            <a:r>
              <a:rPr lang="en-US" sz="3600" dirty="0">
                <a:latin typeface="Gill Sans MT" charset="0"/>
                <a:cs typeface="+mj-cs"/>
              </a:rPr>
              <a:t>Switches vs. routers</a:t>
            </a:r>
          </a:p>
        </p:txBody>
      </p:sp>
      <p:sp>
        <p:nvSpPr>
          <p:cNvPr id="7168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42913" y="1341438"/>
            <a:ext cx="3967162" cy="4994275"/>
          </a:xfrm>
        </p:spPr>
        <p:txBody>
          <a:bodyPr/>
          <a:lstStyle/>
          <a:p>
            <a:pPr marL="0" indent="0">
              <a:lnSpc>
                <a:spcPct val="80000"/>
              </a:lnSpc>
              <a:buFont typeface="Wingdings" charset="0"/>
              <a:buNone/>
              <a:defRPr/>
            </a:pPr>
            <a:r>
              <a:rPr lang="en-US" sz="2400" dirty="0">
                <a:solidFill>
                  <a:srgbClr val="000099"/>
                </a:solidFill>
                <a:latin typeface="Gill Sans MT" charset="0"/>
                <a:cs typeface="+mn-cs"/>
              </a:rPr>
              <a:t>both are store-and-forward: </a:t>
            </a:r>
          </a:p>
          <a:p>
            <a:pPr marL="231775" indent="-231775">
              <a:buSzPct val="100000"/>
              <a:buFont typeface="Wingdings" charset="2"/>
              <a:buChar char="§"/>
              <a:defRPr/>
            </a:pPr>
            <a:r>
              <a:rPr lang="en-US" sz="2400" i="1" dirty="0">
                <a:solidFill>
                  <a:srgbClr val="CC0000"/>
                </a:solidFill>
                <a:latin typeface="Gill Sans MT" charset="0"/>
                <a:cs typeface="+mn-cs"/>
              </a:rPr>
              <a:t>routers: </a:t>
            </a:r>
            <a:r>
              <a:rPr lang="en-US" sz="2400" dirty="0">
                <a:latin typeface="Gill Sans MT" charset="0"/>
                <a:cs typeface="+mn-cs"/>
              </a:rPr>
              <a:t>network-layer devices (examine network-layer headers)</a:t>
            </a:r>
          </a:p>
          <a:p>
            <a:pPr marL="231775" indent="-231775">
              <a:buSzPct val="100000"/>
              <a:buFont typeface="Wingdings" charset="2"/>
              <a:buChar char="§"/>
              <a:defRPr/>
            </a:pPr>
            <a:r>
              <a:rPr lang="en-US" sz="2400" i="1" dirty="0">
                <a:solidFill>
                  <a:srgbClr val="CC0000"/>
                </a:solidFill>
                <a:latin typeface="Gill Sans MT" charset="0"/>
                <a:cs typeface="+mn-cs"/>
              </a:rPr>
              <a:t>switches</a:t>
            </a:r>
            <a:r>
              <a:rPr lang="en-US" sz="2400" i="1" dirty="0">
                <a:latin typeface="Gill Sans MT" charset="0"/>
                <a:cs typeface="+mn-cs"/>
              </a:rPr>
              <a:t>: </a:t>
            </a:r>
            <a:r>
              <a:rPr lang="en-US" sz="2400" dirty="0">
                <a:latin typeface="Gill Sans MT" charset="0"/>
                <a:cs typeface="+mn-cs"/>
              </a:rPr>
              <a:t>link-layer devices (examine link-layer headers)</a:t>
            </a:r>
          </a:p>
          <a:p>
            <a:pPr marL="0" indent="0">
              <a:lnSpc>
                <a:spcPct val="80000"/>
              </a:lnSpc>
              <a:spcBef>
                <a:spcPts val="0"/>
              </a:spcBef>
              <a:buFont typeface="Wingdings" charset="0"/>
              <a:buNone/>
              <a:defRPr/>
            </a:pPr>
            <a:endParaRPr lang="en-US" sz="2400" i="1" dirty="0">
              <a:solidFill>
                <a:srgbClr val="CC0000"/>
              </a:solidFill>
              <a:latin typeface="Gill Sans MT" charset="0"/>
              <a:cs typeface="+mn-cs"/>
            </a:endParaRPr>
          </a:p>
          <a:p>
            <a:pPr marL="0" indent="0">
              <a:lnSpc>
                <a:spcPct val="80000"/>
              </a:lnSpc>
              <a:spcBef>
                <a:spcPts val="0"/>
              </a:spcBef>
              <a:buFont typeface="Wingdings" charset="0"/>
              <a:buNone/>
              <a:defRPr/>
            </a:pPr>
            <a:r>
              <a:rPr lang="en-US" sz="2400" dirty="0">
                <a:solidFill>
                  <a:srgbClr val="000099"/>
                </a:solidFill>
                <a:latin typeface="Gill Sans MT" charset="0"/>
                <a:cs typeface="+mn-cs"/>
              </a:rPr>
              <a:t>both have forwarding tables:</a:t>
            </a:r>
          </a:p>
          <a:p>
            <a:pPr marL="231775" indent="-231775">
              <a:lnSpc>
                <a:spcPct val="80000"/>
              </a:lnSpc>
              <a:buSzPct val="100000"/>
              <a:buFont typeface="Wingdings" charset="2"/>
              <a:buChar char="§"/>
              <a:defRPr/>
            </a:pPr>
            <a:r>
              <a:rPr lang="en-US" sz="2400" i="1" dirty="0">
                <a:solidFill>
                  <a:srgbClr val="CC0000"/>
                </a:solidFill>
                <a:latin typeface="Gill Sans MT" charset="0"/>
                <a:cs typeface="+mn-cs"/>
              </a:rPr>
              <a:t>routers: </a:t>
            </a:r>
            <a:r>
              <a:rPr lang="en-US" sz="2400" dirty="0">
                <a:latin typeface="Gill Sans MT" charset="0"/>
                <a:cs typeface="+mn-cs"/>
              </a:rPr>
              <a:t>compute tables using routing algorithms, IP addresses</a:t>
            </a:r>
          </a:p>
          <a:p>
            <a:pPr marL="231775" indent="-231775">
              <a:lnSpc>
                <a:spcPct val="80000"/>
              </a:lnSpc>
              <a:buSzPct val="100000"/>
              <a:buFont typeface="Wingdings" charset="2"/>
              <a:buChar char="§"/>
              <a:defRPr/>
            </a:pPr>
            <a:r>
              <a:rPr lang="en-US" sz="2400" i="1" dirty="0">
                <a:solidFill>
                  <a:srgbClr val="CC0000"/>
                </a:solidFill>
                <a:latin typeface="Gill Sans MT" charset="0"/>
                <a:cs typeface="+mn-cs"/>
              </a:rPr>
              <a:t>switches: </a:t>
            </a:r>
            <a:r>
              <a:rPr lang="en-US" sz="2400" dirty="0">
                <a:latin typeface="Gill Sans MT" charset="0"/>
                <a:cs typeface="+mn-cs"/>
              </a:rPr>
              <a:t>learn forwarding table using flooding, learning, MAC addresses </a:t>
            </a:r>
          </a:p>
        </p:txBody>
      </p:sp>
      <p:sp>
        <p:nvSpPr>
          <p:cNvPr id="179205" name="Freeform 3"/>
          <p:cNvSpPr>
            <a:spLocks/>
          </p:cNvSpPr>
          <p:nvPr/>
        </p:nvSpPr>
        <p:spPr bwMode="auto">
          <a:xfrm flipH="1">
            <a:off x="6543675" y="2103438"/>
            <a:ext cx="638175" cy="852487"/>
          </a:xfrm>
          <a:custGeom>
            <a:avLst/>
            <a:gdLst>
              <a:gd name="T0" fmla="*/ 2147483647 w 402"/>
              <a:gd name="T1" fmla="*/ 2147483647 h 537"/>
              <a:gd name="T2" fmla="*/ 2147483647 w 402"/>
              <a:gd name="T3" fmla="*/ 0 h 537"/>
              <a:gd name="T4" fmla="*/ 0 w 402"/>
              <a:gd name="T5" fmla="*/ 2147483647 h 537"/>
              <a:gd name="T6" fmla="*/ 2147483647 w 402"/>
              <a:gd name="T7" fmla="*/ 2147483647 h 537"/>
              <a:gd name="T8" fmla="*/ 2147483647 w 402"/>
              <a:gd name="T9" fmla="*/ 2147483647 h 537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402"/>
              <a:gd name="T16" fmla="*/ 0 h 537"/>
              <a:gd name="T17" fmla="*/ 402 w 402"/>
              <a:gd name="T18" fmla="*/ 537 h 537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402" h="537">
                <a:moveTo>
                  <a:pt x="402" y="363"/>
                </a:moveTo>
                <a:lnTo>
                  <a:pt x="28" y="0"/>
                </a:lnTo>
                <a:lnTo>
                  <a:pt x="0" y="470"/>
                </a:lnTo>
                <a:lnTo>
                  <a:pt x="242" y="537"/>
                </a:lnTo>
                <a:lnTo>
                  <a:pt x="402" y="363"/>
                </a:lnTo>
                <a:close/>
              </a:path>
            </a:pathLst>
          </a:custGeom>
          <a:gradFill rotWithShape="1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179206" name="Freeform 10"/>
          <p:cNvSpPr>
            <a:spLocks/>
          </p:cNvSpPr>
          <p:nvPr/>
        </p:nvSpPr>
        <p:spPr bwMode="auto">
          <a:xfrm>
            <a:off x="6530975" y="844550"/>
            <a:ext cx="360363" cy="1577975"/>
          </a:xfrm>
          <a:custGeom>
            <a:avLst/>
            <a:gdLst>
              <a:gd name="T0" fmla="*/ 2147483647 w 267"/>
              <a:gd name="T1" fmla="*/ 2147483647 h 1186"/>
              <a:gd name="T2" fmla="*/ 0 w 267"/>
              <a:gd name="T3" fmla="*/ 0 h 1186"/>
              <a:gd name="T4" fmla="*/ 0 w 267"/>
              <a:gd name="T5" fmla="*/ 2147483647 h 1186"/>
              <a:gd name="T6" fmla="*/ 2147483647 w 267"/>
              <a:gd name="T7" fmla="*/ 2147483647 h 1186"/>
              <a:gd name="T8" fmla="*/ 2147483647 w 267"/>
              <a:gd name="T9" fmla="*/ 2147483647 h 118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67"/>
              <a:gd name="T16" fmla="*/ 0 h 1186"/>
              <a:gd name="T17" fmla="*/ 267 w 267"/>
              <a:gd name="T18" fmla="*/ 1186 h 118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67" h="1186">
                <a:moveTo>
                  <a:pt x="254" y="466"/>
                </a:moveTo>
                <a:lnTo>
                  <a:pt x="0" y="0"/>
                </a:lnTo>
                <a:lnTo>
                  <a:pt x="0" y="1186"/>
                </a:lnTo>
                <a:lnTo>
                  <a:pt x="267" y="652"/>
                </a:lnTo>
                <a:lnTo>
                  <a:pt x="254" y="466"/>
                </a:lnTo>
                <a:close/>
              </a:path>
            </a:pathLst>
          </a:custGeom>
          <a:gradFill rotWithShape="1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179207" name="Rectangle 23"/>
          <p:cNvSpPr>
            <a:spLocks noChangeArrowheads="1"/>
          </p:cNvSpPr>
          <p:nvPr/>
        </p:nvSpPr>
        <p:spPr bwMode="auto">
          <a:xfrm>
            <a:off x="5307013" y="850900"/>
            <a:ext cx="1296987" cy="1546225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 sz="2400" i="0" dirty="0">
              <a:solidFill>
                <a:srgbClr val="000000"/>
              </a:solidFill>
              <a:latin typeface="Arial" charset="0"/>
              <a:cs typeface="Arial" charset="0"/>
            </a:endParaRPr>
          </a:p>
        </p:txBody>
      </p:sp>
      <p:sp>
        <p:nvSpPr>
          <p:cNvPr id="179208" name="Rectangle 24"/>
          <p:cNvSpPr>
            <a:spLocks noChangeArrowheads="1"/>
          </p:cNvSpPr>
          <p:nvPr/>
        </p:nvSpPr>
        <p:spPr bwMode="auto">
          <a:xfrm>
            <a:off x="5259388" y="922338"/>
            <a:ext cx="1273175" cy="153670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sz="2400" i="0" dirty="0">
              <a:solidFill>
                <a:srgbClr val="000000"/>
              </a:solidFill>
              <a:latin typeface="Arial" charset="0"/>
              <a:cs typeface="Arial" charset="0"/>
            </a:endParaRPr>
          </a:p>
        </p:txBody>
      </p:sp>
      <p:sp>
        <p:nvSpPr>
          <p:cNvPr id="179209" name="Line 25"/>
          <p:cNvSpPr>
            <a:spLocks noChangeShapeType="1"/>
          </p:cNvSpPr>
          <p:nvPr/>
        </p:nvSpPr>
        <p:spPr bwMode="auto">
          <a:xfrm>
            <a:off x="5259388" y="1239838"/>
            <a:ext cx="1263650" cy="317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179210" name="Text Box 26"/>
          <p:cNvSpPr txBox="1">
            <a:spLocks noChangeArrowheads="1"/>
          </p:cNvSpPr>
          <p:nvPr/>
        </p:nvSpPr>
        <p:spPr bwMode="auto">
          <a:xfrm>
            <a:off x="5216525" y="889000"/>
            <a:ext cx="1317625" cy="160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>
              <a:lnSpc>
                <a:spcPct val="110000"/>
              </a:lnSpc>
            </a:pPr>
            <a:r>
              <a:rPr lang="en-US" sz="1800" i="0" dirty="0">
                <a:solidFill>
                  <a:srgbClr val="000000"/>
                </a:solidFill>
                <a:latin typeface="Arial" charset="0"/>
                <a:cs typeface="Arial" charset="0"/>
              </a:rPr>
              <a:t>application</a:t>
            </a:r>
          </a:p>
          <a:p>
            <a:pPr algn="ctr">
              <a:lnSpc>
                <a:spcPct val="110000"/>
              </a:lnSpc>
            </a:pPr>
            <a:r>
              <a:rPr lang="en-US" sz="1800" i="0" dirty="0">
                <a:solidFill>
                  <a:srgbClr val="000000"/>
                </a:solidFill>
                <a:latin typeface="Arial" charset="0"/>
                <a:cs typeface="Arial" charset="0"/>
              </a:rPr>
              <a:t>transport</a:t>
            </a:r>
          </a:p>
          <a:p>
            <a:pPr algn="ctr">
              <a:lnSpc>
                <a:spcPct val="110000"/>
              </a:lnSpc>
            </a:pPr>
            <a:r>
              <a:rPr lang="en-US" sz="1800" i="0" dirty="0">
                <a:solidFill>
                  <a:srgbClr val="000000"/>
                </a:solidFill>
                <a:latin typeface="Arial" charset="0"/>
                <a:cs typeface="Arial" charset="0"/>
              </a:rPr>
              <a:t>network</a:t>
            </a:r>
          </a:p>
          <a:p>
            <a:pPr algn="ctr">
              <a:lnSpc>
                <a:spcPct val="110000"/>
              </a:lnSpc>
            </a:pPr>
            <a:r>
              <a:rPr lang="en-US" sz="1800" i="0" dirty="0">
                <a:solidFill>
                  <a:srgbClr val="000000"/>
                </a:solidFill>
                <a:latin typeface="Arial" charset="0"/>
                <a:cs typeface="Arial" charset="0"/>
              </a:rPr>
              <a:t>link</a:t>
            </a:r>
          </a:p>
          <a:p>
            <a:pPr algn="ctr">
              <a:lnSpc>
                <a:spcPct val="110000"/>
              </a:lnSpc>
            </a:pPr>
            <a:r>
              <a:rPr lang="en-US" sz="1800" i="0" dirty="0">
                <a:solidFill>
                  <a:srgbClr val="000000"/>
                </a:solidFill>
                <a:latin typeface="Arial" charset="0"/>
                <a:cs typeface="Arial" charset="0"/>
              </a:rPr>
              <a:t>physical</a:t>
            </a:r>
          </a:p>
        </p:txBody>
      </p:sp>
      <p:sp>
        <p:nvSpPr>
          <p:cNvPr id="179211" name="Line 27"/>
          <p:cNvSpPr>
            <a:spLocks noChangeShapeType="1"/>
          </p:cNvSpPr>
          <p:nvPr/>
        </p:nvSpPr>
        <p:spPr bwMode="auto">
          <a:xfrm>
            <a:off x="5267325" y="1560513"/>
            <a:ext cx="1263650" cy="317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179212" name="Line 28"/>
          <p:cNvSpPr>
            <a:spLocks noChangeShapeType="1"/>
          </p:cNvSpPr>
          <p:nvPr/>
        </p:nvSpPr>
        <p:spPr bwMode="auto">
          <a:xfrm>
            <a:off x="5272088" y="1841500"/>
            <a:ext cx="1263650" cy="317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179213" name="Line 29"/>
          <p:cNvSpPr>
            <a:spLocks noChangeShapeType="1"/>
          </p:cNvSpPr>
          <p:nvPr/>
        </p:nvSpPr>
        <p:spPr bwMode="auto">
          <a:xfrm>
            <a:off x="5272088" y="2117725"/>
            <a:ext cx="1263650" cy="317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grpSp>
        <p:nvGrpSpPr>
          <p:cNvPr id="179214" name="Group 88"/>
          <p:cNvGrpSpPr>
            <a:grpSpLocks/>
          </p:cNvGrpSpPr>
          <p:nvPr/>
        </p:nvGrpSpPr>
        <p:grpSpPr bwMode="auto">
          <a:xfrm>
            <a:off x="6716713" y="3525838"/>
            <a:ext cx="1387475" cy="1035050"/>
            <a:chOff x="3601" y="168"/>
            <a:chExt cx="874" cy="652"/>
          </a:xfrm>
        </p:grpSpPr>
        <p:sp>
          <p:nvSpPr>
            <p:cNvPr id="179263" name="Rectangle 89"/>
            <p:cNvSpPr>
              <a:spLocks noChangeArrowheads="1"/>
            </p:cNvSpPr>
            <p:nvPr/>
          </p:nvSpPr>
          <p:spPr bwMode="auto">
            <a:xfrm>
              <a:off x="3658" y="168"/>
              <a:ext cx="817" cy="596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 sz="2400" i="0" dirty="0">
                <a:solidFill>
                  <a:srgbClr val="000000"/>
                </a:solidFill>
                <a:latin typeface="Arial" charset="0"/>
                <a:cs typeface="Arial" charset="0"/>
              </a:endParaRPr>
            </a:p>
          </p:txBody>
        </p:sp>
        <p:sp>
          <p:nvSpPr>
            <p:cNvPr id="179264" name="Rectangle 90"/>
            <p:cNvSpPr>
              <a:spLocks noChangeArrowheads="1"/>
            </p:cNvSpPr>
            <p:nvPr/>
          </p:nvSpPr>
          <p:spPr bwMode="auto">
            <a:xfrm>
              <a:off x="3628" y="213"/>
              <a:ext cx="802" cy="596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sz="2400" i="0" dirty="0">
                <a:solidFill>
                  <a:srgbClr val="000000"/>
                </a:solidFill>
                <a:latin typeface="Arial" charset="0"/>
                <a:cs typeface="Arial" charset="0"/>
              </a:endParaRPr>
            </a:p>
          </p:txBody>
        </p:sp>
        <p:sp>
          <p:nvSpPr>
            <p:cNvPr id="179265" name="Line 91"/>
            <p:cNvSpPr>
              <a:spLocks noChangeShapeType="1"/>
            </p:cNvSpPr>
            <p:nvPr/>
          </p:nvSpPr>
          <p:spPr bwMode="auto">
            <a:xfrm>
              <a:off x="3628" y="413"/>
              <a:ext cx="796" cy="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179266" name="Text Box 92"/>
            <p:cNvSpPr txBox="1">
              <a:spLocks noChangeArrowheads="1"/>
            </p:cNvSpPr>
            <p:nvPr/>
          </p:nvSpPr>
          <p:spPr bwMode="auto">
            <a:xfrm>
              <a:off x="3601" y="192"/>
              <a:ext cx="830" cy="6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>
                <a:lnSpc>
                  <a:spcPct val="110000"/>
                </a:lnSpc>
              </a:pPr>
              <a:r>
                <a:rPr lang="en-US" sz="1800" i="0" dirty="0">
                  <a:solidFill>
                    <a:srgbClr val="000000"/>
                  </a:solidFill>
                  <a:latin typeface="Arial" charset="0"/>
                  <a:cs typeface="Arial" charset="0"/>
                </a:rPr>
                <a:t>network</a:t>
              </a:r>
            </a:p>
            <a:p>
              <a:pPr algn="ctr">
                <a:lnSpc>
                  <a:spcPct val="110000"/>
                </a:lnSpc>
              </a:pPr>
              <a:r>
                <a:rPr lang="en-US" sz="1800" i="0" dirty="0">
                  <a:solidFill>
                    <a:srgbClr val="000000"/>
                  </a:solidFill>
                  <a:latin typeface="Arial" charset="0"/>
                  <a:cs typeface="Arial" charset="0"/>
                </a:rPr>
                <a:t>link</a:t>
              </a:r>
            </a:p>
            <a:p>
              <a:pPr algn="ctr">
                <a:lnSpc>
                  <a:spcPct val="110000"/>
                </a:lnSpc>
              </a:pPr>
              <a:r>
                <a:rPr lang="en-US" sz="1800" i="0" dirty="0">
                  <a:solidFill>
                    <a:srgbClr val="000000"/>
                  </a:solidFill>
                  <a:latin typeface="Arial" charset="0"/>
                  <a:cs typeface="Arial" charset="0"/>
                </a:rPr>
                <a:t>physical</a:t>
              </a:r>
            </a:p>
          </p:txBody>
        </p:sp>
        <p:sp>
          <p:nvSpPr>
            <p:cNvPr id="179267" name="Line 93"/>
            <p:cNvSpPr>
              <a:spLocks noChangeShapeType="1"/>
            </p:cNvSpPr>
            <p:nvPr/>
          </p:nvSpPr>
          <p:spPr bwMode="auto">
            <a:xfrm>
              <a:off x="3633" y="615"/>
              <a:ext cx="796" cy="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</p:grpSp>
      <p:grpSp>
        <p:nvGrpSpPr>
          <p:cNvPr id="179215" name="Group 94"/>
          <p:cNvGrpSpPr>
            <a:grpSpLocks/>
          </p:cNvGrpSpPr>
          <p:nvPr/>
        </p:nvGrpSpPr>
        <p:grpSpPr bwMode="auto">
          <a:xfrm>
            <a:off x="7054850" y="2100263"/>
            <a:ext cx="1387475" cy="733425"/>
            <a:chOff x="4696" y="597"/>
            <a:chExt cx="874" cy="462"/>
          </a:xfrm>
        </p:grpSpPr>
        <p:sp>
          <p:nvSpPr>
            <p:cNvPr id="179259" name="Rectangle 95"/>
            <p:cNvSpPr>
              <a:spLocks noChangeArrowheads="1"/>
            </p:cNvSpPr>
            <p:nvPr/>
          </p:nvSpPr>
          <p:spPr bwMode="auto">
            <a:xfrm>
              <a:off x="4753" y="597"/>
              <a:ext cx="817" cy="416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 sz="2400" i="0" dirty="0">
                <a:solidFill>
                  <a:srgbClr val="000000"/>
                </a:solidFill>
                <a:latin typeface="Arial" charset="0"/>
                <a:cs typeface="Arial" charset="0"/>
              </a:endParaRPr>
            </a:p>
          </p:txBody>
        </p:sp>
        <p:sp>
          <p:nvSpPr>
            <p:cNvPr id="179260" name="Rectangle 96"/>
            <p:cNvSpPr>
              <a:spLocks noChangeArrowheads="1"/>
            </p:cNvSpPr>
            <p:nvPr/>
          </p:nvSpPr>
          <p:spPr bwMode="auto">
            <a:xfrm>
              <a:off x="4723" y="642"/>
              <a:ext cx="802" cy="41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sz="2400" i="0" dirty="0">
                <a:solidFill>
                  <a:srgbClr val="000000"/>
                </a:solidFill>
                <a:latin typeface="Arial" charset="0"/>
                <a:cs typeface="Arial" charset="0"/>
              </a:endParaRPr>
            </a:p>
          </p:txBody>
        </p:sp>
        <p:sp>
          <p:nvSpPr>
            <p:cNvPr id="179261" name="Line 97"/>
            <p:cNvSpPr>
              <a:spLocks noChangeShapeType="1"/>
            </p:cNvSpPr>
            <p:nvPr/>
          </p:nvSpPr>
          <p:spPr bwMode="auto">
            <a:xfrm>
              <a:off x="4723" y="842"/>
              <a:ext cx="796" cy="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179262" name="Text Box 98"/>
            <p:cNvSpPr txBox="1">
              <a:spLocks noChangeArrowheads="1"/>
            </p:cNvSpPr>
            <p:nvPr/>
          </p:nvSpPr>
          <p:spPr bwMode="auto">
            <a:xfrm>
              <a:off x="4696" y="621"/>
              <a:ext cx="830" cy="4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>
                <a:lnSpc>
                  <a:spcPct val="110000"/>
                </a:lnSpc>
              </a:pPr>
              <a:r>
                <a:rPr lang="en-US" sz="1800" i="0" dirty="0">
                  <a:solidFill>
                    <a:srgbClr val="000000"/>
                  </a:solidFill>
                  <a:latin typeface="Arial" charset="0"/>
                  <a:cs typeface="Arial" charset="0"/>
                </a:rPr>
                <a:t>link</a:t>
              </a:r>
            </a:p>
            <a:p>
              <a:pPr algn="ctr">
                <a:lnSpc>
                  <a:spcPct val="110000"/>
                </a:lnSpc>
              </a:pPr>
              <a:r>
                <a:rPr lang="en-US" sz="1800" i="0" dirty="0">
                  <a:solidFill>
                    <a:srgbClr val="000000"/>
                  </a:solidFill>
                  <a:latin typeface="Arial" charset="0"/>
                  <a:cs typeface="Arial" charset="0"/>
                </a:rPr>
                <a:t>physical</a:t>
              </a:r>
            </a:p>
          </p:txBody>
        </p:sp>
      </p:grpSp>
      <p:sp>
        <p:nvSpPr>
          <p:cNvPr id="179216" name="Text Box 167"/>
          <p:cNvSpPr txBox="1">
            <a:spLocks noChangeArrowheads="1"/>
          </p:cNvSpPr>
          <p:nvPr/>
        </p:nvSpPr>
        <p:spPr bwMode="auto">
          <a:xfrm>
            <a:off x="5854700" y="3003550"/>
            <a:ext cx="90328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800" b="1" i="0" dirty="0">
                <a:solidFill>
                  <a:srgbClr val="000000"/>
                </a:solidFill>
                <a:latin typeface="Arial" charset="0"/>
                <a:cs typeface="Arial" charset="0"/>
              </a:rPr>
              <a:t>switch</a:t>
            </a:r>
          </a:p>
        </p:txBody>
      </p:sp>
      <p:grpSp>
        <p:nvGrpSpPr>
          <p:cNvPr id="179217" name="Group 39"/>
          <p:cNvGrpSpPr>
            <a:grpSpLocks/>
          </p:cNvGrpSpPr>
          <p:nvPr/>
        </p:nvGrpSpPr>
        <p:grpSpPr bwMode="auto">
          <a:xfrm>
            <a:off x="4408488" y="1562100"/>
            <a:ext cx="962025" cy="304800"/>
            <a:chOff x="1070" y="918"/>
            <a:chExt cx="606" cy="192"/>
          </a:xfrm>
        </p:grpSpPr>
        <p:sp>
          <p:nvSpPr>
            <p:cNvPr id="71738" name="Rectangle 40"/>
            <p:cNvSpPr>
              <a:spLocks noChangeArrowheads="1"/>
            </p:cNvSpPr>
            <p:nvPr/>
          </p:nvSpPr>
          <p:spPr bwMode="auto">
            <a:xfrm>
              <a:off x="1082" y="939"/>
              <a:ext cx="576" cy="135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CC0000"/>
                </a:solidFill>
                <a:latin typeface="Arial" charset="0"/>
                <a:cs typeface="Arial" charset="0"/>
              </a:endParaRPr>
            </a:p>
          </p:txBody>
        </p:sp>
        <p:sp>
          <p:nvSpPr>
            <p:cNvPr id="179258" name="Text Box 4"/>
            <p:cNvSpPr txBox="1">
              <a:spLocks noChangeArrowheads="1"/>
            </p:cNvSpPr>
            <p:nvPr/>
          </p:nvSpPr>
          <p:spPr bwMode="auto">
            <a:xfrm>
              <a:off x="1070" y="918"/>
              <a:ext cx="606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r>
                <a:rPr lang="en-US" sz="1400" i="0" dirty="0">
                  <a:solidFill>
                    <a:srgbClr val="CC0000"/>
                  </a:solidFill>
                  <a:latin typeface="Arial" charset="0"/>
                  <a:cs typeface="Arial" charset="0"/>
                </a:rPr>
                <a:t>datagram</a:t>
              </a:r>
            </a:p>
          </p:txBody>
        </p:sp>
      </p:grpSp>
      <p:sp>
        <p:nvSpPr>
          <p:cNvPr id="179218" name="Rectangle 57"/>
          <p:cNvSpPr>
            <a:spLocks noChangeArrowheads="1"/>
          </p:cNvSpPr>
          <p:nvPr/>
        </p:nvSpPr>
        <p:spPr bwMode="auto">
          <a:xfrm>
            <a:off x="5208588" y="4594225"/>
            <a:ext cx="1296987" cy="1546225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 sz="2400" i="0" dirty="0">
              <a:solidFill>
                <a:srgbClr val="000000"/>
              </a:solidFill>
              <a:latin typeface="Arial" charset="0"/>
              <a:cs typeface="Arial" charset="0"/>
            </a:endParaRPr>
          </a:p>
        </p:txBody>
      </p:sp>
      <p:sp>
        <p:nvSpPr>
          <p:cNvPr id="179219" name="Rectangle 58"/>
          <p:cNvSpPr>
            <a:spLocks noChangeArrowheads="1"/>
          </p:cNvSpPr>
          <p:nvPr/>
        </p:nvSpPr>
        <p:spPr bwMode="auto">
          <a:xfrm>
            <a:off x="5160963" y="4665663"/>
            <a:ext cx="1273175" cy="153670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sz="2400" i="0" dirty="0">
              <a:solidFill>
                <a:srgbClr val="000000"/>
              </a:solidFill>
              <a:latin typeface="Arial" charset="0"/>
              <a:cs typeface="Arial" charset="0"/>
            </a:endParaRPr>
          </a:p>
        </p:txBody>
      </p:sp>
      <p:sp>
        <p:nvSpPr>
          <p:cNvPr id="179220" name="Line 59"/>
          <p:cNvSpPr>
            <a:spLocks noChangeShapeType="1"/>
          </p:cNvSpPr>
          <p:nvPr/>
        </p:nvSpPr>
        <p:spPr bwMode="auto">
          <a:xfrm>
            <a:off x="5160963" y="4983163"/>
            <a:ext cx="1263650" cy="317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179221" name="Text Box 60"/>
          <p:cNvSpPr txBox="1">
            <a:spLocks noChangeArrowheads="1"/>
          </p:cNvSpPr>
          <p:nvPr/>
        </p:nvSpPr>
        <p:spPr bwMode="auto">
          <a:xfrm>
            <a:off x="5118100" y="4632325"/>
            <a:ext cx="1317625" cy="160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>
              <a:lnSpc>
                <a:spcPct val="110000"/>
              </a:lnSpc>
            </a:pPr>
            <a:r>
              <a:rPr lang="en-US" sz="1800" i="0" dirty="0">
                <a:solidFill>
                  <a:srgbClr val="000000"/>
                </a:solidFill>
                <a:latin typeface="Arial" charset="0"/>
                <a:cs typeface="Arial" charset="0"/>
              </a:rPr>
              <a:t>application</a:t>
            </a:r>
          </a:p>
          <a:p>
            <a:pPr algn="ctr">
              <a:lnSpc>
                <a:spcPct val="110000"/>
              </a:lnSpc>
            </a:pPr>
            <a:r>
              <a:rPr lang="en-US" sz="1800" i="0" dirty="0">
                <a:solidFill>
                  <a:srgbClr val="000000"/>
                </a:solidFill>
                <a:latin typeface="Arial" charset="0"/>
                <a:cs typeface="Arial" charset="0"/>
              </a:rPr>
              <a:t>transport</a:t>
            </a:r>
          </a:p>
          <a:p>
            <a:pPr algn="ctr">
              <a:lnSpc>
                <a:spcPct val="110000"/>
              </a:lnSpc>
            </a:pPr>
            <a:r>
              <a:rPr lang="en-US" sz="1800" i="0" dirty="0">
                <a:solidFill>
                  <a:srgbClr val="000000"/>
                </a:solidFill>
                <a:latin typeface="Arial" charset="0"/>
                <a:cs typeface="Arial" charset="0"/>
              </a:rPr>
              <a:t>network</a:t>
            </a:r>
          </a:p>
          <a:p>
            <a:pPr algn="ctr">
              <a:lnSpc>
                <a:spcPct val="110000"/>
              </a:lnSpc>
            </a:pPr>
            <a:r>
              <a:rPr lang="en-US" sz="1800" i="0" dirty="0">
                <a:solidFill>
                  <a:srgbClr val="000000"/>
                </a:solidFill>
                <a:latin typeface="Arial" charset="0"/>
                <a:cs typeface="Arial" charset="0"/>
              </a:rPr>
              <a:t>link</a:t>
            </a:r>
          </a:p>
          <a:p>
            <a:pPr algn="ctr">
              <a:lnSpc>
                <a:spcPct val="110000"/>
              </a:lnSpc>
            </a:pPr>
            <a:r>
              <a:rPr lang="en-US" sz="1800" i="0" dirty="0">
                <a:solidFill>
                  <a:srgbClr val="000000"/>
                </a:solidFill>
                <a:latin typeface="Arial" charset="0"/>
                <a:cs typeface="Arial" charset="0"/>
              </a:rPr>
              <a:t>physical</a:t>
            </a:r>
          </a:p>
        </p:txBody>
      </p:sp>
      <p:sp>
        <p:nvSpPr>
          <p:cNvPr id="179222" name="Line 61"/>
          <p:cNvSpPr>
            <a:spLocks noChangeShapeType="1"/>
          </p:cNvSpPr>
          <p:nvPr/>
        </p:nvSpPr>
        <p:spPr bwMode="auto">
          <a:xfrm>
            <a:off x="5168900" y="5303838"/>
            <a:ext cx="1263650" cy="317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179223" name="Line 62"/>
          <p:cNvSpPr>
            <a:spLocks noChangeShapeType="1"/>
          </p:cNvSpPr>
          <p:nvPr/>
        </p:nvSpPr>
        <p:spPr bwMode="auto">
          <a:xfrm>
            <a:off x="5173663" y="5584825"/>
            <a:ext cx="1263650" cy="317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179224" name="Line 63"/>
          <p:cNvSpPr>
            <a:spLocks noChangeShapeType="1"/>
          </p:cNvSpPr>
          <p:nvPr/>
        </p:nvSpPr>
        <p:spPr bwMode="auto">
          <a:xfrm>
            <a:off x="5173663" y="5861050"/>
            <a:ext cx="1263650" cy="317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179225" name="Freeform 49"/>
          <p:cNvSpPr>
            <a:spLocks/>
          </p:cNvSpPr>
          <p:nvPr/>
        </p:nvSpPr>
        <p:spPr bwMode="auto">
          <a:xfrm>
            <a:off x="6472238" y="4600575"/>
            <a:ext cx="381000" cy="1857375"/>
          </a:xfrm>
          <a:custGeom>
            <a:avLst/>
            <a:gdLst>
              <a:gd name="T0" fmla="*/ 0 w 240"/>
              <a:gd name="T1" fmla="*/ 2147483647 h 1170"/>
              <a:gd name="T2" fmla="*/ 2147483647 w 240"/>
              <a:gd name="T3" fmla="*/ 0 h 1170"/>
              <a:gd name="T4" fmla="*/ 2147483647 w 240"/>
              <a:gd name="T5" fmla="*/ 2147483647 h 1170"/>
              <a:gd name="T6" fmla="*/ 2147483647 w 240"/>
              <a:gd name="T7" fmla="*/ 2147483647 h 1170"/>
              <a:gd name="T8" fmla="*/ 0 w 240"/>
              <a:gd name="T9" fmla="*/ 2147483647 h 117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240" h="1170">
                <a:moveTo>
                  <a:pt x="0" y="960"/>
                </a:moveTo>
                <a:lnTo>
                  <a:pt x="6" y="0"/>
                </a:lnTo>
                <a:lnTo>
                  <a:pt x="240" y="1092"/>
                </a:lnTo>
                <a:lnTo>
                  <a:pt x="168" y="1170"/>
                </a:lnTo>
                <a:lnTo>
                  <a:pt x="0" y="960"/>
                </a:lnTo>
                <a:close/>
              </a:path>
            </a:pathLst>
          </a:custGeom>
          <a:gradFill rotWithShape="1">
            <a:gsLst>
              <a:gs pos="0">
                <a:srgbClr val="000099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 cmpd="sng">
                <a:solidFill>
                  <a:schemeClr val="tx1"/>
                </a:solidFill>
                <a:prstDash val="solid"/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 dirty="0"/>
          </a:p>
        </p:txBody>
      </p:sp>
      <p:grpSp>
        <p:nvGrpSpPr>
          <p:cNvPr id="179226" name="Group 50"/>
          <p:cNvGrpSpPr>
            <a:grpSpLocks/>
          </p:cNvGrpSpPr>
          <p:nvPr/>
        </p:nvGrpSpPr>
        <p:grpSpPr bwMode="auto">
          <a:xfrm>
            <a:off x="4294188" y="1814513"/>
            <a:ext cx="1095375" cy="338137"/>
            <a:chOff x="998" y="1077"/>
            <a:chExt cx="690" cy="213"/>
          </a:xfrm>
        </p:grpSpPr>
        <p:sp>
          <p:nvSpPr>
            <p:cNvPr id="71736" name="Rectangle 51"/>
            <p:cNvSpPr>
              <a:spLocks noChangeArrowheads="1"/>
            </p:cNvSpPr>
            <p:nvPr/>
          </p:nvSpPr>
          <p:spPr bwMode="auto">
            <a:xfrm>
              <a:off x="998" y="1113"/>
              <a:ext cx="690" cy="135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CC0000"/>
                </a:solidFill>
                <a:latin typeface="Arial" charset="0"/>
                <a:cs typeface="Arial" charset="0"/>
              </a:endParaRPr>
            </a:p>
          </p:txBody>
        </p:sp>
        <p:sp>
          <p:nvSpPr>
            <p:cNvPr id="179256" name="Text Box 7"/>
            <p:cNvSpPr txBox="1">
              <a:spLocks noChangeArrowheads="1"/>
            </p:cNvSpPr>
            <p:nvPr/>
          </p:nvSpPr>
          <p:spPr bwMode="auto">
            <a:xfrm>
              <a:off x="1107" y="1077"/>
              <a:ext cx="448" cy="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r>
                <a:rPr lang="en-US" sz="1600" i="0" dirty="0">
                  <a:solidFill>
                    <a:srgbClr val="CC0000"/>
                  </a:solidFill>
                  <a:latin typeface="Arial" charset="0"/>
                  <a:cs typeface="Arial" charset="0"/>
                </a:rPr>
                <a:t>frame</a:t>
              </a:r>
            </a:p>
          </p:txBody>
        </p:sp>
      </p:grpSp>
      <p:sp>
        <p:nvSpPr>
          <p:cNvPr id="179227" name="Freeform 53"/>
          <p:cNvSpPr>
            <a:spLocks/>
          </p:cNvSpPr>
          <p:nvPr/>
        </p:nvSpPr>
        <p:spPr bwMode="auto">
          <a:xfrm>
            <a:off x="5281613" y="723900"/>
            <a:ext cx="2924175" cy="5314950"/>
          </a:xfrm>
          <a:custGeom>
            <a:avLst/>
            <a:gdLst>
              <a:gd name="T0" fmla="*/ 2147483647 w 1842"/>
              <a:gd name="T1" fmla="*/ 0 h 3348"/>
              <a:gd name="T2" fmla="*/ 2147483647 w 1842"/>
              <a:gd name="T3" fmla="*/ 2147483647 h 3348"/>
              <a:gd name="T4" fmla="*/ 2147483647 w 1842"/>
              <a:gd name="T5" fmla="*/ 2147483647 h 3348"/>
              <a:gd name="T6" fmla="*/ 2147483647 w 1842"/>
              <a:gd name="T7" fmla="*/ 2147483647 h 3348"/>
              <a:gd name="T8" fmla="*/ 2147483647 w 1842"/>
              <a:gd name="T9" fmla="*/ 2147483647 h 3348"/>
              <a:gd name="T10" fmla="*/ 2147483647 w 1842"/>
              <a:gd name="T11" fmla="*/ 2147483647 h 3348"/>
              <a:gd name="T12" fmla="*/ 2147483647 w 1842"/>
              <a:gd name="T13" fmla="*/ 2147483647 h 3348"/>
              <a:gd name="T14" fmla="*/ 2147483647 w 1842"/>
              <a:gd name="T15" fmla="*/ 2147483647 h 3348"/>
              <a:gd name="T16" fmla="*/ 2147483647 w 1842"/>
              <a:gd name="T17" fmla="*/ 2147483647 h 3348"/>
              <a:gd name="T18" fmla="*/ 2147483647 w 1842"/>
              <a:gd name="T19" fmla="*/ 2147483647 h 3348"/>
              <a:gd name="T20" fmla="*/ 2147483647 w 1842"/>
              <a:gd name="T21" fmla="*/ 2147483647 h 3348"/>
              <a:gd name="T22" fmla="*/ 2147483647 w 1842"/>
              <a:gd name="T23" fmla="*/ 2147483647 h 3348"/>
              <a:gd name="T24" fmla="*/ 0 w 1842"/>
              <a:gd name="T25" fmla="*/ 2147483647 h 3348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0" t="0" r="r" b="b"/>
            <a:pathLst>
              <a:path w="1842" h="3348">
                <a:moveTo>
                  <a:pt x="132" y="0"/>
                </a:moveTo>
                <a:lnTo>
                  <a:pt x="138" y="1200"/>
                </a:lnTo>
                <a:lnTo>
                  <a:pt x="1326" y="1200"/>
                </a:lnTo>
                <a:lnTo>
                  <a:pt x="1326" y="948"/>
                </a:lnTo>
                <a:lnTo>
                  <a:pt x="1830" y="948"/>
                </a:lnTo>
                <a:lnTo>
                  <a:pt x="1842" y="2496"/>
                </a:lnTo>
                <a:lnTo>
                  <a:pt x="1656" y="2340"/>
                </a:lnTo>
                <a:lnTo>
                  <a:pt x="1644" y="1896"/>
                </a:lnTo>
                <a:lnTo>
                  <a:pt x="1248" y="1902"/>
                </a:lnTo>
                <a:lnTo>
                  <a:pt x="1230" y="2430"/>
                </a:lnTo>
                <a:lnTo>
                  <a:pt x="774" y="3348"/>
                </a:lnTo>
                <a:lnTo>
                  <a:pt x="6" y="3348"/>
                </a:lnTo>
                <a:lnTo>
                  <a:pt x="0" y="2226"/>
                </a:lnTo>
              </a:path>
            </a:pathLst>
          </a:cu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 dirty="0"/>
          </a:p>
        </p:txBody>
      </p:sp>
      <p:grpSp>
        <p:nvGrpSpPr>
          <p:cNvPr id="179228" name="Group 54"/>
          <p:cNvGrpSpPr>
            <a:grpSpLocks/>
          </p:cNvGrpSpPr>
          <p:nvPr/>
        </p:nvGrpSpPr>
        <p:grpSpPr bwMode="auto">
          <a:xfrm>
            <a:off x="8066088" y="2166938"/>
            <a:ext cx="1095375" cy="338137"/>
            <a:chOff x="998" y="1077"/>
            <a:chExt cx="690" cy="213"/>
          </a:xfrm>
        </p:grpSpPr>
        <p:sp>
          <p:nvSpPr>
            <p:cNvPr id="71734" name="Rectangle 55"/>
            <p:cNvSpPr>
              <a:spLocks noChangeArrowheads="1"/>
            </p:cNvSpPr>
            <p:nvPr/>
          </p:nvSpPr>
          <p:spPr bwMode="auto">
            <a:xfrm>
              <a:off x="998" y="1113"/>
              <a:ext cx="690" cy="135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CC0000"/>
                </a:solidFill>
                <a:latin typeface="Arial" charset="0"/>
                <a:cs typeface="Arial" charset="0"/>
              </a:endParaRPr>
            </a:p>
          </p:txBody>
        </p:sp>
        <p:sp>
          <p:nvSpPr>
            <p:cNvPr id="179254" name="Text Box 7"/>
            <p:cNvSpPr txBox="1">
              <a:spLocks noChangeArrowheads="1"/>
            </p:cNvSpPr>
            <p:nvPr/>
          </p:nvSpPr>
          <p:spPr bwMode="auto">
            <a:xfrm>
              <a:off x="1107" y="1077"/>
              <a:ext cx="448" cy="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r>
                <a:rPr lang="en-US" sz="1600" i="0" dirty="0">
                  <a:solidFill>
                    <a:srgbClr val="CC0000"/>
                  </a:solidFill>
                  <a:latin typeface="Arial" charset="0"/>
                  <a:cs typeface="Arial" charset="0"/>
                </a:rPr>
                <a:t>frame</a:t>
              </a:r>
            </a:p>
          </p:txBody>
        </p:sp>
      </p:grpSp>
      <p:grpSp>
        <p:nvGrpSpPr>
          <p:cNvPr id="179229" name="Group 57"/>
          <p:cNvGrpSpPr>
            <a:grpSpLocks/>
          </p:cNvGrpSpPr>
          <p:nvPr/>
        </p:nvGrpSpPr>
        <p:grpSpPr bwMode="auto">
          <a:xfrm>
            <a:off x="7742238" y="3919538"/>
            <a:ext cx="1095375" cy="338137"/>
            <a:chOff x="998" y="1077"/>
            <a:chExt cx="690" cy="213"/>
          </a:xfrm>
        </p:grpSpPr>
        <p:sp>
          <p:nvSpPr>
            <p:cNvPr id="71732" name="Rectangle 58"/>
            <p:cNvSpPr>
              <a:spLocks noChangeArrowheads="1"/>
            </p:cNvSpPr>
            <p:nvPr/>
          </p:nvSpPr>
          <p:spPr bwMode="auto">
            <a:xfrm>
              <a:off x="998" y="1113"/>
              <a:ext cx="690" cy="135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CC0000"/>
                </a:solidFill>
                <a:latin typeface="Arial" charset="0"/>
                <a:cs typeface="Arial" charset="0"/>
              </a:endParaRPr>
            </a:p>
          </p:txBody>
        </p:sp>
        <p:sp>
          <p:nvSpPr>
            <p:cNvPr id="179252" name="Text Box 7"/>
            <p:cNvSpPr txBox="1">
              <a:spLocks noChangeArrowheads="1"/>
            </p:cNvSpPr>
            <p:nvPr/>
          </p:nvSpPr>
          <p:spPr bwMode="auto">
            <a:xfrm>
              <a:off x="1107" y="1077"/>
              <a:ext cx="448" cy="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r>
                <a:rPr lang="en-US" sz="1600" i="0" dirty="0">
                  <a:solidFill>
                    <a:srgbClr val="CC0000"/>
                  </a:solidFill>
                  <a:latin typeface="Arial" charset="0"/>
                  <a:cs typeface="Arial" charset="0"/>
                </a:rPr>
                <a:t>frame</a:t>
              </a:r>
            </a:p>
          </p:txBody>
        </p:sp>
      </p:grpSp>
      <p:grpSp>
        <p:nvGrpSpPr>
          <p:cNvPr id="179230" name="Group 60"/>
          <p:cNvGrpSpPr>
            <a:grpSpLocks/>
          </p:cNvGrpSpPr>
          <p:nvPr/>
        </p:nvGrpSpPr>
        <p:grpSpPr bwMode="auto">
          <a:xfrm>
            <a:off x="7808913" y="3638550"/>
            <a:ext cx="962025" cy="304800"/>
            <a:chOff x="1070" y="918"/>
            <a:chExt cx="606" cy="192"/>
          </a:xfrm>
        </p:grpSpPr>
        <p:sp>
          <p:nvSpPr>
            <p:cNvPr id="71730" name="Rectangle 61"/>
            <p:cNvSpPr>
              <a:spLocks noChangeArrowheads="1"/>
            </p:cNvSpPr>
            <p:nvPr/>
          </p:nvSpPr>
          <p:spPr bwMode="auto">
            <a:xfrm>
              <a:off x="1082" y="939"/>
              <a:ext cx="576" cy="135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CC0000"/>
                </a:solidFill>
                <a:latin typeface="Arial" charset="0"/>
                <a:cs typeface="Arial" charset="0"/>
              </a:endParaRPr>
            </a:p>
          </p:txBody>
        </p:sp>
        <p:sp>
          <p:nvSpPr>
            <p:cNvPr id="179250" name="Text Box 4"/>
            <p:cNvSpPr txBox="1">
              <a:spLocks noChangeArrowheads="1"/>
            </p:cNvSpPr>
            <p:nvPr/>
          </p:nvSpPr>
          <p:spPr bwMode="auto">
            <a:xfrm>
              <a:off x="1070" y="918"/>
              <a:ext cx="606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r>
                <a:rPr lang="en-US" sz="1400" i="0" dirty="0">
                  <a:solidFill>
                    <a:srgbClr val="CC0000"/>
                  </a:solidFill>
                  <a:latin typeface="Arial" charset="0"/>
                  <a:cs typeface="Arial" charset="0"/>
                </a:rPr>
                <a:t>datagram</a:t>
              </a:r>
            </a:p>
          </p:txBody>
        </p:sp>
      </p:grpSp>
      <p:sp>
        <p:nvSpPr>
          <p:cNvPr id="179231" name="Freeform 63"/>
          <p:cNvSpPr>
            <a:spLocks/>
          </p:cNvSpPr>
          <p:nvPr/>
        </p:nvSpPr>
        <p:spPr bwMode="auto">
          <a:xfrm>
            <a:off x="6424613" y="3533775"/>
            <a:ext cx="361950" cy="923925"/>
          </a:xfrm>
          <a:custGeom>
            <a:avLst/>
            <a:gdLst>
              <a:gd name="T0" fmla="*/ 2147483647 w 228"/>
              <a:gd name="T1" fmla="*/ 0 h 582"/>
              <a:gd name="T2" fmla="*/ 2147483647 w 228"/>
              <a:gd name="T3" fmla="*/ 2147483647 h 582"/>
              <a:gd name="T4" fmla="*/ 2147483647 w 228"/>
              <a:gd name="T5" fmla="*/ 2147483647 h 582"/>
              <a:gd name="T6" fmla="*/ 0 w 228"/>
              <a:gd name="T7" fmla="*/ 2147483647 h 582"/>
              <a:gd name="T8" fmla="*/ 2147483647 w 228"/>
              <a:gd name="T9" fmla="*/ 0 h 58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228" h="582">
                <a:moveTo>
                  <a:pt x="228" y="0"/>
                </a:moveTo>
                <a:lnTo>
                  <a:pt x="228" y="582"/>
                </a:lnTo>
                <a:lnTo>
                  <a:pt x="12" y="360"/>
                </a:lnTo>
                <a:lnTo>
                  <a:pt x="0" y="222"/>
                </a:lnTo>
                <a:lnTo>
                  <a:pt x="228" y="0"/>
                </a:lnTo>
                <a:close/>
              </a:path>
            </a:pathLst>
          </a:custGeom>
          <a:gradFill rotWithShape="1">
            <a:gsLst>
              <a:gs pos="0">
                <a:schemeClr val="bg1"/>
              </a:gs>
              <a:gs pos="100000">
                <a:srgbClr val="000099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 cmpd="sng">
                <a:solidFill>
                  <a:schemeClr val="tx1"/>
                </a:solidFill>
                <a:prstDash val="solid"/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 dirty="0"/>
          </a:p>
        </p:txBody>
      </p:sp>
      <p:grpSp>
        <p:nvGrpSpPr>
          <p:cNvPr id="179232" name="Group 44"/>
          <p:cNvGrpSpPr>
            <a:grpSpLocks/>
          </p:cNvGrpSpPr>
          <p:nvPr/>
        </p:nvGrpSpPr>
        <p:grpSpPr bwMode="auto">
          <a:xfrm>
            <a:off x="6481763" y="1347788"/>
            <a:ext cx="762000" cy="693737"/>
            <a:chOff x="-44" y="1473"/>
            <a:chExt cx="981" cy="1105"/>
          </a:xfrm>
        </p:grpSpPr>
        <p:pic>
          <p:nvPicPr>
            <p:cNvPr id="179247" name="Picture 45" descr="desktop_computer_stylized_medium"/>
            <p:cNvPicPr>
              <a:picLocks noChangeAspect="1" noChangeArrowheads="1"/>
            </p:cNvPicPr>
            <p:nvPr/>
          </p:nvPicPr>
          <p:blipFill>
            <a:blip r:embed="rId3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79248" name="Freeform 46"/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 dirty="0"/>
            </a:p>
          </p:txBody>
        </p:sp>
      </p:grpSp>
      <p:grpSp>
        <p:nvGrpSpPr>
          <p:cNvPr id="179233" name="Group 44"/>
          <p:cNvGrpSpPr>
            <a:grpSpLocks/>
          </p:cNvGrpSpPr>
          <p:nvPr/>
        </p:nvGrpSpPr>
        <p:grpSpPr bwMode="auto">
          <a:xfrm>
            <a:off x="6461125" y="6002338"/>
            <a:ext cx="762000" cy="693737"/>
            <a:chOff x="-44" y="1473"/>
            <a:chExt cx="981" cy="1105"/>
          </a:xfrm>
        </p:grpSpPr>
        <p:pic>
          <p:nvPicPr>
            <p:cNvPr id="179245" name="Picture 45" descr="desktop_computer_stylized_medium"/>
            <p:cNvPicPr>
              <a:picLocks noChangeAspect="1" noChangeArrowheads="1"/>
            </p:cNvPicPr>
            <p:nvPr/>
          </p:nvPicPr>
          <p:blipFill>
            <a:blip r:embed="rId3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79246" name="Freeform 46"/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 dirty="0"/>
            </a:p>
          </p:txBody>
        </p:sp>
      </p:grpSp>
      <p:pic>
        <p:nvPicPr>
          <p:cNvPr id="71715" name="Picture 3"/>
          <p:cNvPicPr>
            <a:picLocks noChangeAspect="1"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3463" y="2671763"/>
            <a:ext cx="877887" cy="390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  <p:pic>
        <p:nvPicPr>
          <p:cNvPr id="179236" name="Picture 23" descr="underline_base"/>
          <p:cNvPicPr>
            <a:picLocks noChangeArrowheads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1488" y="847725"/>
            <a:ext cx="4113212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9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56154" y="6522365"/>
            <a:ext cx="548655" cy="272319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200" dirty="0">
                <a:latin typeface="Tahoma" charset="0"/>
              </a:rPr>
              <a:t>6-</a:t>
            </a:r>
            <a:fld id="{8E8C6E93-DF5B-BC4B-80F9-500DED1EEDCC}" type="slidenum">
              <a:rPr lang="en-US" sz="1200">
                <a:latin typeface="Tahoma" charset="0"/>
              </a:rPr>
              <a:pPr/>
              <a:t>12</a:t>
            </a:fld>
            <a:endParaRPr lang="en-US" sz="1200" dirty="0">
              <a:latin typeface="Tahoma" charset="0"/>
            </a:endParaRPr>
          </a:p>
        </p:txBody>
      </p:sp>
      <p:sp>
        <p:nvSpPr>
          <p:cNvPr id="70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6375496" y="6521551"/>
            <a:ext cx="2177473" cy="241541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Link Layer and LANs</a:t>
            </a:r>
          </a:p>
        </p:txBody>
      </p:sp>
      <p:grpSp>
        <p:nvGrpSpPr>
          <p:cNvPr id="71" name="Group 347"/>
          <p:cNvGrpSpPr>
            <a:grpSpLocks/>
          </p:cNvGrpSpPr>
          <p:nvPr/>
        </p:nvGrpSpPr>
        <p:grpSpPr bwMode="auto">
          <a:xfrm>
            <a:off x="5807754" y="3834926"/>
            <a:ext cx="781085" cy="431171"/>
            <a:chOff x="1871277" y="1576300"/>
            <a:chExt cx="1128371" cy="437861"/>
          </a:xfrm>
        </p:grpSpPr>
        <p:sp>
          <p:nvSpPr>
            <p:cNvPr id="72" name="Oval 71"/>
            <p:cNvSpPr/>
            <p:nvPr/>
          </p:nvSpPr>
          <p:spPr bwMode="auto">
            <a:xfrm flipV="1">
              <a:off x="1874446" y="1694641"/>
              <a:ext cx="1125202" cy="319520"/>
            </a:xfrm>
            <a:prstGeom prst="ellipse">
              <a:avLst/>
            </a:prstGeom>
            <a:gradFill flip="none" rotWithShape="1">
              <a:gsLst>
                <a:gs pos="0">
                  <a:schemeClr val="accent2">
                    <a:lumMod val="75000"/>
                  </a:schemeClr>
                </a:gs>
                <a:gs pos="53000">
                  <a:schemeClr val="accent2">
                    <a:lumMod val="60000"/>
                    <a:lumOff val="40000"/>
                  </a:schemeClr>
                </a:gs>
                <a:gs pos="100000">
                  <a:schemeClr val="accent2">
                    <a:lumMod val="75000"/>
                  </a:schemeClr>
                </a:gs>
              </a:gsLst>
              <a:lin ang="0" scaled="1"/>
              <a:tileRect/>
            </a:gradFill>
            <a:ln w="6350" cmpd="sng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>
                <a:ln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73" name="Rectangle 72"/>
            <p:cNvSpPr/>
            <p:nvPr/>
          </p:nvSpPr>
          <p:spPr bwMode="auto">
            <a:xfrm>
              <a:off x="1871277" y="1739611"/>
              <a:ext cx="1128371" cy="115973"/>
            </a:xfrm>
            <a:prstGeom prst="rect">
              <a:avLst/>
            </a:prstGeom>
            <a:gradFill>
              <a:gsLst>
                <a:gs pos="0">
                  <a:schemeClr val="accent2">
                    <a:lumMod val="75000"/>
                  </a:schemeClr>
                </a:gs>
                <a:gs pos="53000">
                  <a:schemeClr val="accent2">
                    <a:lumMod val="60000"/>
                    <a:lumOff val="40000"/>
                  </a:schemeClr>
                </a:gs>
                <a:gs pos="100000">
                  <a:schemeClr val="accent2">
                    <a:lumMod val="75000"/>
                  </a:schemeClr>
                </a:gs>
              </a:gsLst>
              <a:lin ang="10800000" scaled="0"/>
            </a:gradFill>
            <a:ln w="25400"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/>
            </a:p>
          </p:txBody>
        </p:sp>
        <p:sp>
          <p:nvSpPr>
            <p:cNvPr id="74" name="Oval 73"/>
            <p:cNvSpPr/>
            <p:nvPr/>
          </p:nvSpPr>
          <p:spPr bwMode="auto">
            <a:xfrm flipV="1">
              <a:off x="1871277" y="1576300"/>
              <a:ext cx="1125200" cy="31952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 w="6350" cmpd="sng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>
                <a:ln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75" name="Freeform 74"/>
            <p:cNvSpPr/>
            <p:nvPr/>
          </p:nvSpPr>
          <p:spPr bwMode="auto">
            <a:xfrm>
              <a:off x="2159708" y="1673340"/>
              <a:ext cx="548339" cy="160943"/>
            </a:xfrm>
            <a:custGeom>
              <a:avLst/>
              <a:gdLst>
                <a:gd name="connsiteX0" fmla="*/ 1486231 w 2944854"/>
                <a:gd name="connsiteY0" fmla="*/ 727041 h 1302232"/>
                <a:gd name="connsiteX1" fmla="*/ 257675 w 2944854"/>
                <a:gd name="connsiteY1" fmla="*/ 1302232 h 1302232"/>
                <a:gd name="connsiteX2" fmla="*/ 0 w 2944854"/>
                <a:gd name="connsiteY2" fmla="*/ 1228607 h 1302232"/>
                <a:gd name="connsiteX3" fmla="*/ 911064 w 2944854"/>
                <a:gd name="connsiteY3" fmla="*/ 837478 h 1302232"/>
                <a:gd name="connsiteX4" fmla="*/ 883456 w 2944854"/>
                <a:gd name="connsiteY4" fmla="*/ 450949 h 1302232"/>
                <a:gd name="connsiteX5" fmla="*/ 161047 w 2944854"/>
                <a:gd name="connsiteY5" fmla="*/ 119640 h 1302232"/>
                <a:gd name="connsiteX6" fmla="*/ 404917 w 2944854"/>
                <a:gd name="connsiteY6" fmla="*/ 50617 h 1302232"/>
                <a:gd name="connsiteX7" fmla="*/ 1477028 w 2944854"/>
                <a:gd name="connsiteY7" fmla="*/ 501566 h 1302232"/>
                <a:gd name="connsiteX8" fmla="*/ 2572146 w 2944854"/>
                <a:gd name="connsiteY8" fmla="*/ 0 h 1302232"/>
                <a:gd name="connsiteX9" fmla="*/ 2875834 w 2944854"/>
                <a:gd name="connsiteY9" fmla="*/ 96632 h 1302232"/>
                <a:gd name="connsiteX10" fmla="*/ 2079803 w 2944854"/>
                <a:gd name="connsiteY10" fmla="*/ 432543 h 1302232"/>
                <a:gd name="connsiteX11" fmla="*/ 2240850 w 2944854"/>
                <a:gd name="connsiteY11" fmla="*/ 920305 h 1302232"/>
                <a:gd name="connsiteX12" fmla="*/ 2944854 w 2944854"/>
                <a:gd name="connsiteY12" fmla="*/ 1228607 h 1302232"/>
                <a:gd name="connsiteX13" fmla="*/ 2733192 w 2944854"/>
                <a:gd name="connsiteY13" fmla="*/ 1297630 h 1302232"/>
                <a:gd name="connsiteX14" fmla="*/ 1486231 w 2944854"/>
                <a:gd name="connsiteY14" fmla="*/ 727041 h 1302232"/>
                <a:gd name="connsiteX0" fmla="*/ 1486231 w 2944854"/>
                <a:gd name="connsiteY0" fmla="*/ 727041 h 1316375"/>
                <a:gd name="connsiteX1" fmla="*/ 257675 w 2944854"/>
                <a:gd name="connsiteY1" fmla="*/ 1302232 h 1316375"/>
                <a:gd name="connsiteX2" fmla="*/ 0 w 2944854"/>
                <a:gd name="connsiteY2" fmla="*/ 1228607 h 1316375"/>
                <a:gd name="connsiteX3" fmla="*/ 911064 w 2944854"/>
                <a:gd name="connsiteY3" fmla="*/ 837478 h 1316375"/>
                <a:gd name="connsiteX4" fmla="*/ 883456 w 2944854"/>
                <a:gd name="connsiteY4" fmla="*/ 450949 h 1316375"/>
                <a:gd name="connsiteX5" fmla="*/ 161047 w 2944854"/>
                <a:gd name="connsiteY5" fmla="*/ 119640 h 1316375"/>
                <a:gd name="connsiteX6" fmla="*/ 404917 w 2944854"/>
                <a:gd name="connsiteY6" fmla="*/ 50617 h 1316375"/>
                <a:gd name="connsiteX7" fmla="*/ 1477028 w 2944854"/>
                <a:gd name="connsiteY7" fmla="*/ 501566 h 1316375"/>
                <a:gd name="connsiteX8" fmla="*/ 2572146 w 2944854"/>
                <a:gd name="connsiteY8" fmla="*/ 0 h 1316375"/>
                <a:gd name="connsiteX9" fmla="*/ 2875834 w 2944854"/>
                <a:gd name="connsiteY9" fmla="*/ 96632 h 1316375"/>
                <a:gd name="connsiteX10" fmla="*/ 2079803 w 2944854"/>
                <a:gd name="connsiteY10" fmla="*/ 432543 h 1316375"/>
                <a:gd name="connsiteX11" fmla="*/ 2240850 w 2944854"/>
                <a:gd name="connsiteY11" fmla="*/ 920305 h 1316375"/>
                <a:gd name="connsiteX12" fmla="*/ 2944854 w 2944854"/>
                <a:gd name="connsiteY12" fmla="*/ 1228607 h 1316375"/>
                <a:gd name="connsiteX13" fmla="*/ 2756623 w 2944854"/>
                <a:gd name="connsiteY13" fmla="*/ 1316375 h 1316375"/>
                <a:gd name="connsiteX14" fmla="*/ 1486231 w 2944854"/>
                <a:gd name="connsiteY14" fmla="*/ 727041 h 1316375"/>
                <a:gd name="connsiteX0" fmla="*/ 1486231 w 3024520"/>
                <a:gd name="connsiteY0" fmla="*/ 727041 h 1316375"/>
                <a:gd name="connsiteX1" fmla="*/ 257675 w 3024520"/>
                <a:gd name="connsiteY1" fmla="*/ 1302232 h 1316375"/>
                <a:gd name="connsiteX2" fmla="*/ 0 w 3024520"/>
                <a:gd name="connsiteY2" fmla="*/ 1228607 h 1316375"/>
                <a:gd name="connsiteX3" fmla="*/ 911064 w 3024520"/>
                <a:gd name="connsiteY3" fmla="*/ 837478 h 1316375"/>
                <a:gd name="connsiteX4" fmla="*/ 883456 w 3024520"/>
                <a:gd name="connsiteY4" fmla="*/ 450949 h 1316375"/>
                <a:gd name="connsiteX5" fmla="*/ 161047 w 3024520"/>
                <a:gd name="connsiteY5" fmla="*/ 119640 h 1316375"/>
                <a:gd name="connsiteX6" fmla="*/ 404917 w 3024520"/>
                <a:gd name="connsiteY6" fmla="*/ 50617 h 1316375"/>
                <a:gd name="connsiteX7" fmla="*/ 1477028 w 3024520"/>
                <a:gd name="connsiteY7" fmla="*/ 501566 h 1316375"/>
                <a:gd name="connsiteX8" fmla="*/ 2572146 w 3024520"/>
                <a:gd name="connsiteY8" fmla="*/ 0 h 1316375"/>
                <a:gd name="connsiteX9" fmla="*/ 2875834 w 3024520"/>
                <a:gd name="connsiteY9" fmla="*/ 96632 h 1316375"/>
                <a:gd name="connsiteX10" fmla="*/ 2079803 w 3024520"/>
                <a:gd name="connsiteY10" fmla="*/ 432543 h 1316375"/>
                <a:gd name="connsiteX11" fmla="*/ 2240850 w 3024520"/>
                <a:gd name="connsiteY11" fmla="*/ 920305 h 1316375"/>
                <a:gd name="connsiteX12" fmla="*/ 3024520 w 3024520"/>
                <a:gd name="connsiteY12" fmla="*/ 1228607 h 1316375"/>
                <a:gd name="connsiteX13" fmla="*/ 2756623 w 3024520"/>
                <a:gd name="connsiteY13" fmla="*/ 1316375 h 1316375"/>
                <a:gd name="connsiteX14" fmla="*/ 1486231 w 3024520"/>
                <a:gd name="connsiteY14" fmla="*/ 727041 h 1316375"/>
                <a:gd name="connsiteX0" fmla="*/ 1537780 w 3076069"/>
                <a:gd name="connsiteY0" fmla="*/ 727041 h 1316375"/>
                <a:gd name="connsiteX1" fmla="*/ 309224 w 3076069"/>
                <a:gd name="connsiteY1" fmla="*/ 1302232 h 1316375"/>
                <a:gd name="connsiteX2" fmla="*/ 0 w 3076069"/>
                <a:gd name="connsiteY2" fmla="*/ 1228607 h 1316375"/>
                <a:gd name="connsiteX3" fmla="*/ 962613 w 3076069"/>
                <a:gd name="connsiteY3" fmla="*/ 837478 h 1316375"/>
                <a:gd name="connsiteX4" fmla="*/ 935005 w 3076069"/>
                <a:gd name="connsiteY4" fmla="*/ 450949 h 1316375"/>
                <a:gd name="connsiteX5" fmla="*/ 212596 w 3076069"/>
                <a:gd name="connsiteY5" fmla="*/ 119640 h 1316375"/>
                <a:gd name="connsiteX6" fmla="*/ 456466 w 3076069"/>
                <a:gd name="connsiteY6" fmla="*/ 50617 h 1316375"/>
                <a:gd name="connsiteX7" fmla="*/ 1528577 w 3076069"/>
                <a:gd name="connsiteY7" fmla="*/ 501566 h 1316375"/>
                <a:gd name="connsiteX8" fmla="*/ 2623695 w 3076069"/>
                <a:gd name="connsiteY8" fmla="*/ 0 h 1316375"/>
                <a:gd name="connsiteX9" fmla="*/ 2927383 w 3076069"/>
                <a:gd name="connsiteY9" fmla="*/ 96632 h 1316375"/>
                <a:gd name="connsiteX10" fmla="*/ 2131352 w 3076069"/>
                <a:gd name="connsiteY10" fmla="*/ 432543 h 1316375"/>
                <a:gd name="connsiteX11" fmla="*/ 2292399 w 3076069"/>
                <a:gd name="connsiteY11" fmla="*/ 920305 h 1316375"/>
                <a:gd name="connsiteX12" fmla="*/ 3076069 w 3076069"/>
                <a:gd name="connsiteY12" fmla="*/ 1228607 h 1316375"/>
                <a:gd name="connsiteX13" fmla="*/ 2808172 w 3076069"/>
                <a:gd name="connsiteY13" fmla="*/ 1316375 h 1316375"/>
                <a:gd name="connsiteX14" fmla="*/ 1537780 w 3076069"/>
                <a:gd name="connsiteY14" fmla="*/ 727041 h 1316375"/>
                <a:gd name="connsiteX0" fmla="*/ 1537780 w 3076069"/>
                <a:gd name="connsiteY0" fmla="*/ 727041 h 1321259"/>
                <a:gd name="connsiteX1" fmla="*/ 313981 w 3076069"/>
                <a:gd name="connsiteY1" fmla="*/ 1321259 h 1321259"/>
                <a:gd name="connsiteX2" fmla="*/ 0 w 3076069"/>
                <a:gd name="connsiteY2" fmla="*/ 1228607 h 1321259"/>
                <a:gd name="connsiteX3" fmla="*/ 962613 w 3076069"/>
                <a:gd name="connsiteY3" fmla="*/ 837478 h 1321259"/>
                <a:gd name="connsiteX4" fmla="*/ 935005 w 3076069"/>
                <a:gd name="connsiteY4" fmla="*/ 450949 h 1321259"/>
                <a:gd name="connsiteX5" fmla="*/ 212596 w 3076069"/>
                <a:gd name="connsiteY5" fmla="*/ 119640 h 1321259"/>
                <a:gd name="connsiteX6" fmla="*/ 456466 w 3076069"/>
                <a:gd name="connsiteY6" fmla="*/ 50617 h 1321259"/>
                <a:gd name="connsiteX7" fmla="*/ 1528577 w 3076069"/>
                <a:gd name="connsiteY7" fmla="*/ 501566 h 1321259"/>
                <a:gd name="connsiteX8" fmla="*/ 2623695 w 3076069"/>
                <a:gd name="connsiteY8" fmla="*/ 0 h 1321259"/>
                <a:gd name="connsiteX9" fmla="*/ 2927383 w 3076069"/>
                <a:gd name="connsiteY9" fmla="*/ 96632 h 1321259"/>
                <a:gd name="connsiteX10" fmla="*/ 2131352 w 3076069"/>
                <a:gd name="connsiteY10" fmla="*/ 432543 h 1321259"/>
                <a:gd name="connsiteX11" fmla="*/ 2292399 w 3076069"/>
                <a:gd name="connsiteY11" fmla="*/ 920305 h 1321259"/>
                <a:gd name="connsiteX12" fmla="*/ 3076069 w 3076069"/>
                <a:gd name="connsiteY12" fmla="*/ 1228607 h 1321259"/>
                <a:gd name="connsiteX13" fmla="*/ 2808172 w 3076069"/>
                <a:gd name="connsiteY13" fmla="*/ 1316375 h 1321259"/>
                <a:gd name="connsiteX14" fmla="*/ 1537780 w 3076069"/>
                <a:gd name="connsiteY14" fmla="*/ 727041 h 1321259"/>
                <a:gd name="connsiteX0" fmla="*/ 1537780 w 3076069"/>
                <a:gd name="connsiteY0" fmla="*/ 750825 h 1321259"/>
                <a:gd name="connsiteX1" fmla="*/ 313981 w 3076069"/>
                <a:gd name="connsiteY1" fmla="*/ 1321259 h 1321259"/>
                <a:gd name="connsiteX2" fmla="*/ 0 w 3076069"/>
                <a:gd name="connsiteY2" fmla="*/ 1228607 h 1321259"/>
                <a:gd name="connsiteX3" fmla="*/ 962613 w 3076069"/>
                <a:gd name="connsiteY3" fmla="*/ 837478 h 1321259"/>
                <a:gd name="connsiteX4" fmla="*/ 935005 w 3076069"/>
                <a:gd name="connsiteY4" fmla="*/ 450949 h 1321259"/>
                <a:gd name="connsiteX5" fmla="*/ 212596 w 3076069"/>
                <a:gd name="connsiteY5" fmla="*/ 119640 h 1321259"/>
                <a:gd name="connsiteX6" fmla="*/ 456466 w 3076069"/>
                <a:gd name="connsiteY6" fmla="*/ 50617 h 1321259"/>
                <a:gd name="connsiteX7" fmla="*/ 1528577 w 3076069"/>
                <a:gd name="connsiteY7" fmla="*/ 501566 h 1321259"/>
                <a:gd name="connsiteX8" fmla="*/ 2623695 w 3076069"/>
                <a:gd name="connsiteY8" fmla="*/ 0 h 1321259"/>
                <a:gd name="connsiteX9" fmla="*/ 2927383 w 3076069"/>
                <a:gd name="connsiteY9" fmla="*/ 96632 h 1321259"/>
                <a:gd name="connsiteX10" fmla="*/ 2131352 w 3076069"/>
                <a:gd name="connsiteY10" fmla="*/ 432543 h 1321259"/>
                <a:gd name="connsiteX11" fmla="*/ 2292399 w 3076069"/>
                <a:gd name="connsiteY11" fmla="*/ 920305 h 1321259"/>
                <a:gd name="connsiteX12" fmla="*/ 3076069 w 3076069"/>
                <a:gd name="connsiteY12" fmla="*/ 1228607 h 1321259"/>
                <a:gd name="connsiteX13" fmla="*/ 2808172 w 3076069"/>
                <a:gd name="connsiteY13" fmla="*/ 1316375 h 1321259"/>
                <a:gd name="connsiteX14" fmla="*/ 1537780 w 3076069"/>
                <a:gd name="connsiteY14" fmla="*/ 750825 h 13212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076069" h="1321259">
                  <a:moveTo>
                    <a:pt x="1537780" y="750825"/>
                  </a:moveTo>
                  <a:lnTo>
                    <a:pt x="313981" y="1321259"/>
                  </a:lnTo>
                  <a:lnTo>
                    <a:pt x="0" y="1228607"/>
                  </a:lnTo>
                  <a:lnTo>
                    <a:pt x="962613" y="837478"/>
                  </a:lnTo>
                  <a:lnTo>
                    <a:pt x="935005" y="450949"/>
                  </a:lnTo>
                  <a:lnTo>
                    <a:pt x="212596" y="119640"/>
                  </a:lnTo>
                  <a:lnTo>
                    <a:pt x="456466" y="50617"/>
                  </a:lnTo>
                  <a:lnTo>
                    <a:pt x="1528577" y="501566"/>
                  </a:lnTo>
                  <a:lnTo>
                    <a:pt x="2623695" y="0"/>
                  </a:lnTo>
                  <a:lnTo>
                    <a:pt x="2927383" y="96632"/>
                  </a:lnTo>
                  <a:lnTo>
                    <a:pt x="2131352" y="432543"/>
                  </a:lnTo>
                  <a:lnTo>
                    <a:pt x="2292399" y="920305"/>
                  </a:lnTo>
                  <a:lnTo>
                    <a:pt x="3076069" y="1228607"/>
                  </a:lnTo>
                  <a:lnTo>
                    <a:pt x="2808172" y="1316375"/>
                  </a:lnTo>
                  <a:lnTo>
                    <a:pt x="1537780" y="750825"/>
                  </a:lnTo>
                  <a:close/>
                </a:path>
              </a:pathLst>
            </a:cu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/>
            </a:p>
          </p:txBody>
        </p:sp>
        <p:sp>
          <p:nvSpPr>
            <p:cNvPr id="76" name="Freeform 75"/>
            <p:cNvSpPr/>
            <p:nvPr/>
          </p:nvSpPr>
          <p:spPr bwMode="auto">
            <a:xfrm>
              <a:off x="2102655" y="1633103"/>
              <a:ext cx="662444" cy="111241"/>
            </a:xfrm>
            <a:custGeom>
              <a:avLst/>
              <a:gdLst>
                <a:gd name="connsiteX0" fmla="*/ 0 w 3645229"/>
                <a:gd name="connsiteY0" fmla="*/ 214441 h 923747"/>
                <a:gd name="connsiteX1" fmla="*/ 659770 w 3645229"/>
                <a:gd name="connsiteY1" fmla="*/ 16495 h 923747"/>
                <a:gd name="connsiteX2" fmla="*/ 1814367 w 3645229"/>
                <a:gd name="connsiteY2" fmla="*/ 511360 h 923747"/>
                <a:gd name="connsiteX3" fmla="*/ 2968965 w 3645229"/>
                <a:gd name="connsiteY3" fmla="*/ 0 h 923747"/>
                <a:gd name="connsiteX4" fmla="*/ 3645229 w 3645229"/>
                <a:gd name="connsiteY4" fmla="*/ 197946 h 923747"/>
                <a:gd name="connsiteX5" fmla="*/ 3199884 w 3645229"/>
                <a:gd name="connsiteY5" fmla="*/ 461874 h 923747"/>
                <a:gd name="connsiteX6" fmla="*/ 2985459 w 3645229"/>
                <a:gd name="connsiteY6" fmla="*/ 379396 h 923747"/>
                <a:gd name="connsiteX7" fmla="*/ 1830861 w 3645229"/>
                <a:gd name="connsiteY7" fmla="*/ 923747 h 923747"/>
                <a:gd name="connsiteX8" fmla="*/ 676264 w 3645229"/>
                <a:gd name="connsiteY8" fmla="*/ 412387 h 923747"/>
                <a:gd name="connsiteX9" fmla="*/ 527816 w 3645229"/>
                <a:gd name="connsiteY9" fmla="*/ 478369 h 923747"/>
                <a:gd name="connsiteX10" fmla="*/ 0 w 3645229"/>
                <a:gd name="connsiteY10" fmla="*/ 214441 h 923747"/>
                <a:gd name="connsiteX0" fmla="*/ 0 w 3640627"/>
                <a:gd name="connsiteY0" fmla="*/ 242051 h 923747"/>
                <a:gd name="connsiteX1" fmla="*/ 655168 w 3640627"/>
                <a:gd name="connsiteY1" fmla="*/ 16495 h 923747"/>
                <a:gd name="connsiteX2" fmla="*/ 1809765 w 3640627"/>
                <a:gd name="connsiteY2" fmla="*/ 511360 h 923747"/>
                <a:gd name="connsiteX3" fmla="*/ 2964363 w 3640627"/>
                <a:gd name="connsiteY3" fmla="*/ 0 h 923747"/>
                <a:gd name="connsiteX4" fmla="*/ 3640627 w 3640627"/>
                <a:gd name="connsiteY4" fmla="*/ 197946 h 923747"/>
                <a:gd name="connsiteX5" fmla="*/ 3195282 w 3640627"/>
                <a:gd name="connsiteY5" fmla="*/ 461874 h 923747"/>
                <a:gd name="connsiteX6" fmla="*/ 2980857 w 3640627"/>
                <a:gd name="connsiteY6" fmla="*/ 379396 h 923747"/>
                <a:gd name="connsiteX7" fmla="*/ 1826259 w 3640627"/>
                <a:gd name="connsiteY7" fmla="*/ 923747 h 923747"/>
                <a:gd name="connsiteX8" fmla="*/ 671662 w 3640627"/>
                <a:gd name="connsiteY8" fmla="*/ 412387 h 923747"/>
                <a:gd name="connsiteX9" fmla="*/ 523214 w 3640627"/>
                <a:gd name="connsiteY9" fmla="*/ 478369 h 923747"/>
                <a:gd name="connsiteX10" fmla="*/ 0 w 3640627"/>
                <a:gd name="connsiteY10" fmla="*/ 242051 h 923747"/>
                <a:gd name="connsiteX0" fmla="*/ 0 w 3640627"/>
                <a:gd name="connsiteY0" fmla="*/ 242051 h 923747"/>
                <a:gd name="connsiteX1" fmla="*/ 655168 w 3640627"/>
                <a:gd name="connsiteY1" fmla="*/ 16495 h 923747"/>
                <a:gd name="connsiteX2" fmla="*/ 1809765 w 3640627"/>
                <a:gd name="connsiteY2" fmla="*/ 511360 h 923747"/>
                <a:gd name="connsiteX3" fmla="*/ 2964363 w 3640627"/>
                <a:gd name="connsiteY3" fmla="*/ 0 h 923747"/>
                <a:gd name="connsiteX4" fmla="*/ 3640627 w 3640627"/>
                <a:gd name="connsiteY4" fmla="*/ 197946 h 923747"/>
                <a:gd name="connsiteX5" fmla="*/ 3195282 w 3640627"/>
                <a:gd name="connsiteY5" fmla="*/ 461874 h 923747"/>
                <a:gd name="connsiteX6" fmla="*/ 2980857 w 3640627"/>
                <a:gd name="connsiteY6" fmla="*/ 379396 h 923747"/>
                <a:gd name="connsiteX7" fmla="*/ 1826259 w 3640627"/>
                <a:gd name="connsiteY7" fmla="*/ 923747 h 923747"/>
                <a:gd name="connsiteX8" fmla="*/ 671662 w 3640627"/>
                <a:gd name="connsiteY8" fmla="*/ 412387 h 923747"/>
                <a:gd name="connsiteX9" fmla="*/ 523214 w 3640627"/>
                <a:gd name="connsiteY9" fmla="*/ 482971 h 923747"/>
                <a:gd name="connsiteX10" fmla="*/ 0 w 3640627"/>
                <a:gd name="connsiteY10" fmla="*/ 242051 h 923747"/>
                <a:gd name="connsiteX0" fmla="*/ 0 w 3640627"/>
                <a:gd name="connsiteY0" fmla="*/ 242051 h 923747"/>
                <a:gd name="connsiteX1" fmla="*/ 655168 w 3640627"/>
                <a:gd name="connsiteY1" fmla="*/ 16495 h 923747"/>
                <a:gd name="connsiteX2" fmla="*/ 1809765 w 3640627"/>
                <a:gd name="connsiteY2" fmla="*/ 511360 h 923747"/>
                <a:gd name="connsiteX3" fmla="*/ 2964363 w 3640627"/>
                <a:gd name="connsiteY3" fmla="*/ 0 h 923747"/>
                <a:gd name="connsiteX4" fmla="*/ 3640627 w 3640627"/>
                <a:gd name="connsiteY4" fmla="*/ 197946 h 923747"/>
                <a:gd name="connsiteX5" fmla="*/ 3195282 w 3640627"/>
                <a:gd name="connsiteY5" fmla="*/ 461874 h 923747"/>
                <a:gd name="connsiteX6" fmla="*/ 2980857 w 3640627"/>
                <a:gd name="connsiteY6" fmla="*/ 379396 h 923747"/>
                <a:gd name="connsiteX7" fmla="*/ 1826259 w 3640627"/>
                <a:gd name="connsiteY7" fmla="*/ 923747 h 923747"/>
                <a:gd name="connsiteX8" fmla="*/ 690067 w 3640627"/>
                <a:gd name="connsiteY8" fmla="*/ 412387 h 923747"/>
                <a:gd name="connsiteX9" fmla="*/ 523214 w 3640627"/>
                <a:gd name="connsiteY9" fmla="*/ 482971 h 923747"/>
                <a:gd name="connsiteX10" fmla="*/ 0 w 3640627"/>
                <a:gd name="connsiteY10" fmla="*/ 242051 h 923747"/>
                <a:gd name="connsiteX0" fmla="*/ 0 w 3640627"/>
                <a:gd name="connsiteY0" fmla="*/ 242051 h 946755"/>
                <a:gd name="connsiteX1" fmla="*/ 655168 w 3640627"/>
                <a:gd name="connsiteY1" fmla="*/ 16495 h 946755"/>
                <a:gd name="connsiteX2" fmla="*/ 1809765 w 3640627"/>
                <a:gd name="connsiteY2" fmla="*/ 511360 h 946755"/>
                <a:gd name="connsiteX3" fmla="*/ 2964363 w 3640627"/>
                <a:gd name="connsiteY3" fmla="*/ 0 h 946755"/>
                <a:gd name="connsiteX4" fmla="*/ 3640627 w 3640627"/>
                <a:gd name="connsiteY4" fmla="*/ 197946 h 946755"/>
                <a:gd name="connsiteX5" fmla="*/ 3195282 w 3640627"/>
                <a:gd name="connsiteY5" fmla="*/ 461874 h 946755"/>
                <a:gd name="connsiteX6" fmla="*/ 2980857 w 3640627"/>
                <a:gd name="connsiteY6" fmla="*/ 379396 h 946755"/>
                <a:gd name="connsiteX7" fmla="*/ 1876873 w 3640627"/>
                <a:gd name="connsiteY7" fmla="*/ 946755 h 946755"/>
                <a:gd name="connsiteX8" fmla="*/ 690067 w 3640627"/>
                <a:gd name="connsiteY8" fmla="*/ 412387 h 946755"/>
                <a:gd name="connsiteX9" fmla="*/ 523214 w 3640627"/>
                <a:gd name="connsiteY9" fmla="*/ 482971 h 946755"/>
                <a:gd name="connsiteX10" fmla="*/ 0 w 3640627"/>
                <a:gd name="connsiteY10" fmla="*/ 242051 h 946755"/>
                <a:gd name="connsiteX0" fmla="*/ 0 w 3640627"/>
                <a:gd name="connsiteY0" fmla="*/ 242051 h 946755"/>
                <a:gd name="connsiteX1" fmla="*/ 655168 w 3640627"/>
                <a:gd name="connsiteY1" fmla="*/ 16495 h 946755"/>
                <a:gd name="connsiteX2" fmla="*/ 1855778 w 3640627"/>
                <a:gd name="connsiteY2" fmla="*/ 534367 h 946755"/>
                <a:gd name="connsiteX3" fmla="*/ 2964363 w 3640627"/>
                <a:gd name="connsiteY3" fmla="*/ 0 h 946755"/>
                <a:gd name="connsiteX4" fmla="*/ 3640627 w 3640627"/>
                <a:gd name="connsiteY4" fmla="*/ 197946 h 946755"/>
                <a:gd name="connsiteX5" fmla="*/ 3195282 w 3640627"/>
                <a:gd name="connsiteY5" fmla="*/ 461874 h 946755"/>
                <a:gd name="connsiteX6" fmla="*/ 2980857 w 3640627"/>
                <a:gd name="connsiteY6" fmla="*/ 379396 h 946755"/>
                <a:gd name="connsiteX7" fmla="*/ 1876873 w 3640627"/>
                <a:gd name="connsiteY7" fmla="*/ 946755 h 946755"/>
                <a:gd name="connsiteX8" fmla="*/ 690067 w 3640627"/>
                <a:gd name="connsiteY8" fmla="*/ 412387 h 946755"/>
                <a:gd name="connsiteX9" fmla="*/ 523214 w 3640627"/>
                <a:gd name="connsiteY9" fmla="*/ 482971 h 946755"/>
                <a:gd name="connsiteX10" fmla="*/ 0 w 3640627"/>
                <a:gd name="connsiteY10" fmla="*/ 242051 h 946755"/>
                <a:gd name="connsiteX0" fmla="*/ 0 w 3640627"/>
                <a:gd name="connsiteY0" fmla="*/ 242051 h 946755"/>
                <a:gd name="connsiteX1" fmla="*/ 655168 w 3640627"/>
                <a:gd name="connsiteY1" fmla="*/ 16495 h 946755"/>
                <a:gd name="connsiteX2" fmla="*/ 1855778 w 3640627"/>
                <a:gd name="connsiteY2" fmla="*/ 534367 h 946755"/>
                <a:gd name="connsiteX3" fmla="*/ 2964363 w 3640627"/>
                <a:gd name="connsiteY3" fmla="*/ 0 h 946755"/>
                <a:gd name="connsiteX4" fmla="*/ 3640627 w 3640627"/>
                <a:gd name="connsiteY4" fmla="*/ 197946 h 946755"/>
                <a:gd name="connsiteX5" fmla="*/ 3195282 w 3640627"/>
                <a:gd name="connsiteY5" fmla="*/ 461874 h 946755"/>
                <a:gd name="connsiteX6" fmla="*/ 3008465 w 3640627"/>
                <a:gd name="connsiteY6" fmla="*/ 402404 h 946755"/>
                <a:gd name="connsiteX7" fmla="*/ 1876873 w 3640627"/>
                <a:gd name="connsiteY7" fmla="*/ 946755 h 946755"/>
                <a:gd name="connsiteX8" fmla="*/ 690067 w 3640627"/>
                <a:gd name="connsiteY8" fmla="*/ 412387 h 946755"/>
                <a:gd name="connsiteX9" fmla="*/ 523214 w 3640627"/>
                <a:gd name="connsiteY9" fmla="*/ 482971 h 946755"/>
                <a:gd name="connsiteX10" fmla="*/ 0 w 3640627"/>
                <a:gd name="connsiteY10" fmla="*/ 242051 h 946755"/>
                <a:gd name="connsiteX0" fmla="*/ 0 w 3723451"/>
                <a:gd name="connsiteY0" fmla="*/ 242051 h 946755"/>
                <a:gd name="connsiteX1" fmla="*/ 655168 w 3723451"/>
                <a:gd name="connsiteY1" fmla="*/ 16495 h 946755"/>
                <a:gd name="connsiteX2" fmla="*/ 1855778 w 3723451"/>
                <a:gd name="connsiteY2" fmla="*/ 534367 h 946755"/>
                <a:gd name="connsiteX3" fmla="*/ 2964363 w 3723451"/>
                <a:gd name="connsiteY3" fmla="*/ 0 h 946755"/>
                <a:gd name="connsiteX4" fmla="*/ 3723451 w 3723451"/>
                <a:gd name="connsiteY4" fmla="*/ 220954 h 946755"/>
                <a:gd name="connsiteX5" fmla="*/ 3195282 w 3723451"/>
                <a:gd name="connsiteY5" fmla="*/ 461874 h 946755"/>
                <a:gd name="connsiteX6" fmla="*/ 3008465 w 3723451"/>
                <a:gd name="connsiteY6" fmla="*/ 402404 h 946755"/>
                <a:gd name="connsiteX7" fmla="*/ 1876873 w 3723451"/>
                <a:gd name="connsiteY7" fmla="*/ 946755 h 946755"/>
                <a:gd name="connsiteX8" fmla="*/ 690067 w 3723451"/>
                <a:gd name="connsiteY8" fmla="*/ 412387 h 946755"/>
                <a:gd name="connsiteX9" fmla="*/ 523214 w 3723451"/>
                <a:gd name="connsiteY9" fmla="*/ 482971 h 946755"/>
                <a:gd name="connsiteX10" fmla="*/ 0 w 3723451"/>
                <a:gd name="connsiteY10" fmla="*/ 242051 h 946755"/>
                <a:gd name="connsiteX0" fmla="*/ 0 w 3723451"/>
                <a:gd name="connsiteY0" fmla="*/ 228246 h 932950"/>
                <a:gd name="connsiteX1" fmla="*/ 655168 w 3723451"/>
                <a:gd name="connsiteY1" fmla="*/ 2690 h 932950"/>
                <a:gd name="connsiteX2" fmla="*/ 1855778 w 3723451"/>
                <a:gd name="connsiteY2" fmla="*/ 520562 h 932950"/>
                <a:gd name="connsiteX3" fmla="*/ 3001174 w 3723451"/>
                <a:gd name="connsiteY3" fmla="*/ 0 h 932950"/>
                <a:gd name="connsiteX4" fmla="*/ 3723451 w 3723451"/>
                <a:gd name="connsiteY4" fmla="*/ 207149 h 932950"/>
                <a:gd name="connsiteX5" fmla="*/ 3195282 w 3723451"/>
                <a:gd name="connsiteY5" fmla="*/ 448069 h 932950"/>
                <a:gd name="connsiteX6" fmla="*/ 3008465 w 3723451"/>
                <a:gd name="connsiteY6" fmla="*/ 388599 h 932950"/>
                <a:gd name="connsiteX7" fmla="*/ 1876873 w 3723451"/>
                <a:gd name="connsiteY7" fmla="*/ 932950 h 932950"/>
                <a:gd name="connsiteX8" fmla="*/ 690067 w 3723451"/>
                <a:gd name="connsiteY8" fmla="*/ 398582 h 932950"/>
                <a:gd name="connsiteX9" fmla="*/ 523214 w 3723451"/>
                <a:gd name="connsiteY9" fmla="*/ 469166 h 932950"/>
                <a:gd name="connsiteX10" fmla="*/ 0 w 3723451"/>
                <a:gd name="connsiteY10" fmla="*/ 228246 h 932950"/>
                <a:gd name="connsiteX0" fmla="*/ 0 w 3723451"/>
                <a:gd name="connsiteY0" fmla="*/ 228246 h 932950"/>
                <a:gd name="connsiteX1" fmla="*/ 655168 w 3723451"/>
                <a:gd name="connsiteY1" fmla="*/ 2690 h 932950"/>
                <a:gd name="connsiteX2" fmla="*/ 1855778 w 3723451"/>
                <a:gd name="connsiteY2" fmla="*/ 520562 h 932950"/>
                <a:gd name="connsiteX3" fmla="*/ 3001174 w 3723451"/>
                <a:gd name="connsiteY3" fmla="*/ 0 h 932950"/>
                <a:gd name="connsiteX4" fmla="*/ 3723451 w 3723451"/>
                <a:gd name="connsiteY4" fmla="*/ 207149 h 932950"/>
                <a:gd name="connsiteX5" fmla="*/ 3195282 w 3723451"/>
                <a:gd name="connsiteY5" fmla="*/ 448069 h 932950"/>
                <a:gd name="connsiteX6" fmla="*/ 3013067 w 3723451"/>
                <a:gd name="connsiteY6" fmla="*/ 393200 h 932950"/>
                <a:gd name="connsiteX7" fmla="*/ 1876873 w 3723451"/>
                <a:gd name="connsiteY7" fmla="*/ 932950 h 932950"/>
                <a:gd name="connsiteX8" fmla="*/ 690067 w 3723451"/>
                <a:gd name="connsiteY8" fmla="*/ 398582 h 932950"/>
                <a:gd name="connsiteX9" fmla="*/ 523214 w 3723451"/>
                <a:gd name="connsiteY9" fmla="*/ 469166 h 932950"/>
                <a:gd name="connsiteX10" fmla="*/ 0 w 3723451"/>
                <a:gd name="connsiteY10" fmla="*/ 228246 h 932950"/>
                <a:gd name="connsiteX0" fmla="*/ 0 w 3723451"/>
                <a:gd name="connsiteY0" fmla="*/ 228246 h 932950"/>
                <a:gd name="connsiteX1" fmla="*/ 655168 w 3723451"/>
                <a:gd name="connsiteY1" fmla="*/ 2690 h 932950"/>
                <a:gd name="connsiteX2" fmla="*/ 1855778 w 3723451"/>
                <a:gd name="connsiteY2" fmla="*/ 520562 h 932950"/>
                <a:gd name="connsiteX3" fmla="*/ 3001174 w 3723451"/>
                <a:gd name="connsiteY3" fmla="*/ 0 h 932950"/>
                <a:gd name="connsiteX4" fmla="*/ 3723451 w 3723451"/>
                <a:gd name="connsiteY4" fmla="*/ 207149 h 932950"/>
                <a:gd name="connsiteX5" fmla="*/ 3186079 w 3723451"/>
                <a:gd name="connsiteY5" fmla="*/ 461874 h 932950"/>
                <a:gd name="connsiteX6" fmla="*/ 3013067 w 3723451"/>
                <a:gd name="connsiteY6" fmla="*/ 393200 h 932950"/>
                <a:gd name="connsiteX7" fmla="*/ 1876873 w 3723451"/>
                <a:gd name="connsiteY7" fmla="*/ 932950 h 932950"/>
                <a:gd name="connsiteX8" fmla="*/ 690067 w 3723451"/>
                <a:gd name="connsiteY8" fmla="*/ 398582 h 932950"/>
                <a:gd name="connsiteX9" fmla="*/ 523214 w 3723451"/>
                <a:gd name="connsiteY9" fmla="*/ 469166 h 932950"/>
                <a:gd name="connsiteX10" fmla="*/ 0 w 3723451"/>
                <a:gd name="connsiteY10" fmla="*/ 228246 h 932950"/>
                <a:gd name="connsiteX0" fmla="*/ 0 w 3723451"/>
                <a:gd name="connsiteY0" fmla="*/ 228246 h 932950"/>
                <a:gd name="connsiteX1" fmla="*/ 655168 w 3723451"/>
                <a:gd name="connsiteY1" fmla="*/ 2690 h 932950"/>
                <a:gd name="connsiteX2" fmla="*/ 1855778 w 3723451"/>
                <a:gd name="connsiteY2" fmla="*/ 520562 h 932950"/>
                <a:gd name="connsiteX3" fmla="*/ 3001174 w 3723451"/>
                <a:gd name="connsiteY3" fmla="*/ 0 h 932950"/>
                <a:gd name="connsiteX4" fmla="*/ 3723451 w 3723451"/>
                <a:gd name="connsiteY4" fmla="*/ 207149 h 932950"/>
                <a:gd name="connsiteX5" fmla="*/ 3186079 w 3723451"/>
                <a:gd name="connsiteY5" fmla="*/ 461874 h 932950"/>
                <a:gd name="connsiteX6" fmla="*/ 3013067 w 3723451"/>
                <a:gd name="connsiteY6" fmla="*/ 393200 h 932950"/>
                <a:gd name="connsiteX7" fmla="*/ 1876873 w 3723451"/>
                <a:gd name="connsiteY7" fmla="*/ 932950 h 932950"/>
                <a:gd name="connsiteX8" fmla="*/ 711613 w 3723451"/>
                <a:gd name="connsiteY8" fmla="*/ 413055 h 932950"/>
                <a:gd name="connsiteX9" fmla="*/ 523214 w 3723451"/>
                <a:gd name="connsiteY9" fmla="*/ 469166 h 932950"/>
                <a:gd name="connsiteX10" fmla="*/ 0 w 3723451"/>
                <a:gd name="connsiteY10" fmla="*/ 228246 h 9329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723451" h="932950">
                  <a:moveTo>
                    <a:pt x="0" y="228246"/>
                  </a:moveTo>
                  <a:lnTo>
                    <a:pt x="655168" y="2690"/>
                  </a:lnTo>
                  <a:lnTo>
                    <a:pt x="1855778" y="520562"/>
                  </a:lnTo>
                  <a:lnTo>
                    <a:pt x="3001174" y="0"/>
                  </a:lnTo>
                  <a:lnTo>
                    <a:pt x="3723451" y="207149"/>
                  </a:lnTo>
                  <a:lnTo>
                    <a:pt x="3186079" y="461874"/>
                  </a:lnTo>
                  <a:lnTo>
                    <a:pt x="3013067" y="393200"/>
                  </a:lnTo>
                  <a:lnTo>
                    <a:pt x="1876873" y="932950"/>
                  </a:lnTo>
                  <a:lnTo>
                    <a:pt x="711613" y="413055"/>
                  </a:lnTo>
                  <a:lnTo>
                    <a:pt x="523214" y="469166"/>
                  </a:lnTo>
                  <a:lnTo>
                    <a:pt x="0" y="228246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/>
            </a:p>
          </p:txBody>
        </p:sp>
        <p:sp>
          <p:nvSpPr>
            <p:cNvPr id="77" name="Freeform 76"/>
            <p:cNvSpPr/>
            <p:nvPr/>
          </p:nvSpPr>
          <p:spPr bwMode="auto">
            <a:xfrm>
              <a:off x="2536889" y="1727776"/>
              <a:ext cx="244057" cy="97040"/>
            </a:xfrm>
            <a:custGeom>
              <a:avLst/>
              <a:gdLst>
                <a:gd name="connsiteX0" fmla="*/ 55216 w 1421812"/>
                <a:gd name="connsiteY0" fmla="*/ 0 h 800665"/>
                <a:gd name="connsiteX1" fmla="*/ 1421812 w 1421812"/>
                <a:gd name="connsiteY1" fmla="*/ 625807 h 800665"/>
                <a:gd name="connsiteX2" fmla="*/ 947874 w 1421812"/>
                <a:gd name="connsiteY2" fmla="*/ 800665 h 800665"/>
                <a:gd name="connsiteX3" fmla="*/ 50614 w 1421812"/>
                <a:gd name="connsiteY3" fmla="*/ 404934 h 800665"/>
                <a:gd name="connsiteX4" fmla="*/ 0 w 1421812"/>
                <a:gd name="connsiteY4" fmla="*/ 404934 h 800665"/>
                <a:gd name="connsiteX5" fmla="*/ 55216 w 1421812"/>
                <a:gd name="connsiteY5" fmla="*/ 0 h 800665"/>
                <a:gd name="connsiteX0" fmla="*/ 4602 w 1371198"/>
                <a:gd name="connsiteY0" fmla="*/ 0 h 800665"/>
                <a:gd name="connsiteX1" fmla="*/ 1371198 w 1371198"/>
                <a:gd name="connsiteY1" fmla="*/ 625807 h 800665"/>
                <a:gd name="connsiteX2" fmla="*/ 897260 w 1371198"/>
                <a:gd name="connsiteY2" fmla="*/ 800665 h 800665"/>
                <a:gd name="connsiteX3" fmla="*/ 0 w 1371198"/>
                <a:gd name="connsiteY3" fmla="*/ 404934 h 800665"/>
                <a:gd name="connsiteX4" fmla="*/ 4602 w 1371198"/>
                <a:gd name="connsiteY4" fmla="*/ 0 h 800665"/>
                <a:gd name="connsiteX0" fmla="*/ 0 w 1366596"/>
                <a:gd name="connsiteY0" fmla="*/ 0 h 800665"/>
                <a:gd name="connsiteX1" fmla="*/ 1366596 w 1366596"/>
                <a:gd name="connsiteY1" fmla="*/ 625807 h 800665"/>
                <a:gd name="connsiteX2" fmla="*/ 892658 w 1366596"/>
                <a:gd name="connsiteY2" fmla="*/ 800665 h 800665"/>
                <a:gd name="connsiteX3" fmla="*/ 4601 w 1366596"/>
                <a:gd name="connsiteY3" fmla="*/ 427942 h 800665"/>
                <a:gd name="connsiteX4" fmla="*/ 0 w 1366596"/>
                <a:gd name="connsiteY4" fmla="*/ 0 h 800665"/>
                <a:gd name="connsiteX0" fmla="*/ 0 w 1366596"/>
                <a:gd name="connsiteY0" fmla="*/ 0 h 800665"/>
                <a:gd name="connsiteX1" fmla="*/ 1366596 w 1366596"/>
                <a:gd name="connsiteY1" fmla="*/ 625807 h 800665"/>
                <a:gd name="connsiteX2" fmla="*/ 892658 w 1366596"/>
                <a:gd name="connsiteY2" fmla="*/ 800665 h 800665"/>
                <a:gd name="connsiteX3" fmla="*/ 4601 w 1366596"/>
                <a:gd name="connsiteY3" fmla="*/ 427942 h 800665"/>
                <a:gd name="connsiteX4" fmla="*/ 0 w 1366596"/>
                <a:gd name="connsiteY4" fmla="*/ 0 h 800665"/>
                <a:gd name="connsiteX0" fmla="*/ 0 w 1366596"/>
                <a:gd name="connsiteY0" fmla="*/ 0 h 800665"/>
                <a:gd name="connsiteX1" fmla="*/ 1366596 w 1366596"/>
                <a:gd name="connsiteY1" fmla="*/ 625807 h 800665"/>
                <a:gd name="connsiteX2" fmla="*/ 892658 w 1366596"/>
                <a:gd name="connsiteY2" fmla="*/ 800665 h 800665"/>
                <a:gd name="connsiteX3" fmla="*/ 4601 w 1366596"/>
                <a:gd name="connsiteY3" fmla="*/ 427942 h 800665"/>
                <a:gd name="connsiteX4" fmla="*/ 0 w 1366596"/>
                <a:gd name="connsiteY4" fmla="*/ 0 h 800665"/>
                <a:gd name="connsiteX0" fmla="*/ 0 w 1366596"/>
                <a:gd name="connsiteY0" fmla="*/ 0 h 809868"/>
                <a:gd name="connsiteX1" fmla="*/ 1366596 w 1366596"/>
                <a:gd name="connsiteY1" fmla="*/ 625807 h 809868"/>
                <a:gd name="connsiteX2" fmla="*/ 865050 w 1366596"/>
                <a:gd name="connsiteY2" fmla="*/ 809868 h 809868"/>
                <a:gd name="connsiteX3" fmla="*/ 4601 w 1366596"/>
                <a:gd name="connsiteY3" fmla="*/ 427942 h 809868"/>
                <a:gd name="connsiteX4" fmla="*/ 0 w 1366596"/>
                <a:gd name="connsiteY4" fmla="*/ 0 h 809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66596" h="809868">
                  <a:moveTo>
                    <a:pt x="0" y="0"/>
                  </a:moveTo>
                  <a:lnTo>
                    <a:pt x="1366596" y="625807"/>
                  </a:lnTo>
                  <a:lnTo>
                    <a:pt x="865050" y="809868"/>
                  </a:lnTo>
                  <a:lnTo>
                    <a:pt x="4601" y="427942"/>
                  </a:lnTo>
                  <a:cubicBezTo>
                    <a:pt x="-1535" y="105836"/>
                    <a:pt x="1534" y="142647"/>
                    <a:pt x="0" y="0"/>
                  </a:cubicBez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/>
            </a:p>
          </p:txBody>
        </p:sp>
        <p:sp>
          <p:nvSpPr>
            <p:cNvPr id="78" name="Freeform 77"/>
            <p:cNvSpPr/>
            <p:nvPr/>
          </p:nvSpPr>
          <p:spPr bwMode="auto">
            <a:xfrm>
              <a:off x="2089977" y="1730144"/>
              <a:ext cx="240888" cy="97039"/>
            </a:xfrm>
            <a:custGeom>
              <a:avLst/>
              <a:gdLst>
                <a:gd name="connsiteX0" fmla="*/ 1329786 w 1348191"/>
                <a:gd name="connsiteY0" fmla="*/ 0 h 809869"/>
                <a:gd name="connsiteX1" fmla="*/ 1348191 w 1348191"/>
                <a:gd name="connsiteY1" fmla="*/ 400333 h 809869"/>
                <a:gd name="connsiteX2" fmla="*/ 487742 w 1348191"/>
                <a:gd name="connsiteY2" fmla="*/ 809869 h 809869"/>
                <a:gd name="connsiteX3" fmla="*/ 0 w 1348191"/>
                <a:gd name="connsiteY3" fmla="*/ 630409 h 809869"/>
                <a:gd name="connsiteX4" fmla="*/ 1329786 w 1348191"/>
                <a:gd name="connsiteY4" fmla="*/ 0 h 809869"/>
                <a:gd name="connsiteX0" fmla="*/ 1329786 w 1348191"/>
                <a:gd name="connsiteY0" fmla="*/ 0 h 791462"/>
                <a:gd name="connsiteX1" fmla="*/ 1348191 w 1348191"/>
                <a:gd name="connsiteY1" fmla="*/ 381926 h 791462"/>
                <a:gd name="connsiteX2" fmla="*/ 487742 w 1348191"/>
                <a:gd name="connsiteY2" fmla="*/ 791462 h 791462"/>
                <a:gd name="connsiteX3" fmla="*/ 0 w 1348191"/>
                <a:gd name="connsiteY3" fmla="*/ 612002 h 791462"/>
                <a:gd name="connsiteX4" fmla="*/ 1329786 w 1348191"/>
                <a:gd name="connsiteY4" fmla="*/ 0 h 7914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48191" h="791462">
                  <a:moveTo>
                    <a:pt x="1329786" y="0"/>
                  </a:moveTo>
                  <a:lnTo>
                    <a:pt x="1348191" y="381926"/>
                  </a:lnTo>
                  <a:lnTo>
                    <a:pt x="487742" y="791462"/>
                  </a:lnTo>
                  <a:lnTo>
                    <a:pt x="0" y="612002"/>
                  </a:lnTo>
                  <a:lnTo>
                    <a:pt x="1329786" y="0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/>
            </a:p>
          </p:txBody>
        </p:sp>
        <p:cxnSp>
          <p:nvCxnSpPr>
            <p:cNvPr id="79" name="Straight Connector 78"/>
            <p:cNvCxnSpPr>
              <a:endCxn id="74" idx="2"/>
            </p:cNvCxnSpPr>
            <p:nvPr/>
          </p:nvCxnSpPr>
          <p:spPr bwMode="auto">
            <a:xfrm flipH="1" flipV="1">
              <a:off x="1871277" y="1737243"/>
              <a:ext cx="3169" cy="123074"/>
            </a:xfrm>
            <a:prstGeom prst="line">
              <a:avLst/>
            </a:prstGeom>
            <a:ln w="6350" cmpd="sng">
              <a:solidFill>
                <a:schemeClr val="tx1"/>
              </a:solidFill>
            </a:ln>
            <a:effectLst>
              <a:outerShdw blurRad="40005" dist="19939" dir="5400000" algn="tl" rotWithShape="0">
                <a:srgbClr val="000000">
                  <a:alpha val="38000"/>
                </a:srgbClr>
              </a:outerShdw>
            </a:effectLst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traight Connector 79"/>
            <p:cNvCxnSpPr/>
            <p:nvPr/>
          </p:nvCxnSpPr>
          <p:spPr bwMode="auto">
            <a:xfrm flipH="1" flipV="1">
              <a:off x="2996477" y="1734877"/>
              <a:ext cx="3171" cy="123074"/>
            </a:xfrm>
            <a:prstGeom prst="line">
              <a:avLst/>
            </a:prstGeom>
            <a:ln w="6350" cmpd="sng">
              <a:solidFill>
                <a:schemeClr val="tx1"/>
              </a:solidFill>
            </a:ln>
            <a:effectLst>
              <a:outerShdw blurRad="40005" dist="19939" dir="5400000" algn="tl" rotWithShape="0">
                <a:srgbClr val="000000">
                  <a:alpha val="38000"/>
                </a:srgbClr>
              </a:outerShdw>
            </a:effectLst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01192100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258" name="Freeform 81"/>
          <p:cNvSpPr>
            <a:spLocks/>
          </p:cNvSpPr>
          <p:nvPr/>
        </p:nvSpPr>
        <p:spPr bwMode="auto">
          <a:xfrm rot="5400000">
            <a:off x="1193801" y="808038"/>
            <a:ext cx="2789237" cy="4313238"/>
          </a:xfrm>
          <a:custGeom>
            <a:avLst/>
            <a:gdLst>
              <a:gd name="T0" fmla="*/ 2147483647 w 10000"/>
              <a:gd name="T1" fmla="*/ 2147483647 h 9831"/>
              <a:gd name="T2" fmla="*/ 2147483647 w 10000"/>
              <a:gd name="T3" fmla="*/ 2147483647 h 9831"/>
              <a:gd name="T4" fmla="*/ 2147483647 w 10000"/>
              <a:gd name="T5" fmla="*/ 2147483647 h 9831"/>
              <a:gd name="T6" fmla="*/ 2147483647 w 10000"/>
              <a:gd name="T7" fmla="*/ 2147483647 h 9831"/>
              <a:gd name="T8" fmla="*/ 2147483647 w 10000"/>
              <a:gd name="T9" fmla="*/ 2147483647 h 9831"/>
              <a:gd name="T10" fmla="*/ 2147483647 w 10000"/>
              <a:gd name="T11" fmla="*/ 2147483647 h 9831"/>
              <a:gd name="T12" fmla="*/ 2147483647 w 10000"/>
              <a:gd name="T13" fmla="*/ 2147483647 h 9831"/>
              <a:gd name="T14" fmla="*/ 2147483647 w 10000"/>
              <a:gd name="T15" fmla="*/ 2147483647 h 9831"/>
              <a:gd name="T16" fmla="*/ 2147483647 w 10000"/>
              <a:gd name="T17" fmla="*/ 2147483647 h 9831"/>
              <a:gd name="T18" fmla="*/ 2147483647 w 10000"/>
              <a:gd name="T19" fmla="*/ 2147483647 h 9831"/>
              <a:gd name="T20" fmla="*/ 2147483647 w 10000"/>
              <a:gd name="T21" fmla="*/ 2147483647 h 9831"/>
              <a:gd name="T22" fmla="*/ 2147483647 w 10000"/>
              <a:gd name="T23" fmla="*/ 2147483647 h 9831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0" t="0" r="r" b="b"/>
            <a:pathLst>
              <a:path w="10000" h="9831">
                <a:moveTo>
                  <a:pt x="3018" y="119"/>
                </a:moveTo>
                <a:cubicBezTo>
                  <a:pt x="2111" y="198"/>
                  <a:pt x="1047" y="-39"/>
                  <a:pt x="545" y="518"/>
                </a:cubicBezTo>
                <a:cubicBezTo>
                  <a:pt x="43" y="1076"/>
                  <a:pt x="40" y="2518"/>
                  <a:pt x="8" y="3464"/>
                </a:cubicBezTo>
                <a:cubicBezTo>
                  <a:pt x="-24" y="4411"/>
                  <a:pt x="32" y="5681"/>
                  <a:pt x="354" y="6198"/>
                </a:cubicBezTo>
                <a:cubicBezTo>
                  <a:pt x="677" y="6715"/>
                  <a:pt x="1127" y="6126"/>
                  <a:pt x="1947" y="6568"/>
                </a:cubicBezTo>
                <a:cubicBezTo>
                  <a:pt x="2769" y="7010"/>
                  <a:pt x="4247" y="8310"/>
                  <a:pt x="5285" y="8849"/>
                </a:cubicBezTo>
                <a:cubicBezTo>
                  <a:pt x="6321" y="9388"/>
                  <a:pt x="7408" y="9963"/>
                  <a:pt x="8172" y="9805"/>
                </a:cubicBezTo>
                <a:cubicBezTo>
                  <a:pt x="8934" y="9645"/>
                  <a:pt x="9588" y="8930"/>
                  <a:pt x="9864" y="7895"/>
                </a:cubicBezTo>
                <a:cubicBezTo>
                  <a:pt x="10140" y="6857"/>
                  <a:pt x="9927" y="4774"/>
                  <a:pt x="9830" y="3590"/>
                </a:cubicBezTo>
                <a:cubicBezTo>
                  <a:pt x="9733" y="2406"/>
                  <a:pt x="10004" y="1276"/>
                  <a:pt x="9282" y="788"/>
                </a:cubicBezTo>
                <a:cubicBezTo>
                  <a:pt x="8561" y="302"/>
                  <a:pt x="7028" y="160"/>
                  <a:pt x="5984" y="49"/>
                </a:cubicBezTo>
                <a:cubicBezTo>
                  <a:pt x="4940" y="-62"/>
                  <a:pt x="3924" y="41"/>
                  <a:pt x="3018" y="119"/>
                </a:cubicBezTo>
                <a:close/>
              </a:path>
            </a:pathLst>
          </a:custGeom>
          <a:solidFill>
            <a:srgbClr val="00CC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72717" name="Line 33"/>
          <p:cNvSpPr>
            <a:spLocks noChangeShapeType="1"/>
          </p:cNvSpPr>
          <p:nvPr/>
        </p:nvSpPr>
        <p:spPr bwMode="auto">
          <a:xfrm flipH="1">
            <a:off x="1325563" y="2581275"/>
            <a:ext cx="1181100" cy="914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72718" name="Line 34"/>
          <p:cNvSpPr>
            <a:spLocks noChangeShapeType="1"/>
          </p:cNvSpPr>
          <p:nvPr/>
        </p:nvSpPr>
        <p:spPr bwMode="auto">
          <a:xfrm>
            <a:off x="2617788" y="2573338"/>
            <a:ext cx="0" cy="9461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72719" name="Line 35"/>
          <p:cNvSpPr>
            <a:spLocks noChangeShapeType="1"/>
          </p:cNvSpPr>
          <p:nvPr/>
        </p:nvSpPr>
        <p:spPr bwMode="auto">
          <a:xfrm flipH="1" flipV="1">
            <a:off x="2728913" y="2530475"/>
            <a:ext cx="1063625" cy="10477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72720" name="Line 59"/>
          <p:cNvSpPr>
            <a:spLocks noChangeShapeType="1"/>
          </p:cNvSpPr>
          <p:nvPr/>
        </p:nvSpPr>
        <p:spPr bwMode="auto">
          <a:xfrm flipV="1">
            <a:off x="2789238" y="2132013"/>
            <a:ext cx="706437" cy="27463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72721" name="Line 60"/>
          <p:cNvSpPr>
            <a:spLocks noChangeShapeType="1"/>
          </p:cNvSpPr>
          <p:nvPr/>
        </p:nvSpPr>
        <p:spPr bwMode="auto">
          <a:xfrm flipV="1">
            <a:off x="2670175" y="1924050"/>
            <a:ext cx="385763" cy="4905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72722" name="Line 77"/>
          <p:cNvSpPr>
            <a:spLocks noChangeShapeType="1"/>
          </p:cNvSpPr>
          <p:nvPr/>
        </p:nvSpPr>
        <p:spPr bwMode="auto">
          <a:xfrm>
            <a:off x="2038350" y="2024063"/>
            <a:ext cx="498475" cy="4159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72723" name="Line 78"/>
          <p:cNvSpPr>
            <a:spLocks noChangeShapeType="1"/>
          </p:cNvSpPr>
          <p:nvPr/>
        </p:nvSpPr>
        <p:spPr bwMode="auto">
          <a:xfrm flipH="1">
            <a:off x="1235075" y="1957388"/>
            <a:ext cx="490538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72724" name="Line 20"/>
          <p:cNvSpPr>
            <a:spLocks noChangeShapeType="1"/>
          </p:cNvSpPr>
          <p:nvPr/>
        </p:nvSpPr>
        <p:spPr bwMode="auto">
          <a:xfrm flipH="1">
            <a:off x="928688" y="3463925"/>
            <a:ext cx="32067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72725" name="Line 21"/>
          <p:cNvSpPr>
            <a:spLocks noChangeShapeType="1"/>
          </p:cNvSpPr>
          <p:nvPr/>
        </p:nvSpPr>
        <p:spPr bwMode="auto">
          <a:xfrm flipH="1">
            <a:off x="1152525" y="3494088"/>
            <a:ext cx="157163" cy="203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72726" name="Line 22"/>
          <p:cNvSpPr>
            <a:spLocks noChangeShapeType="1"/>
          </p:cNvSpPr>
          <p:nvPr/>
        </p:nvSpPr>
        <p:spPr bwMode="auto">
          <a:xfrm>
            <a:off x="1393825" y="3513138"/>
            <a:ext cx="42863" cy="1905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grpSp>
        <p:nvGrpSpPr>
          <p:cNvPr id="181269" name="Group 44"/>
          <p:cNvGrpSpPr>
            <a:grpSpLocks/>
          </p:cNvGrpSpPr>
          <p:nvPr/>
        </p:nvGrpSpPr>
        <p:grpSpPr bwMode="auto">
          <a:xfrm>
            <a:off x="666187" y="3337113"/>
            <a:ext cx="328359" cy="310623"/>
            <a:chOff x="-44" y="1473"/>
            <a:chExt cx="981" cy="1105"/>
          </a:xfrm>
        </p:grpSpPr>
        <p:pic>
          <p:nvPicPr>
            <p:cNvPr id="181397" name="Picture 45" descr="desktop_computer_stylized_medium"/>
            <p:cNvPicPr>
              <a:picLocks noChangeAspect="1" noChangeArrowheads="1"/>
            </p:cNvPicPr>
            <p:nvPr/>
          </p:nvPicPr>
          <p:blipFill>
            <a:blip r:embed="rId2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81398" name="Freeform 46"/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 dirty="0"/>
            </a:p>
          </p:txBody>
        </p:sp>
      </p:grpSp>
      <p:grpSp>
        <p:nvGrpSpPr>
          <p:cNvPr id="181270" name="Group 44"/>
          <p:cNvGrpSpPr>
            <a:grpSpLocks/>
          </p:cNvGrpSpPr>
          <p:nvPr/>
        </p:nvGrpSpPr>
        <p:grpSpPr bwMode="auto">
          <a:xfrm>
            <a:off x="900729" y="3632280"/>
            <a:ext cx="328359" cy="310623"/>
            <a:chOff x="-44" y="1473"/>
            <a:chExt cx="981" cy="1105"/>
          </a:xfrm>
        </p:grpSpPr>
        <p:pic>
          <p:nvPicPr>
            <p:cNvPr id="181395" name="Picture 45" descr="desktop_computer_stylized_medium"/>
            <p:cNvPicPr>
              <a:picLocks noChangeAspect="1" noChangeArrowheads="1"/>
            </p:cNvPicPr>
            <p:nvPr/>
          </p:nvPicPr>
          <p:blipFill>
            <a:blip r:embed="rId2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81396" name="Freeform 46"/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 dirty="0"/>
            </a:p>
          </p:txBody>
        </p:sp>
      </p:grpSp>
      <p:grpSp>
        <p:nvGrpSpPr>
          <p:cNvPr id="181271" name="Group 44"/>
          <p:cNvGrpSpPr>
            <a:grpSpLocks/>
          </p:cNvGrpSpPr>
          <p:nvPr/>
        </p:nvGrpSpPr>
        <p:grpSpPr bwMode="auto">
          <a:xfrm>
            <a:off x="1205633" y="3651958"/>
            <a:ext cx="328359" cy="310623"/>
            <a:chOff x="-44" y="1473"/>
            <a:chExt cx="981" cy="1105"/>
          </a:xfrm>
        </p:grpSpPr>
        <p:pic>
          <p:nvPicPr>
            <p:cNvPr id="181393" name="Picture 45" descr="desktop_computer_stylized_medium"/>
            <p:cNvPicPr>
              <a:picLocks noChangeAspect="1" noChangeArrowheads="1"/>
            </p:cNvPicPr>
            <p:nvPr/>
          </p:nvPicPr>
          <p:blipFill>
            <a:blip r:embed="rId2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81394" name="Freeform 46"/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 dirty="0"/>
            </a:p>
          </p:txBody>
        </p:sp>
      </p:grpSp>
      <p:sp>
        <p:nvSpPr>
          <p:cNvPr id="72730" name="Line 21"/>
          <p:cNvSpPr>
            <a:spLocks noChangeShapeType="1"/>
          </p:cNvSpPr>
          <p:nvPr/>
        </p:nvSpPr>
        <p:spPr bwMode="auto">
          <a:xfrm>
            <a:off x="1520825" y="3468688"/>
            <a:ext cx="219075" cy="1968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72731" name="Line 22"/>
          <p:cNvSpPr>
            <a:spLocks noChangeShapeType="1"/>
          </p:cNvSpPr>
          <p:nvPr/>
        </p:nvSpPr>
        <p:spPr bwMode="auto">
          <a:xfrm flipH="1">
            <a:off x="1654175" y="3787775"/>
            <a:ext cx="69850" cy="18891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72732" name="Line 22"/>
          <p:cNvSpPr>
            <a:spLocks noChangeShapeType="1"/>
          </p:cNvSpPr>
          <p:nvPr/>
        </p:nvSpPr>
        <p:spPr bwMode="auto">
          <a:xfrm>
            <a:off x="1889125" y="3794125"/>
            <a:ext cx="41275" cy="1905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72733" name="Line 20"/>
          <p:cNvSpPr>
            <a:spLocks noChangeShapeType="1"/>
          </p:cNvSpPr>
          <p:nvPr/>
        </p:nvSpPr>
        <p:spPr bwMode="auto">
          <a:xfrm flipH="1">
            <a:off x="1828800" y="3717925"/>
            <a:ext cx="32067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grpSp>
        <p:nvGrpSpPr>
          <p:cNvPr id="181276" name="Group 44"/>
          <p:cNvGrpSpPr>
            <a:grpSpLocks/>
          </p:cNvGrpSpPr>
          <p:nvPr/>
        </p:nvGrpSpPr>
        <p:grpSpPr bwMode="auto">
          <a:xfrm>
            <a:off x="1439164" y="3892842"/>
            <a:ext cx="328359" cy="310623"/>
            <a:chOff x="-44" y="1473"/>
            <a:chExt cx="981" cy="1105"/>
          </a:xfrm>
        </p:grpSpPr>
        <p:pic>
          <p:nvPicPr>
            <p:cNvPr id="181391" name="Picture 45" descr="desktop_computer_stylized_medium"/>
            <p:cNvPicPr>
              <a:picLocks noChangeAspect="1" noChangeArrowheads="1"/>
            </p:cNvPicPr>
            <p:nvPr/>
          </p:nvPicPr>
          <p:blipFill>
            <a:blip r:embed="rId2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81392" name="Freeform 46"/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 dirty="0"/>
            </a:p>
          </p:txBody>
        </p:sp>
      </p:grpSp>
      <p:grpSp>
        <p:nvGrpSpPr>
          <p:cNvPr id="181277" name="Group 44"/>
          <p:cNvGrpSpPr>
            <a:grpSpLocks/>
          </p:cNvGrpSpPr>
          <p:nvPr/>
        </p:nvGrpSpPr>
        <p:grpSpPr bwMode="auto">
          <a:xfrm>
            <a:off x="1703023" y="3936948"/>
            <a:ext cx="328359" cy="310623"/>
            <a:chOff x="-44" y="1473"/>
            <a:chExt cx="981" cy="1105"/>
          </a:xfrm>
        </p:grpSpPr>
        <p:pic>
          <p:nvPicPr>
            <p:cNvPr id="181389" name="Picture 45" descr="desktop_computer_stylized_medium"/>
            <p:cNvPicPr>
              <a:picLocks noChangeAspect="1" noChangeArrowheads="1"/>
            </p:cNvPicPr>
            <p:nvPr/>
          </p:nvPicPr>
          <p:blipFill>
            <a:blip r:embed="rId2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81390" name="Freeform 46"/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 dirty="0"/>
            </a:p>
          </p:txBody>
        </p:sp>
      </p:grpSp>
      <p:pic>
        <p:nvPicPr>
          <p:cNvPr id="72736" name="Picture 3"/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77925" y="3365500"/>
            <a:ext cx="390525" cy="1952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  <p:pic>
        <p:nvPicPr>
          <p:cNvPr id="72737" name="Picture 3"/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1313" y="3633788"/>
            <a:ext cx="392112" cy="193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  <p:grpSp>
        <p:nvGrpSpPr>
          <p:cNvPr id="181280" name="Group 44"/>
          <p:cNvGrpSpPr>
            <a:grpSpLocks/>
          </p:cNvGrpSpPr>
          <p:nvPr/>
        </p:nvGrpSpPr>
        <p:grpSpPr bwMode="auto">
          <a:xfrm>
            <a:off x="1948686" y="3587498"/>
            <a:ext cx="328359" cy="310623"/>
            <a:chOff x="-44" y="1473"/>
            <a:chExt cx="981" cy="1105"/>
          </a:xfrm>
        </p:grpSpPr>
        <p:pic>
          <p:nvPicPr>
            <p:cNvPr id="181387" name="Picture 45" descr="desktop_computer_stylized_medium"/>
            <p:cNvPicPr>
              <a:picLocks noChangeAspect="1" noChangeArrowheads="1"/>
            </p:cNvPicPr>
            <p:nvPr/>
          </p:nvPicPr>
          <p:blipFill>
            <a:blip r:embed="rId2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81388" name="Freeform 46"/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 dirty="0"/>
            </a:p>
          </p:txBody>
        </p:sp>
      </p:grpSp>
      <p:sp>
        <p:nvSpPr>
          <p:cNvPr id="72739" name="Line 20"/>
          <p:cNvSpPr>
            <a:spLocks noChangeShapeType="1"/>
          </p:cNvSpPr>
          <p:nvPr/>
        </p:nvSpPr>
        <p:spPr bwMode="auto">
          <a:xfrm flipH="1">
            <a:off x="3363913" y="3636963"/>
            <a:ext cx="32067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72740" name="Line 21"/>
          <p:cNvSpPr>
            <a:spLocks noChangeShapeType="1"/>
          </p:cNvSpPr>
          <p:nvPr/>
        </p:nvSpPr>
        <p:spPr bwMode="auto">
          <a:xfrm flipH="1">
            <a:off x="3587750" y="3667125"/>
            <a:ext cx="157163" cy="203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72741" name="Line 22"/>
          <p:cNvSpPr>
            <a:spLocks noChangeShapeType="1"/>
          </p:cNvSpPr>
          <p:nvPr/>
        </p:nvSpPr>
        <p:spPr bwMode="auto">
          <a:xfrm>
            <a:off x="3829050" y="3686175"/>
            <a:ext cx="42863" cy="1905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grpSp>
        <p:nvGrpSpPr>
          <p:cNvPr id="181284" name="Group 44"/>
          <p:cNvGrpSpPr>
            <a:grpSpLocks/>
          </p:cNvGrpSpPr>
          <p:nvPr/>
        </p:nvGrpSpPr>
        <p:grpSpPr bwMode="auto">
          <a:xfrm>
            <a:off x="3186502" y="3516927"/>
            <a:ext cx="328359" cy="310623"/>
            <a:chOff x="-44" y="1473"/>
            <a:chExt cx="981" cy="1105"/>
          </a:xfrm>
        </p:grpSpPr>
        <p:pic>
          <p:nvPicPr>
            <p:cNvPr id="181385" name="Picture 45" descr="desktop_computer_stylized_medium"/>
            <p:cNvPicPr>
              <a:picLocks noChangeAspect="1" noChangeArrowheads="1"/>
            </p:cNvPicPr>
            <p:nvPr/>
          </p:nvPicPr>
          <p:blipFill>
            <a:blip r:embed="rId2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81386" name="Freeform 46"/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 dirty="0"/>
            </a:p>
          </p:txBody>
        </p:sp>
      </p:grpSp>
      <p:grpSp>
        <p:nvGrpSpPr>
          <p:cNvPr id="181285" name="Group 44"/>
          <p:cNvGrpSpPr>
            <a:grpSpLocks/>
          </p:cNvGrpSpPr>
          <p:nvPr/>
        </p:nvGrpSpPr>
        <p:grpSpPr bwMode="auto">
          <a:xfrm>
            <a:off x="3336123" y="3805310"/>
            <a:ext cx="328359" cy="310623"/>
            <a:chOff x="-44" y="1473"/>
            <a:chExt cx="981" cy="1105"/>
          </a:xfrm>
        </p:grpSpPr>
        <p:pic>
          <p:nvPicPr>
            <p:cNvPr id="181383" name="Picture 45" descr="desktop_computer_stylized_medium"/>
            <p:cNvPicPr>
              <a:picLocks noChangeAspect="1" noChangeArrowheads="1"/>
            </p:cNvPicPr>
            <p:nvPr/>
          </p:nvPicPr>
          <p:blipFill>
            <a:blip r:embed="rId2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81384" name="Freeform 46"/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 dirty="0"/>
            </a:p>
          </p:txBody>
        </p:sp>
      </p:grpSp>
      <p:grpSp>
        <p:nvGrpSpPr>
          <p:cNvPr id="181286" name="Group 44"/>
          <p:cNvGrpSpPr>
            <a:grpSpLocks/>
          </p:cNvGrpSpPr>
          <p:nvPr/>
        </p:nvGrpSpPr>
        <p:grpSpPr bwMode="auto">
          <a:xfrm>
            <a:off x="3641028" y="3824987"/>
            <a:ext cx="328359" cy="310623"/>
            <a:chOff x="-44" y="1473"/>
            <a:chExt cx="981" cy="1105"/>
          </a:xfrm>
        </p:grpSpPr>
        <p:pic>
          <p:nvPicPr>
            <p:cNvPr id="181381" name="Picture 45" descr="desktop_computer_stylized_medium"/>
            <p:cNvPicPr>
              <a:picLocks noChangeAspect="1" noChangeArrowheads="1"/>
            </p:cNvPicPr>
            <p:nvPr/>
          </p:nvPicPr>
          <p:blipFill>
            <a:blip r:embed="rId2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81382" name="Freeform 46"/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 dirty="0"/>
            </a:p>
          </p:txBody>
        </p:sp>
      </p:grpSp>
      <p:sp>
        <p:nvSpPr>
          <p:cNvPr id="72745" name="Line 20"/>
          <p:cNvSpPr>
            <a:spLocks noChangeShapeType="1"/>
          </p:cNvSpPr>
          <p:nvPr/>
        </p:nvSpPr>
        <p:spPr bwMode="auto">
          <a:xfrm flipH="1" flipV="1">
            <a:off x="2773363" y="3667125"/>
            <a:ext cx="349250" cy="20161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72746" name="Line 21"/>
          <p:cNvSpPr>
            <a:spLocks noChangeShapeType="1"/>
          </p:cNvSpPr>
          <p:nvPr/>
        </p:nvSpPr>
        <p:spPr bwMode="auto">
          <a:xfrm flipH="1">
            <a:off x="2505075" y="3636963"/>
            <a:ext cx="157163" cy="203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72747" name="Line 22"/>
          <p:cNvSpPr>
            <a:spLocks noChangeShapeType="1"/>
          </p:cNvSpPr>
          <p:nvPr/>
        </p:nvSpPr>
        <p:spPr bwMode="auto">
          <a:xfrm>
            <a:off x="2746375" y="3656013"/>
            <a:ext cx="42863" cy="1905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grpSp>
        <p:nvGrpSpPr>
          <p:cNvPr id="181290" name="Group 44"/>
          <p:cNvGrpSpPr>
            <a:grpSpLocks/>
          </p:cNvGrpSpPr>
          <p:nvPr/>
        </p:nvGrpSpPr>
        <p:grpSpPr bwMode="auto">
          <a:xfrm>
            <a:off x="2855919" y="3771381"/>
            <a:ext cx="328359" cy="310623"/>
            <a:chOff x="-44" y="1473"/>
            <a:chExt cx="981" cy="1105"/>
          </a:xfrm>
        </p:grpSpPr>
        <p:pic>
          <p:nvPicPr>
            <p:cNvPr id="181379" name="Picture 45" descr="desktop_computer_stylized_medium"/>
            <p:cNvPicPr>
              <a:picLocks noChangeAspect="1" noChangeArrowheads="1"/>
            </p:cNvPicPr>
            <p:nvPr/>
          </p:nvPicPr>
          <p:blipFill>
            <a:blip r:embed="rId2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81380" name="Freeform 46"/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 dirty="0"/>
            </a:p>
          </p:txBody>
        </p:sp>
      </p:grpSp>
      <p:grpSp>
        <p:nvGrpSpPr>
          <p:cNvPr id="181291" name="Group 44"/>
          <p:cNvGrpSpPr>
            <a:grpSpLocks/>
          </p:cNvGrpSpPr>
          <p:nvPr/>
        </p:nvGrpSpPr>
        <p:grpSpPr bwMode="auto">
          <a:xfrm>
            <a:off x="2253389" y="3774775"/>
            <a:ext cx="328359" cy="310623"/>
            <a:chOff x="-44" y="1473"/>
            <a:chExt cx="981" cy="1105"/>
          </a:xfrm>
        </p:grpSpPr>
        <p:pic>
          <p:nvPicPr>
            <p:cNvPr id="181377" name="Picture 45" descr="desktop_computer_stylized_medium"/>
            <p:cNvPicPr>
              <a:picLocks noChangeAspect="1" noChangeArrowheads="1"/>
            </p:cNvPicPr>
            <p:nvPr/>
          </p:nvPicPr>
          <p:blipFill>
            <a:blip r:embed="rId2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81378" name="Freeform 46"/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 dirty="0"/>
            </a:p>
          </p:txBody>
        </p:sp>
      </p:grpSp>
      <p:grpSp>
        <p:nvGrpSpPr>
          <p:cNvPr id="181292" name="Group 44"/>
          <p:cNvGrpSpPr>
            <a:grpSpLocks/>
          </p:cNvGrpSpPr>
          <p:nvPr/>
        </p:nvGrpSpPr>
        <p:grpSpPr bwMode="auto">
          <a:xfrm>
            <a:off x="2558293" y="3794453"/>
            <a:ext cx="328359" cy="310623"/>
            <a:chOff x="-44" y="1473"/>
            <a:chExt cx="981" cy="1105"/>
          </a:xfrm>
        </p:grpSpPr>
        <p:pic>
          <p:nvPicPr>
            <p:cNvPr id="181375" name="Picture 45" descr="desktop_computer_stylized_medium"/>
            <p:cNvPicPr>
              <a:picLocks noChangeAspect="1" noChangeArrowheads="1"/>
            </p:cNvPicPr>
            <p:nvPr/>
          </p:nvPicPr>
          <p:blipFill>
            <a:blip r:embed="rId2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81376" name="Freeform 46"/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 dirty="0"/>
            </a:p>
          </p:txBody>
        </p:sp>
      </p:grpSp>
      <p:pic>
        <p:nvPicPr>
          <p:cNvPr id="72751" name="Picture 3"/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30475" y="3508375"/>
            <a:ext cx="392113" cy="193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  <p:sp>
        <p:nvSpPr>
          <p:cNvPr id="72752" name="Line 20"/>
          <p:cNvSpPr>
            <a:spLocks noChangeShapeType="1"/>
          </p:cNvSpPr>
          <p:nvPr/>
        </p:nvSpPr>
        <p:spPr bwMode="auto">
          <a:xfrm flipH="1">
            <a:off x="3846513" y="3687763"/>
            <a:ext cx="32067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pic>
        <p:nvPicPr>
          <p:cNvPr id="72753" name="Picture 3"/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13150" y="3538538"/>
            <a:ext cx="392113" cy="1952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  <p:grpSp>
        <p:nvGrpSpPr>
          <p:cNvPr id="181296" name="Group 44"/>
          <p:cNvGrpSpPr>
            <a:grpSpLocks/>
          </p:cNvGrpSpPr>
          <p:nvPr/>
        </p:nvGrpSpPr>
        <p:grpSpPr bwMode="auto">
          <a:xfrm>
            <a:off x="3941686" y="3547462"/>
            <a:ext cx="328359" cy="310623"/>
            <a:chOff x="-44" y="1473"/>
            <a:chExt cx="981" cy="1105"/>
          </a:xfrm>
        </p:grpSpPr>
        <p:pic>
          <p:nvPicPr>
            <p:cNvPr id="181373" name="Picture 45" descr="desktop_computer_stylized_medium"/>
            <p:cNvPicPr>
              <a:picLocks noChangeAspect="1" noChangeArrowheads="1"/>
            </p:cNvPicPr>
            <p:nvPr/>
          </p:nvPicPr>
          <p:blipFill>
            <a:blip r:embed="rId2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81374" name="Freeform 46"/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 dirty="0"/>
            </a:p>
          </p:txBody>
        </p:sp>
      </p:grpSp>
      <p:pic>
        <p:nvPicPr>
          <p:cNvPr id="72755" name="Picture 3"/>
          <p:cNvPicPr>
            <a:picLocks noChangeAspect="1"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70138" y="2371725"/>
            <a:ext cx="539750" cy="268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  <p:grpSp>
        <p:nvGrpSpPr>
          <p:cNvPr id="181298" name="Group 906"/>
          <p:cNvGrpSpPr>
            <a:grpSpLocks/>
          </p:cNvGrpSpPr>
          <p:nvPr/>
        </p:nvGrpSpPr>
        <p:grpSpPr bwMode="auto">
          <a:xfrm>
            <a:off x="3049940" y="1757677"/>
            <a:ext cx="211953" cy="373659"/>
            <a:chOff x="4140" y="429"/>
            <a:chExt cx="1425" cy="2396"/>
          </a:xfrm>
        </p:grpSpPr>
        <p:sp>
          <p:nvSpPr>
            <p:cNvPr id="181341" name="Freeform 907"/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17 w 354"/>
                <a:gd name="T1" fmla="*/ 0 h 2742"/>
                <a:gd name="T2" fmla="*/ 93 w 354"/>
                <a:gd name="T3" fmla="*/ 114 h 2742"/>
                <a:gd name="T4" fmla="*/ 91 w 354"/>
                <a:gd name="T5" fmla="*/ 881 h 2742"/>
                <a:gd name="T6" fmla="*/ 0 w 354"/>
                <a:gd name="T7" fmla="*/ 921 h 2742"/>
                <a:gd name="T8" fmla="*/ 17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800" name="Rectangle 908"/>
            <p:cNvSpPr>
              <a:spLocks noChangeArrowheads="1"/>
            </p:cNvSpPr>
            <p:nvPr/>
          </p:nvSpPr>
          <p:spPr bwMode="auto">
            <a:xfrm>
              <a:off x="4202" y="427"/>
              <a:ext cx="1057" cy="2290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latin typeface="Arial" charset="0"/>
                <a:cs typeface="Arial" charset="0"/>
              </a:endParaRPr>
            </a:p>
          </p:txBody>
        </p:sp>
        <p:sp>
          <p:nvSpPr>
            <p:cNvPr id="181343" name="Freeform 909"/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56 w 211"/>
                <a:gd name="T3" fmla="*/ 73 h 2537"/>
                <a:gd name="T4" fmla="*/ 2 w 211"/>
                <a:gd name="T5" fmla="*/ 839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81344" name="Freeform 910"/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87 w 328"/>
                <a:gd name="T3" fmla="*/ 43 h 226"/>
                <a:gd name="T4" fmla="*/ 87 w 328"/>
                <a:gd name="T5" fmla="*/ 77 h 226"/>
                <a:gd name="T6" fmla="*/ 0 w 328"/>
                <a:gd name="T7" fmla="*/ 34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803" name="Rectangle 911"/>
            <p:cNvSpPr>
              <a:spLocks noChangeArrowheads="1"/>
            </p:cNvSpPr>
            <p:nvPr/>
          </p:nvSpPr>
          <p:spPr bwMode="auto">
            <a:xfrm>
              <a:off x="4212" y="692"/>
              <a:ext cx="598" cy="51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latin typeface="Arial" charset="0"/>
                <a:cs typeface="Arial" charset="0"/>
              </a:endParaRPr>
            </a:p>
          </p:txBody>
        </p:sp>
        <p:grpSp>
          <p:nvGrpSpPr>
            <p:cNvPr id="181346" name="Group 912"/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72829" name="AutoShape 913"/>
              <p:cNvSpPr>
                <a:spLocks noChangeArrowheads="1"/>
              </p:cNvSpPr>
              <p:nvPr/>
            </p:nvSpPr>
            <p:spPr bwMode="auto">
              <a:xfrm>
                <a:off x="610" y="2571"/>
                <a:ext cx="733" cy="137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latin typeface="Arial" charset="0"/>
                  <a:cs typeface="Arial" charset="0"/>
                </a:endParaRPr>
              </a:p>
            </p:txBody>
          </p:sp>
          <p:sp>
            <p:nvSpPr>
              <p:cNvPr id="72830" name="AutoShape 914"/>
              <p:cNvSpPr>
                <a:spLocks noChangeArrowheads="1"/>
              </p:cNvSpPr>
              <p:nvPr/>
            </p:nvSpPr>
            <p:spPr bwMode="auto">
              <a:xfrm>
                <a:off x="624" y="2591"/>
                <a:ext cx="706" cy="98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latin typeface="Arial" charset="0"/>
                  <a:cs typeface="Arial" charset="0"/>
                </a:endParaRPr>
              </a:p>
            </p:txBody>
          </p:sp>
        </p:grpSp>
        <p:sp>
          <p:nvSpPr>
            <p:cNvPr id="72805" name="Rectangle 915"/>
            <p:cNvSpPr>
              <a:spLocks noChangeArrowheads="1"/>
            </p:cNvSpPr>
            <p:nvPr/>
          </p:nvSpPr>
          <p:spPr bwMode="auto">
            <a:xfrm>
              <a:off x="4223" y="1017"/>
              <a:ext cx="598" cy="51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latin typeface="Arial" charset="0"/>
                <a:cs typeface="Arial" charset="0"/>
              </a:endParaRPr>
            </a:p>
          </p:txBody>
        </p:sp>
        <p:grpSp>
          <p:nvGrpSpPr>
            <p:cNvPr id="181348" name="Group 916"/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72827" name="AutoShape 917"/>
              <p:cNvSpPr>
                <a:spLocks noChangeArrowheads="1"/>
              </p:cNvSpPr>
              <p:nvPr/>
            </p:nvSpPr>
            <p:spPr bwMode="auto">
              <a:xfrm>
                <a:off x="613" y="2571"/>
                <a:ext cx="772" cy="137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latin typeface="Arial" charset="0"/>
                  <a:cs typeface="Arial" charset="0"/>
                </a:endParaRPr>
              </a:p>
            </p:txBody>
          </p:sp>
          <p:sp>
            <p:nvSpPr>
              <p:cNvPr id="72828" name="AutoShape 918"/>
              <p:cNvSpPr>
                <a:spLocks noChangeArrowheads="1"/>
              </p:cNvSpPr>
              <p:nvPr/>
            </p:nvSpPr>
            <p:spPr bwMode="auto">
              <a:xfrm>
                <a:off x="626" y="2582"/>
                <a:ext cx="706" cy="106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latin typeface="Arial" charset="0"/>
                  <a:cs typeface="Arial" charset="0"/>
                </a:endParaRPr>
              </a:p>
            </p:txBody>
          </p:sp>
        </p:grpSp>
        <p:sp>
          <p:nvSpPr>
            <p:cNvPr id="72807" name="Rectangle 919"/>
            <p:cNvSpPr>
              <a:spLocks noChangeArrowheads="1"/>
            </p:cNvSpPr>
            <p:nvPr/>
          </p:nvSpPr>
          <p:spPr bwMode="auto">
            <a:xfrm>
              <a:off x="4212" y="1363"/>
              <a:ext cx="598" cy="41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latin typeface="Arial" charset="0"/>
                <a:cs typeface="Arial" charset="0"/>
              </a:endParaRPr>
            </a:p>
          </p:txBody>
        </p:sp>
        <p:sp>
          <p:nvSpPr>
            <p:cNvPr id="72808" name="Rectangle 920"/>
            <p:cNvSpPr>
              <a:spLocks noChangeArrowheads="1"/>
            </p:cNvSpPr>
            <p:nvPr/>
          </p:nvSpPr>
          <p:spPr bwMode="auto">
            <a:xfrm>
              <a:off x="4223" y="1659"/>
              <a:ext cx="598" cy="41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latin typeface="Arial" charset="0"/>
                <a:cs typeface="Arial" charset="0"/>
              </a:endParaRPr>
            </a:p>
          </p:txBody>
        </p:sp>
        <p:grpSp>
          <p:nvGrpSpPr>
            <p:cNvPr id="181351" name="Group 921"/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72825" name="AutoShape 922"/>
              <p:cNvSpPr>
                <a:spLocks noChangeArrowheads="1"/>
              </p:cNvSpPr>
              <p:nvPr/>
            </p:nvSpPr>
            <p:spPr bwMode="auto">
              <a:xfrm>
                <a:off x="614" y="2569"/>
                <a:ext cx="731" cy="141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latin typeface="Arial" charset="0"/>
                  <a:cs typeface="Arial" charset="0"/>
                </a:endParaRPr>
              </a:p>
            </p:txBody>
          </p:sp>
          <p:sp>
            <p:nvSpPr>
              <p:cNvPr id="72826" name="AutoShape 923"/>
              <p:cNvSpPr>
                <a:spLocks noChangeArrowheads="1"/>
              </p:cNvSpPr>
              <p:nvPr/>
            </p:nvSpPr>
            <p:spPr bwMode="auto">
              <a:xfrm>
                <a:off x="628" y="2588"/>
                <a:ext cx="745" cy="103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latin typeface="Arial" charset="0"/>
                  <a:cs typeface="Arial" charset="0"/>
                </a:endParaRPr>
              </a:p>
            </p:txBody>
          </p:sp>
        </p:grpSp>
        <p:sp>
          <p:nvSpPr>
            <p:cNvPr id="181352" name="Freeform 924"/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87 w 328"/>
                <a:gd name="T3" fmla="*/ 42 h 226"/>
                <a:gd name="T4" fmla="*/ 87 w 328"/>
                <a:gd name="T5" fmla="*/ 75 h 226"/>
                <a:gd name="T6" fmla="*/ 0 w 328"/>
                <a:gd name="T7" fmla="*/ 32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grpSp>
          <p:nvGrpSpPr>
            <p:cNvPr id="181353" name="Group 925"/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72823" name="AutoShape 926"/>
              <p:cNvSpPr>
                <a:spLocks noChangeArrowheads="1"/>
              </p:cNvSpPr>
              <p:nvPr/>
            </p:nvSpPr>
            <p:spPr bwMode="auto">
              <a:xfrm>
                <a:off x="609" y="2564"/>
                <a:ext cx="731" cy="143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latin typeface="Arial" charset="0"/>
                  <a:cs typeface="Arial" charset="0"/>
                </a:endParaRPr>
              </a:p>
            </p:txBody>
          </p:sp>
          <p:sp>
            <p:nvSpPr>
              <p:cNvPr id="72824" name="AutoShape 927"/>
              <p:cNvSpPr>
                <a:spLocks noChangeArrowheads="1"/>
              </p:cNvSpPr>
              <p:nvPr/>
            </p:nvSpPr>
            <p:spPr bwMode="auto">
              <a:xfrm>
                <a:off x="623" y="2584"/>
                <a:ext cx="705" cy="102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latin typeface="Arial" charset="0"/>
                  <a:cs typeface="Arial" charset="0"/>
                </a:endParaRPr>
              </a:p>
            </p:txBody>
          </p:sp>
        </p:grpSp>
        <p:sp>
          <p:nvSpPr>
            <p:cNvPr id="72812" name="Rectangle 928"/>
            <p:cNvSpPr>
              <a:spLocks noChangeArrowheads="1"/>
            </p:cNvSpPr>
            <p:nvPr/>
          </p:nvSpPr>
          <p:spPr bwMode="auto">
            <a:xfrm>
              <a:off x="5248" y="427"/>
              <a:ext cx="75" cy="2290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latin typeface="Arial" charset="0"/>
                <a:cs typeface="Arial" charset="0"/>
              </a:endParaRPr>
            </a:p>
          </p:txBody>
        </p:sp>
        <p:sp>
          <p:nvSpPr>
            <p:cNvPr id="181355" name="Freeform 929"/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77 w 296"/>
                <a:gd name="T3" fmla="*/ 47 h 256"/>
                <a:gd name="T4" fmla="*/ 78 w 296"/>
                <a:gd name="T5" fmla="*/ 85 h 256"/>
                <a:gd name="T6" fmla="*/ 0 w 296"/>
                <a:gd name="T7" fmla="*/ 32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81356" name="Freeform 930"/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81 w 304"/>
                <a:gd name="T3" fmla="*/ 55 h 288"/>
                <a:gd name="T4" fmla="*/ 76 w 304"/>
                <a:gd name="T5" fmla="*/ 97 h 288"/>
                <a:gd name="T6" fmla="*/ 2 w 304"/>
                <a:gd name="T7" fmla="*/ 42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815" name="Oval 931"/>
            <p:cNvSpPr>
              <a:spLocks noChangeArrowheads="1"/>
            </p:cNvSpPr>
            <p:nvPr/>
          </p:nvSpPr>
          <p:spPr bwMode="auto">
            <a:xfrm>
              <a:off x="5514" y="2616"/>
              <a:ext cx="53" cy="92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latin typeface="Arial" charset="0"/>
                <a:cs typeface="Arial" charset="0"/>
              </a:endParaRPr>
            </a:p>
          </p:txBody>
        </p:sp>
        <p:sp>
          <p:nvSpPr>
            <p:cNvPr id="181358" name="Freeform 932"/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36 h 240"/>
                <a:gd name="T2" fmla="*/ 2 w 306"/>
                <a:gd name="T3" fmla="*/ 81 h 240"/>
                <a:gd name="T4" fmla="*/ 81 w 306"/>
                <a:gd name="T5" fmla="*/ 37 h 240"/>
                <a:gd name="T6" fmla="*/ 78 w 306"/>
                <a:gd name="T7" fmla="*/ 0 h 240"/>
                <a:gd name="T8" fmla="*/ 0 w 306"/>
                <a:gd name="T9" fmla="*/ 36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817" name="AutoShape 933"/>
            <p:cNvSpPr>
              <a:spLocks noChangeArrowheads="1"/>
            </p:cNvSpPr>
            <p:nvPr/>
          </p:nvSpPr>
          <p:spPr bwMode="auto">
            <a:xfrm>
              <a:off x="4138" y="2687"/>
              <a:ext cx="1206" cy="143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latin typeface="Arial" charset="0"/>
                <a:cs typeface="Arial" charset="0"/>
              </a:endParaRPr>
            </a:p>
          </p:txBody>
        </p:sp>
        <p:sp>
          <p:nvSpPr>
            <p:cNvPr id="72818" name="AutoShape 934"/>
            <p:cNvSpPr>
              <a:spLocks noChangeArrowheads="1"/>
            </p:cNvSpPr>
            <p:nvPr/>
          </p:nvSpPr>
          <p:spPr bwMode="auto">
            <a:xfrm>
              <a:off x="4202" y="2717"/>
              <a:ext cx="1078" cy="81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tx2"/>
                </a:gs>
                <a:gs pos="100000">
                  <a:schemeClr val="bg2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latin typeface="Arial" charset="0"/>
                <a:cs typeface="Arial" charset="0"/>
              </a:endParaRPr>
            </a:p>
          </p:txBody>
        </p:sp>
        <p:sp>
          <p:nvSpPr>
            <p:cNvPr id="72819" name="Oval 935"/>
            <p:cNvSpPr>
              <a:spLocks noChangeArrowheads="1"/>
            </p:cNvSpPr>
            <p:nvPr/>
          </p:nvSpPr>
          <p:spPr bwMode="auto">
            <a:xfrm>
              <a:off x="4308" y="2381"/>
              <a:ext cx="160" cy="153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latin typeface="Arial" charset="0"/>
                <a:cs typeface="Arial" charset="0"/>
              </a:endParaRPr>
            </a:p>
          </p:txBody>
        </p:sp>
        <p:sp>
          <p:nvSpPr>
            <p:cNvPr id="72820" name="Oval 936"/>
            <p:cNvSpPr>
              <a:spLocks noChangeArrowheads="1"/>
            </p:cNvSpPr>
            <p:nvPr/>
          </p:nvSpPr>
          <p:spPr bwMode="auto">
            <a:xfrm>
              <a:off x="4490" y="2392"/>
              <a:ext cx="160" cy="143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1" hangingPunct="1">
                <a:defRPr/>
              </a:pPr>
              <a:endParaRPr lang="en-US" i="0" dirty="0">
                <a:solidFill>
                  <a:srgbClr val="FF0000"/>
                </a:solidFill>
                <a:latin typeface="Arial" charset="0"/>
                <a:cs typeface="Arial" charset="0"/>
              </a:endParaRPr>
            </a:p>
          </p:txBody>
        </p:sp>
        <p:sp>
          <p:nvSpPr>
            <p:cNvPr id="72821" name="Oval 937"/>
            <p:cNvSpPr>
              <a:spLocks noChangeArrowheads="1"/>
            </p:cNvSpPr>
            <p:nvPr/>
          </p:nvSpPr>
          <p:spPr bwMode="auto">
            <a:xfrm>
              <a:off x="4661" y="2381"/>
              <a:ext cx="160" cy="143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latin typeface="Arial" charset="0"/>
                <a:cs typeface="Arial" charset="0"/>
              </a:endParaRPr>
            </a:p>
          </p:txBody>
        </p:sp>
        <p:sp>
          <p:nvSpPr>
            <p:cNvPr id="72822" name="Rectangle 938"/>
            <p:cNvSpPr>
              <a:spLocks noChangeArrowheads="1"/>
            </p:cNvSpPr>
            <p:nvPr/>
          </p:nvSpPr>
          <p:spPr bwMode="auto">
            <a:xfrm>
              <a:off x="5066" y="1832"/>
              <a:ext cx="85" cy="763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latin typeface="Arial" charset="0"/>
                <a:cs typeface="Arial" charset="0"/>
              </a:endParaRPr>
            </a:p>
          </p:txBody>
        </p:sp>
      </p:grpSp>
      <p:grpSp>
        <p:nvGrpSpPr>
          <p:cNvPr id="181300" name="Group 906"/>
          <p:cNvGrpSpPr>
            <a:grpSpLocks/>
          </p:cNvGrpSpPr>
          <p:nvPr/>
        </p:nvGrpSpPr>
        <p:grpSpPr bwMode="auto">
          <a:xfrm>
            <a:off x="3398720" y="2086772"/>
            <a:ext cx="211953" cy="373659"/>
            <a:chOff x="4140" y="429"/>
            <a:chExt cx="1425" cy="2396"/>
          </a:xfrm>
        </p:grpSpPr>
        <p:sp>
          <p:nvSpPr>
            <p:cNvPr id="181301" name="Freeform 907"/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17 w 354"/>
                <a:gd name="T1" fmla="*/ 0 h 2742"/>
                <a:gd name="T2" fmla="*/ 93 w 354"/>
                <a:gd name="T3" fmla="*/ 114 h 2742"/>
                <a:gd name="T4" fmla="*/ 91 w 354"/>
                <a:gd name="T5" fmla="*/ 881 h 2742"/>
                <a:gd name="T6" fmla="*/ 0 w 354"/>
                <a:gd name="T7" fmla="*/ 921 h 2742"/>
                <a:gd name="T8" fmla="*/ 17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760" name="Rectangle 908"/>
            <p:cNvSpPr>
              <a:spLocks noChangeArrowheads="1"/>
            </p:cNvSpPr>
            <p:nvPr/>
          </p:nvSpPr>
          <p:spPr bwMode="auto">
            <a:xfrm>
              <a:off x="4205" y="434"/>
              <a:ext cx="1046" cy="2280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latin typeface="Arial" charset="0"/>
                <a:cs typeface="Arial" charset="0"/>
              </a:endParaRPr>
            </a:p>
          </p:txBody>
        </p:sp>
        <p:sp>
          <p:nvSpPr>
            <p:cNvPr id="181303" name="Freeform 909"/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56 w 211"/>
                <a:gd name="T3" fmla="*/ 73 h 2537"/>
                <a:gd name="T4" fmla="*/ 2 w 211"/>
                <a:gd name="T5" fmla="*/ 839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81304" name="Freeform 910"/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87 w 328"/>
                <a:gd name="T3" fmla="*/ 43 h 226"/>
                <a:gd name="T4" fmla="*/ 87 w 328"/>
                <a:gd name="T5" fmla="*/ 77 h 226"/>
                <a:gd name="T6" fmla="*/ 0 w 328"/>
                <a:gd name="T7" fmla="*/ 34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763" name="Rectangle 911"/>
            <p:cNvSpPr>
              <a:spLocks noChangeArrowheads="1"/>
            </p:cNvSpPr>
            <p:nvPr/>
          </p:nvSpPr>
          <p:spPr bwMode="auto">
            <a:xfrm>
              <a:off x="4216" y="699"/>
              <a:ext cx="587" cy="51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latin typeface="Arial" charset="0"/>
                <a:cs typeface="Arial" charset="0"/>
              </a:endParaRPr>
            </a:p>
          </p:txBody>
        </p:sp>
        <p:grpSp>
          <p:nvGrpSpPr>
            <p:cNvPr id="181306" name="Group 912"/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72789" name="AutoShape 913"/>
              <p:cNvSpPr>
                <a:spLocks noChangeArrowheads="1"/>
              </p:cNvSpPr>
              <p:nvPr/>
            </p:nvSpPr>
            <p:spPr bwMode="auto">
              <a:xfrm>
                <a:off x="614" y="2568"/>
                <a:ext cx="719" cy="176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latin typeface="Arial" charset="0"/>
                  <a:cs typeface="Arial" charset="0"/>
                </a:endParaRPr>
              </a:p>
            </p:txBody>
          </p:sp>
          <p:sp>
            <p:nvSpPr>
              <p:cNvPr id="72790" name="AutoShape 914"/>
              <p:cNvSpPr>
                <a:spLocks noChangeArrowheads="1"/>
              </p:cNvSpPr>
              <p:nvPr/>
            </p:nvSpPr>
            <p:spPr bwMode="auto">
              <a:xfrm>
                <a:off x="628" y="2588"/>
                <a:ext cx="693" cy="13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latin typeface="Arial" charset="0"/>
                  <a:cs typeface="Arial" charset="0"/>
                </a:endParaRPr>
              </a:p>
            </p:txBody>
          </p:sp>
        </p:grpSp>
        <p:sp>
          <p:nvSpPr>
            <p:cNvPr id="72765" name="Rectangle 915"/>
            <p:cNvSpPr>
              <a:spLocks noChangeArrowheads="1"/>
            </p:cNvSpPr>
            <p:nvPr/>
          </p:nvSpPr>
          <p:spPr bwMode="auto">
            <a:xfrm>
              <a:off x="4226" y="1024"/>
              <a:ext cx="587" cy="41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latin typeface="Arial" charset="0"/>
                <a:cs typeface="Arial" charset="0"/>
              </a:endParaRPr>
            </a:p>
          </p:txBody>
        </p:sp>
        <p:grpSp>
          <p:nvGrpSpPr>
            <p:cNvPr id="181308" name="Group 916"/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72787" name="AutoShape 917"/>
              <p:cNvSpPr>
                <a:spLocks noChangeArrowheads="1"/>
              </p:cNvSpPr>
              <p:nvPr/>
            </p:nvSpPr>
            <p:spPr bwMode="auto">
              <a:xfrm>
                <a:off x="617" y="2568"/>
                <a:ext cx="719" cy="180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latin typeface="Arial" charset="0"/>
                  <a:cs typeface="Arial" charset="0"/>
                </a:endParaRPr>
              </a:p>
            </p:txBody>
          </p:sp>
          <p:sp>
            <p:nvSpPr>
              <p:cNvPr id="72788" name="AutoShape 918"/>
              <p:cNvSpPr>
                <a:spLocks noChangeArrowheads="1"/>
              </p:cNvSpPr>
              <p:nvPr/>
            </p:nvSpPr>
            <p:spPr bwMode="auto">
              <a:xfrm>
                <a:off x="630" y="2589"/>
                <a:ext cx="693" cy="13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latin typeface="Arial" charset="0"/>
                  <a:cs typeface="Arial" charset="0"/>
                </a:endParaRPr>
              </a:p>
            </p:txBody>
          </p:sp>
        </p:grpSp>
        <p:sp>
          <p:nvSpPr>
            <p:cNvPr id="72767" name="Rectangle 919"/>
            <p:cNvSpPr>
              <a:spLocks noChangeArrowheads="1"/>
            </p:cNvSpPr>
            <p:nvPr/>
          </p:nvSpPr>
          <p:spPr bwMode="auto">
            <a:xfrm>
              <a:off x="4216" y="1360"/>
              <a:ext cx="598" cy="51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latin typeface="Arial" charset="0"/>
                <a:cs typeface="Arial" charset="0"/>
              </a:endParaRPr>
            </a:p>
          </p:txBody>
        </p:sp>
        <p:sp>
          <p:nvSpPr>
            <p:cNvPr id="72768" name="Rectangle 920"/>
            <p:cNvSpPr>
              <a:spLocks noChangeArrowheads="1"/>
            </p:cNvSpPr>
            <p:nvPr/>
          </p:nvSpPr>
          <p:spPr bwMode="auto">
            <a:xfrm>
              <a:off x="4226" y="1656"/>
              <a:ext cx="598" cy="51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latin typeface="Arial" charset="0"/>
                <a:cs typeface="Arial" charset="0"/>
              </a:endParaRPr>
            </a:p>
          </p:txBody>
        </p:sp>
        <p:grpSp>
          <p:nvGrpSpPr>
            <p:cNvPr id="181311" name="Group 921"/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72785" name="AutoShape 922"/>
              <p:cNvSpPr>
                <a:spLocks noChangeArrowheads="1"/>
              </p:cNvSpPr>
              <p:nvPr/>
            </p:nvSpPr>
            <p:spPr bwMode="auto">
              <a:xfrm>
                <a:off x="618" y="2604"/>
                <a:ext cx="718" cy="103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latin typeface="Arial" charset="0"/>
                  <a:cs typeface="Arial" charset="0"/>
                </a:endParaRPr>
              </a:p>
            </p:txBody>
          </p:sp>
          <p:sp>
            <p:nvSpPr>
              <p:cNvPr id="72786" name="AutoShape 923"/>
              <p:cNvSpPr>
                <a:spLocks noChangeArrowheads="1"/>
              </p:cNvSpPr>
              <p:nvPr/>
            </p:nvSpPr>
            <p:spPr bwMode="auto">
              <a:xfrm>
                <a:off x="632" y="2622"/>
                <a:ext cx="691" cy="66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latin typeface="Arial" charset="0"/>
                  <a:cs typeface="Arial" charset="0"/>
                </a:endParaRPr>
              </a:p>
            </p:txBody>
          </p:sp>
        </p:grpSp>
        <p:sp>
          <p:nvSpPr>
            <p:cNvPr id="181312" name="Freeform 924"/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87 w 328"/>
                <a:gd name="T3" fmla="*/ 42 h 226"/>
                <a:gd name="T4" fmla="*/ 87 w 328"/>
                <a:gd name="T5" fmla="*/ 75 h 226"/>
                <a:gd name="T6" fmla="*/ 0 w 328"/>
                <a:gd name="T7" fmla="*/ 32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grpSp>
          <p:nvGrpSpPr>
            <p:cNvPr id="181313" name="Group 925"/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72783" name="AutoShape 926"/>
              <p:cNvSpPr>
                <a:spLocks noChangeArrowheads="1"/>
              </p:cNvSpPr>
              <p:nvPr/>
            </p:nvSpPr>
            <p:spPr bwMode="auto">
              <a:xfrm>
                <a:off x="613" y="2571"/>
                <a:ext cx="678" cy="173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latin typeface="Arial" charset="0"/>
                  <a:cs typeface="Arial" charset="0"/>
                </a:endParaRPr>
              </a:p>
            </p:txBody>
          </p:sp>
          <p:sp>
            <p:nvSpPr>
              <p:cNvPr id="72784" name="AutoShape 927"/>
              <p:cNvSpPr>
                <a:spLocks noChangeArrowheads="1"/>
              </p:cNvSpPr>
              <p:nvPr/>
            </p:nvSpPr>
            <p:spPr bwMode="auto">
              <a:xfrm>
                <a:off x="627" y="2591"/>
                <a:ext cx="651" cy="132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latin typeface="Arial" charset="0"/>
                  <a:cs typeface="Arial" charset="0"/>
                </a:endParaRPr>
              </a:p>
            </p:txBody>
          </p:sp>
        </p:grpSp>
        <p:sp>
          <p:nvSpPr>
            <p:cNvPr id="72772" name="Rectangle 928"/>
            <p:cNvSpPr>
              <a:spLocks noChangeArrowheads="1"/>
            </p:cNvSpPr>
            <p:nvPr/>
          </p:nvSpPr>
          <p:spPr bwMode="auto">
            <a:xfrm>
              <a:off x="5251" y="434"/>
              <a:ext cx="64" cy="2290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latin typeface="Arial" charset="0"/>
                <a:cs typeface="Arial" charset="0"/>
              </a:endParaRPr>
            </a:p>
          </p:txBody>
        </p:sp>
        <p:sp>
          <p:nvSpPr>
            <p:cNvPr id="181315" name="Freeform 929"/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77 w 296"/>
                <a:gd name="T3" fmla="*/ 47 h 256"/>
                <a:gd name="T4" fmla="*/ 78 w 296"/>
                <a:gd name="T5" fmla="*/ 85 h 256"/>
                <a:gd name="T6" fmla="*/ 0 w 296"/>
                <a:gd name="T7" fmla="*/ 32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81316" name="Freeform 930"/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81 w 304"/>
                <a:gd name="T3" fmla="*/ 55 h 288"/>
                <a:gd name="T4" fmla="*/ 76 w 304"/>
                <a:gd name="T5" fmla="*/ 97 h 288"/>
                <a:gd name="T6" fmla="*/ 2 w 304"/>
                <a:gd name="T7" fmla="*/ 42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775" name="Oval 931"/>
            <p:cNvSpPr>
              <a:spLocks noChangeArrowheads="1"/>
            </p:cNvSpPr>
            <p:nvPr/>
          </p:nvSpPr>
          <p:spPr bwMode="auto">
            <a:xfrm>
              <a:off x="5518" y="2612"/>
              <a:ext cx="43" cy="92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latin typeface="Arial" charset="0"/>
                <a:cs typeface="Arial" charset="0"/>
              </a:endParaRPr>
            </a:p>
          </p:txBody>
        </p:sp>
        <p:sp>
          <p:nvSpPr>
            <p:cNvPr id="181318" name="Freeform 932"/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36 h 240"/>
                <a:gd name="T2" fmla="*/ 2 w 306"/>
                <a:gd name="T3" fmla="*/ 81 h 240"/>
                <a:gd name="T4" fmla="*/ 81 w 306"/>
                <a:gd name="T5" fmla="*/ 37 h 240"/>
                <a:gd name="T6" fmla="*/ 78 w 306"/>
                <a:gd name="T7" fmla="*/ 0 h 240"/>
                <a:gd name="T8" fmla="*/ 0 w 306"/>
                <a:gd name="T9" fmla="*/ 36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777" name="AutoShape 933"/>
            <p:cNvSpPr>
              <a:spLocks noChangeArrowheads="1"/>
            </p:cNvSpPr>
            <p:nvPr/>
          </p:nvSpPr>
          <p:spPr bwMode="auto">
            <a:xfrm>
              <a:off x="4141" y="2684"/>
              <a:ext cx="1195" cy="143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latin typeface="Arial" charset="0"/>
                <a:cs typeface="Arial" charset="0"/>
              </a:endParaRPr>
            </a:p>
          </p:txBody>
        </p:sp>
        <p:sp>
          <p:nvSpPr>
            <p:cNvPr id="72778" name="AutoShape 934"/>
            <p:cNvSpPr>
              <a:spLocks noChangeArrowheads="1"/>
            </p:cNvSpPr>
            <p:nvPr/>
          </p:nvSpPr>
          <p:spPr bwMode="auto">
            <a:xfrm>
              <a:off x="4205" y="2714"/>
              <a:ext cx="1067" cy="81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tx2"/>
                </a:gs>
                <a:gs pos="100000">
                  <a:schemeClr val="bg2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latin typeface="Arial" charset="0"/>
                <a:cs typeface="Arial" charset="0"/>
              </a:endParaRPr>
            </a:p>
          </p:txBody>
        </p:sp>
        <p:sp>
          <p:nvSpPr>
            <p:cNvPr id="72779" name="Oval 935"/>
            <p:cNvSpPr>
              <a:spLocks noChangeArrowheads="1"/>
            </p:cNvSpPr>
            <p:nvPr/>
          </p:nvSpPr>
          <p:spPr bwMode="auto">
            <a:xfrm>
              <a:off x="4312" y="2389"/>
              <a:ext cx="149" cy="143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latin typeface="Arial" charset="0"/>
                <a:cs typeface="Arial" charset="0"/>
              </a:endParaRPr>
            </a:p>
          </p:txBody>
        </p:sp>
        <p:sp>
          <p:nvSpPr>
            <p:cNvPr id="72780" name="Oval 936"/>
            <p:cNvSpPr>
              <a:spLocks noChangeArrowheads="1"/>
            </p:cNvSpPr>
            <p:nvPr/>
          </p:nvSpPr>
          <p:spPr bwMode="auto">
            <a:xfrm>
              <a:off x="4482" y="2389"/>
              <a:ext cx="160" cy="143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1" hangingPunct="1">
                <a:defRPr/>
              </a:pPr>
              <a:endParaRPr lang="en-US" i="0" dirty="0">
                <a:solidFill>
                  <a:srgbClr val="FF0000"/>
                </a:solidFill>
                <a:latin typeface="Arial" charset="0"/>
                <a:cs typeface="Arial" charset="0"/>
              </a:endParaRPr>
            </a:p>
          </p:txBody>
        </p:sp>
        <p:sp>
          <p:nvSpPr>
            <p:cNvPr id="72781" name="Oval 937"/>
            <p:cNvSpPr>
              <a:spLocks noChangeArrowheads="1"/>
            </p:cNvSpPr>
            <p:nvPr/>
          </p:nvSpPr>
          <p:spPr bwMode="auto">
            <a:xfrm>
              <a:off x="4664" y="2378"/>
              <a:ext cx="149" cy="143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latin typeface="Arial" charset="0"/>
                <a:cs typeface="Arial" charset="0"/>
              </a:endParaRPr>
            </a:p>
          </p:txBody>
        </p:sp>
        <p:sp>
          <p:nvSpPr>
            <p:cNvPr id="72782" name="Rectangle 938"/>
            <p:cNvSpPr>
              <a:spLocks noChangeArrowheads="1"/>
            </p:cNvSpPr>
            <p:nvPr/>
          </p:nvSpPr>
          <p:spPr bwMode="auto">
            <a:xfrm>
              <a:off x="5059" y="1839"/>
              <a:ext cx="85" cy="763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latin typeface="Arial" charset="0"/>
                <a:cs typeface="Arial" charset="0"/>
              </a:endParaRPr>
            </a:p>
          </p:txBody>
        </p:sp>
      </p:grpSp>
      <p:sp>
        <p:nvSpPr>
          <p:cNvPr id="72709" name="Rectangle 2"/>
          <p:cNvSpPr>
            <a:spLocks noGrp="1" noChangeArrowheads="1"/>
          </p:cNvSpPr>
          <p:nvPr>
            <p:ph type="title"/>
          </p:nvPr>
        </p:nvSpPr>
        <p:spPr>
          <a:xfrm>
            <a:off x="339725" y="85725"/>
            <a:ext cx="7772400" cy="1143000"/>
          </a:xfrm>
        </p:spPr>
        <p:txBody>
          <a:bodyPr/>
          <a:lstStyle/>
          <a:p>
            <a:pPr>
              <a:defRPr/>
            </a:pPr>
            <a:r>
              <a:rPr lang="en-US" dirty="0">
                <a:latin typeface="Gill Sans MT" charset="0"/>
                <a:cs typeface="+mj-cs"/>
              </a:rPr>
              <a:t>VLANs: motivation</a:t>
            </a:r>
          </a:p>
        </p:txBody>
      </p:sp>
      <p:sp>
        <p:nvSpPr>
          <p:cNvPr id="7271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078413" y="1365250"/>
            <a:ext cx="3911600" cy="3895725"/>
          </a:xfrm>
        </p:spPr>
        <p:txBody>
          <a:bodyPr/>
          <a:lstStyle/>
          <a:p>
            <a:pPr>
              <a:buFont typeface="Wingdings" charset="0"/>
              <a:buNone/>
              <a:defRPr/>
            </a:pPr>
            <a:r>
              <a:rPr lang="en-US" i="1" dirty="0">
                <a:solidFill>
                  <a:srgbClr val="000099"/>
                </a:solidFill>
                <a:latin typeface="Gill Sans MT" charset="0"/>
                <a:cs typeface="+mn-cs"/>
              </a:rPr>
              <a:t>consider</a:t>
            </a:r>
            <a:r>
              <a:rPr lang="en-US" i="1" dirty="0">
                <a:latin typeface="Gill Sans MT" charset="0"/>
                <a:cs typeface="+mn-cs"/>
              </a:rPr>
              <a:t>:</a:t>
            </a:r>
          </a:p>
          <a:p>
            <a:pPr marL="231775" indent="-231775">
              <a:defRPr/>
            </a:pPr>
            <a:r>
              <a:rPr lang="en-US" sz="2400" dirty="0">
                <a:latin typeface="Gill Sans MT" charset="0"/>
                <a:cs typeface="+mn-cs"/>
              </a:rPr>
              <a:t>CS user moves office to EE, but wants connect to CS switch?</a:t>
            </a:r>
          </a:p>
          <a:p>
            <a:pPr marL="231775" indent="-231775">
              <a:defRPr/>
            </a:pPr>
            <a:r>
              <a:rPr lang="en-US" sz="2400" dirty="0">
                <a:latin typeface="Gill Sans MT" charset="0"/>
                <a:cs typeface="+mn-cs"/>
              </a:rPr>
              <a:t>single broadcast domain:</a:t>
            </a:r>
          </a:p>
          <a:p>
            <a:pPr marL="681038" lvl="1" indent="-223838">
              <a:defRPr/>
            </a:pPr>
            <a:r>
              <a:rPr lang="en-US" dirty="0">
                <a:latin typeface="Gill Sans MT" charset="0"/>
              </a:rPr>
              <a:t>all layer-2 broadcast traffic (ARP, DHCP, unknown location of destination MAC address) must cross entire LAN </a:t>
            </a:r>
          </a:p>
          <a:p>
            <a:pPr marL="681038" lvl="1" indent="-223838">
              <a:defRPr/>
            </a:pPr>
            <a:r>
              <a:rPr lang="en-US" dirty="0">
                <a:latin typeface="Gill Sans MT" charset="0"/>
              </a:rPr>
              <a:t>security/privacy, efficiency issues</a:t>
            </a:r>
          </a:p>
          <a:p>
            <a:pPr>
              <a:defRPr/>
            </a:pPr>
            <a:endParaRPr lang="en-US" sz="2400" dirty="0">
              <a:latin typeface="Gill Sans MT" charset="0"/>
              <a:cs typeface="+mn-cs"/>
            </a:endParaRPr>
          </a:p>
        </p:txBody>
      </p:sp>
      <p:sp>
        <p:nvSpPr>
          <p:cNvPr id="72711" name="Text Box 86"/>
          <p:cNvSpPr txBox="1">
            <a:spLocks noChangeArrowheads="1"/>
          </p:cNvSpPr>
          <p:nvPr/>
        </p:nvSpPr>
        <p:spPr bwMode="auto">
          <a:xfrm>
            <a:off x="346075" y="3976688"/>
            <a:ext cx="1019175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sz="1400" i="0" dirty="0">
                <a:solidFill>
                  <a:srgbClr val="000000"/>
                </a:solidFill>
                <a:latin typeface="Arial" charset="0"/>
                <a:cs typeface="Arial" charset="0"/>
              </a:rPr>
              <a:t>Computer </a:t>
            </a:r>
          </a:p>
          <a:p>
            <a:pPr>
              <a:defRPr/>
            </a:pPr>
            <a:r>
              <a:rPr lang="en-US" sz="1400" i="0" dirty="0">
                <a:solidFill>
                  <a:srgbClr val="000000"/>
                </a:solidFill>
                <a:latin typeface="Arial" charset="0"/>
                <a:cs typeface="Arial" charset="0"/>
              </a:rPr>
              <a:t>Science</a:t>
            </a:r>
            <a:endParaRPr lang="en-US" dirty="0">
              <a:solidFill>
                <a:srgbClr val="000000"/>
              </a:solidFill>
              <a:latin typeface="Arial" charset="0"/>
              <a:cs typeface="Arial" charset="0"/>
            </a:endParaRPr>
          </a:p>
        </p:txBody>
      </p:sp>
      <p:sp>
        <p:nvSpPr>
          <p:cNvPr id="72712" name="Text Box 87"/>
          <p:cNvSpPr txBox="1">
            <a:spLocks noChangeArrowheads="1"/>
          </p:cNvSpPr>
          <p:nvPr/>
        </p:nvSpPr>
        <p:spPr bwMode="auto">
          <a:xfrm>
            <a:off x="2009775" y="4227513"/>
            <a:ext cx="1141413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sz="1400" i="0" dirty="0">
                <a:solidFill>
                  <a:srgbClr val="000000"/>
                </a:solidFill>
                <a:latin typeface="Arial" charset="0"/>
                <a:cs typeface="Arial" charset="0"/>
              </a:rPr>
              <a:t>Electrical</a:t>
            </a:r>
          </a:p>
          <a:p>
            <a:pPr>
              <a:defRPr/>
            </a:pPr>
            <a:r>
              <a:rPr lang="en-US" sz="1400" i="0" dirty="0">
                <a:solidFill>
                  <a:srgbClr val="000000"/>
                </a:solidFill>
                <a:latin typeface="Arial" charset="0"/>
                <a:cs typeface="Arial" charset="0"/>
              </a:rPr>
              <a:t>Engineering</a:t>
            </a:r>
            <a:endParaRPr lang="en-US" dirty="0">
              <a:solidFill>
                <a:srgbClr val="000000"/>
              </a:solidFill>
              <a:latin typeface="Arial" charset="0"/>
              <a:cs typeface="Arial" charset="0"/>
            </a:endParaRPr>
          </a:p>
        </p:txBody>
      </p:sp>
      <p:sp>
        <p:nvSpPr>
          <p:cNvPr id="72713" name="Text Box 88"/>
          <p:cNvSpPr txBox="1">
            <a:spLocks noChangeArrowheads="1"/>
          </p:cNvSpPr>
          <p:nvPr/>
        </p:nvSpPr>
        <p:spPr bwMode="auto">
          <a:xfrm>
            <a:off x="3500438" y="4068763"/>
            <a:ext cx="1139825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sz="1400" i="0" dirty="0">
                <a:solidFill>
                  <a:srgbClr val="000000"/>
                </a:solidFill>
                <a:latin typeface="Arial" charset="0"/>
                <a:cs typeface="Arial" charset="0"/>
              </a:rPr>
              <a:t>Computer</a:t>
            </a:r>
          </a:p>
          <a:p>
            <a:pPr>
              <a:defRPr/>
            </a:pPr>
            <a:r>
              <a:rPr lang="en-US" sz="1400" i="0" dirty="0">
                <a:solidFill>
                  <a:srgbClr val="000000"/>
                </a:solidFill>
                <a:latin typeface="Arial" charset="0"/>
                <a:cs typeface="Arial" charset="0"/>
              </a:rPr>
              <a:t>Engineering</a:t>
            </a:r>
            <a:endParaRPr lang="en-US" dirty="0">
              <a:solidFill>
                <a:srgbClr val="000000"/>
              </a:solidFill>
              <a:latin typeface="Arial" charset="0"/>
              <a:cs typeface="Arial" charset="0"/>
            </a:endParaRPr>
          </a:p>
        </p:txBody>
      </p:sp>
      <p:pic>
        <p:nvPicPr>
          <p:cNvPr id="181257" name="Picture 23" descr="underline_base"/>
          <p:cNvPicPr>
            <a:picLocks noChangeArrowheads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8950" y="906463"/>
            <a:ext cx="4113213" cy="173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56154" y="6522365"/>
            <a:ext cx="548655" cy="272319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200" dirty="0">
                <a:latin typeface="Tahoma" charset="0"/>
              </a:rPr>
              <a:t>6-</a:t>
            </a:r>
            <a:fld id="{8E8C6E93-DF5B-BC4B-80F9-500DED1EEDCC}" type="slidenum">
              <a:rPr lang="en-US" sz="1200">
                <a:latin typeface="Tahoma" charset="0"/>
              </a:rPr>
              <a:pPr/>
              <a:t>13</a:t>
            </a:fld>
            <a:endParaRPr lang="en-US" sz="1200" dirty="0">
              <a:latin typeface="Tahoma" charset="0"/>
            </a:endParaRPr>
          </a:p>
        </p:txBody>
      </p:sp>
      <p:sp>
        <p:nvSpPr>
          <p:cNvPr id="15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6375496" y="6521551"/>
            <a:ext cx="2177473" cy="241541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Link Layer and LANs</a:t>
            </a:r>
          </a:p>
        </p:txBody>
      </p:sp>
      <p:grpSp>
        <p:nvGrpSpPr>
          <p:cNvPr id="154" name="Group 347"/>
          <p:cNvGrpSpPr>
            <a:grpSpLocks/>
          </p:cNvGrpSpPr>
          <p:nvPr/>
        </p:nvGrpSpPr>
        <p:grpSpPr bwMode="auto">
          <a:xfrm>
            <a:off x="1620192" y="1815942"/>
            <a:ext cx="518892" cy="300522"/>
            <a:chOff x="1871277" y="1576300"/>
            <a:chExt cx="1128371" cy="437861"/>
          </a:xfrm>
        </p:grpSpPr>
        <p:sp>
          <p:nvSpPr>
            <p:cNvPr id="155" name="Oval 154"/>
            <p:cNvSpPr/>
            <p:nvPr/>
          </p:nvSpPr>
          <p:spPr bwMode="auto">
            <a:xfrm flipV="1">
              <a:off x="1874446" y="1694641"/>
              <a:ext cx="1125202" cy="319520"/>
            </a:xfrm>
            <a:prstGeom prst="ellipse">
              <a:avLst/>
            </a:prstGeom>
            <a:gradFill flip="none" rotWithShape="1">
              <a:gsLst>
                <a:gs pos="0">
                  <a:schemeClr val="accent2">
                    <a:lumMod val="75000"/>
                  </a:schemeClr>
                </a:gs>
                <a:gs pos="53000">
                  <a:schemeClr val="accent2">
                    <a:lumMod val="60000"/>
                    <a:lumOff val="40000"/>
                  </a:schemeClr>
                </a:gs>
                <a:gs pos="100000">
                  <a:schemeClr val="accent2">
                    <a:lumMod val="75000"/>
                  </a:schemeClr>
                </a:gs>
              </a:gsLst>
              <a:lin ang="0" scaled="1"/>
              <a:tileRect/>
            </a:gradFill>
            <a:ln w="6350" cmpd="sng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>
                <a:ln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156" name="Rectangle 155"/>
            <p:cNvSpPr/>
            <p:nvPr/>
          </p:nvSpPr>
          <p:spPr bwMode="auto">
            <a:xfrm>
              <a:off x="1871277" y="1739611"/>
              <a:ext cx="1128371" cy="115973"/>
            </a:xfrm>
            <a:prstGeom prst="rect">
              <a:avLst/>
            </a:prstGeom>
            <a:gradFill>
              <a:gsLst>
                <a:gs pos="0">
                  <a:schemeClr val="accent2">
                    <a:lumMod val="75000"/>
                  </a:schemeClr>
                </a:gs>
                <a:gs pos="53000">
                  <a:schemeClr val="accent2">
                    <a:lumMod val="60000"/>
                    <a:lumOff val="40000"/>
                  </a:schemeClr>
                </a:gs>
                <a:gs pos="100000">
                  <a:schemeClr val="accent2">
                    <a:lumMod val="75000"/>
                  </a:schemeClr>
                </a:gs>
              </a:gsLst>
              <a:lin ang="10800000" scaled="0"/>
            </a:gradFill>
            <a:ln w="25400"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/>
            </a:p>
          </p:txBody>
        </p:sp>
        <p:sp>
          <p:nvSpPr>
            <p:cNvPr id="157" name="Oval 156"/>
            <p:cNvSpPr/>
            <p:nvPr/>
          </p:nvSpPr>
          <p:spPr bwMode="auto">
            <a:xfrm flipV="1">
              <a:off x="1871277" y="1576300"/>
              <a:ext cx="1125200" cy="31952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 w="6350" cmpd="sng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>
                <a:ln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158" name="Freeform 157"/>
            <p:cNvSpPr/>
            <p:nvPr/>
          </p:nvSpPr>
          <p:spPr bwMode="auto">
            <a:xfrm>
              <a:off x="2159708" y="1673340"/>
              <a:ext cx="548339" cy="160943"/>
            </a:xfrm>
            <a:custGeom>
              <a:avLst/>
              <a:gdLst>
                <a:gd name="connsiteX0" fmla="*/ 1486231 w 2944854"/>
                <a:gd name="connsiteY0" fmla="*/ 727041 h 1302232"/>
                <a:gd name="connsiteX1" fmla="*/ 257675 w 2944854"/>
                <a:gd name="connsiteY1" fmla="*/ 1302232 h 1302232"/>
                <a:gd name="connsiteX2" fmla="*/ 0 w 2944854"/>
                <a:gd name="connsiteY2" fmla="*/ 1228607 h 1302232"/>
                <a:gd name="connsiteX3" fmla="*/ 911064 w 2944854"/>
                <a:gd name="connsiteY3" fmla="*/ 837478 h 1302232"/>
                <a:gd name="connsiteX4" fmla="*/ 883456 w 2944854"/>
                <a:gd name="connsiteY4" fmla="*/ 450949 h 1302232"/>
                <a:gd name="connsiteX5" fmla="*/ 161047 w 2944854"/>
                <a:gd name="connsiteY5" fmla="*/ 119640 h 1302232"/>
                <a:gd name="connsiteX6" fmla="*/ 404917 w 2944854"/>
                <a:gd name="connsiteY6" fmla="*/ 50617 h 1302232"/>
                <a:gd name="connsiteX7" fmla="*/ 1477028 w 2944854"/>
                <a:gd name="connsiteY7" fmla="*/ 501566 h 1302232"/>
                <a:gd name="connsiteX8" fmla="*/ 2572146 w 2944854"/>
                <a:gd name="connsiteY8" fmla="*/ 0 h 1302232"/>
                <a:gd name="connsiteX9" fmla="*/ 2875834 w 2944854"/>
                <a:gd name="connsiteY9" fmla="*/ 96632 h 1302232"/>
                <a:gd name="connsiteX10" fmla="*/ 2079803 w 2944854"/>
                <a:gd name="connsiteY10" fmla="*/ 432543 h 1302232"/>
                <a:gd name="connsiteX11" fmla="*/ 2240850 w 2944854"/>
                <a:gd name="connsiteY11" fmla="*/ 920305 h 1302232"/>
                <a:gd name="connsiteX12" fmla="*/ 2944854 w 2944854"/>
                <a:gd name="connsiteY12" fmla="*/ 1228607 h 1302232"/>
                <a:gd name="connsiteX13" fmla="*/ 2733192 w 2944854"/>
                <a:gd name="connsiteY13" fmla="*/ 1297630 h 1302232"/>
                <a:gd name="connsiteX14" fmla="*/ 1486231 w 2944854"/>
                <a:gd name="connsiteY14" fmla="*/ 727041 h 1302232"/>
                <a:gd name="connsiteX0" fmla="*/ 1486231 w 2944854"/>
                <a:gd name="connsiteY0" fmla="*/ 727041 h 1316375"/>
                <a:gd name="connsiteX1" fmla="*/ 257675 w 2944854"/>
                <a:gd name="connsiteY1" fmla="*/ 1302232 h 1316375"/>
                <a:gd name="connsiteX2" fmla="*/ 0 w 2944854"/>
                <a:gd name="connsiteY2" fmla="*/ 1228607 h 1316375"/>
                <a:gd name="connsiteX3" fmla="*/ 911064 w 2944854"/>
                <a:gd name="connsiteY3" fmla="*/ 837478 h 1316375"/>
                <a:gd name="connsiteX4" fmla="*/ 883456 w 2944854"/>
                <a:gd name="connsiteY4" fmla="*/ 450949 h 1316375"/>
                <a:gd name="connsiteX5" fmla="*/ 161047 w 2944854"/>
                <a:gd name="connsiteY5" fmla="*/ 119640 h 1316375"/>
                <a:gd name="connsiteX6" fmla="*/ 404917 w 2944854"/>
                <a:gd name="connsiteY6" fmla="*/ 50617 h 1316375"/>
                <a:gd name="connsiteX7" fmla="*/ 1477028 w 2944854"/>
                <a:gd name="connsiteY7" fmla="*/ 501566 h 1316375"/>
                <a:gd name="connsiteX8" fmla="*/ 2572146 w 2944854"/>
                <a:gd name="connsiteY8" fmla="*/ 0 h 1316375"/>
                <a:gd name="connsiteX9" fmla="*/ 2875834 w 2944854"/>
                <a:gd name="connsiteY9" fmla="*/ 96632 h 1316375"/>
                <a:gd name="connsiteX10" fmla="*/ 2079803 w 2944854"/>
                <a:gd name="connsiteY10" fmla="*/ 432543 h 1316375"/>
                <a:gd name="connsiteX11" fmla="*/ 2240850 w 2944854"/>
                <a:gd name="connsiteY11" fmla="*/ 920305 h 1316375"/>
                <a:gd name="connsiteX12" fmla="*/ 2944854 w 2944854"/>
                <a:gd name="connsiteY12" fmla="*/ 1228607 h 1316375"/>
                <a:gd name="connsiteX13" fmla="*/ 2756623 w 2944854"/>
                <a:gd name="connsiteY13" fmla="*/ 1316375 h 1316375"/>
                <a:gd name="connsiteX14" fmla="*/ 1486231 w 2944854"/>
                <a:gd name="connsiteY14" fmla="*/ 727041 h 1316375"/>
                <a:gd name="connsiteX0" fmla="*/ 1486231 w 3024520"/>
                <a:gd name="connsiteY0" fmla="*/ 727041 h 1316375"/>
                <a:gd name="connsiteX1" fmla="*/ 257675 w 3024520"/>
                <a:gd name="connsiteY1" fmla="*/ 1302232 h 1316375"/>
                <a:gd name="connsiteX2" fmla="*/ 0 w 3024520"/>
                <a:gd name="connsiteY2" fmla="*/ 1228607 h 1316375"/>
                <a:gd name="connsiteX3" fmla="*/ 911064 w 3024520"/>
                <a:gd name="connsiteY3" fmla="*/ 837478 h 1316375"/>
                <a:gd name="connsiteX4" fmla="*/ 883456 w 3024520"/>
                <a:gd name="connsiteY4" fmla="*/ 450949 h 1316375"/>
                <a:gd name="connsiteX5" fmla="*/ 161047 w 3024520"/>
                <a:gd name="connsiteY5" fmla="*/ 119640 h 1316375"/>
                <a:gd name="connsiteX6" fmla="*/ 404917 w 3024520"/>
                <a:gd name="connsiteY6" fmla="*/ 50617 h 1316375"/>
                <a:gd name="connsiteX7" fmla="*/ 1477028 w 3024520"/>
                <a:gd name="connsiteY7" fmla="*/ 501566 h 1316375"/>
                <a:gd name="connsiteX8" fmla="*/ 2572146 w 3024520"/>
                <a:gd name="connsiteY8" fmla="*/ 0 h 1316375"/>
                <a:gd name="connsiteX9" fmla="*/ 2875834 w 3024520"/>
                <a:gd name="connsiteY9" fmla="*/ 96632 h 1316375"/>
                <a:gd name="connsiteX10" fmla="*/ 2079803 w 3024520"/>
                <a:gd name="connsiteY10" fmla="*/ 432543 h 1316375"/>
                <a:gd name="connsiteX11" fmla="*/ 2240850 w 3024520"/>
                <a:gd name="connsiteY11" fmla="*/ 920305 h 1316375"/>
                <a:gd name="connsiteX12" fmla="*/ 3024520 w 3024520"/>
                <a:gd name="connsiteY12" fmla="*/ 1228607 h 1316375"/>
                <a:gd name="connsiteX13" fmla="*/ 2756623 w 3024520"/>
                <a:gd name="connsiteY13" fmla="*/ 1316375 h 1316375"/>
                <a:gd name="connsiteX14" fmla="*/ 1486231 w 3024520"/>
                <a:gd name="connsiteY14" fmla="*/ 727041 h 1316375"/>
                <a:gd name="connsiteX0" fmla="*/ 1537780 w 3076069"/>
                <a:gd name="connsiteY0" fmla="*/ 727041 h 1316375"/>
                <a:gd name="connsiteX1" fmla="*/ 309224 w 3076069"/>
                <a:gd name="connsiteY1" fmla="*/ 1302232 h 1316375"/>
                <a:gd name="connsiteX2" fmla="*/ 0 w 3076069"/>
                <a:gd name="connsiteY2" fmla="*/ 1228607 h 1316375"/>
                <a:gd name="connsiteX3" fmla="*/ 962613 w 3076069"/>
                <a:gd name="connsiteY3" fmla="*/ 837478 h 1316375"/>
                <a:gd name="connsiteX4" fmla="*/ 935005 w 3076069"/>
                <a:gd name="connsiteY4" fmla="*/ 450949 h 1316375"/>
                <a:gd name="connsiteX5" fmla="*/ 212596 w 3076069"/>
                <a:gd name="connsiteY5" fmla="*/ 119640 h 1316375"/>
                <a:gd name="connsiteX6" fmla="*/ 456466 w 3076069"/>
                <a:gd name="connsiteY6" fmla="*/ 50617 h 1316375"/>
                <a:gd name="connsiteX7" fmla="*/ 1528577 w 3076069"/>
                <a:gd name="connsiteY7" fmla="*/ 501566 h 1316375"/>
                <a:gd name="connsiteX8" fmla="*/ 2623695 w 3076069"/>
                <a:gd name="connsiteY8" fmla="*/ 0 h 1316375"/>
                <a:gd name="connsiteX9" fmla="*/ 2927383 w 3076069"/>
                <a:gd name="connsiteY9" fmla="*/ 96632 h 1316375"/>
                <a:gd name="connsiteX10" fmla="*/ 2131352 w 3076069"/>
                <a:gd name="connsiteY10" fmla="*/ 432543 h 1316375"/>
                <a:gd name="connsiteX11" fmla="*/ 2292399 w 3076069"/>
                <a:gd name="connsiteY11" fmla="*/ 920305 h 1316375"/>
                <a:gd name="connsiteX12" fmla="*/ 3076069 w 3076069"/>
                <a:gd name="connsiteY12" fmla="*/ 1228607 h 1316375"/>
                <a:gd name="connsiteX13" fmla="*/ 2808172 w 3076069"/>
                <a:gd name="connsiteY13" fmla="*/ 1316375 h 1316375"/>
                <a:gd name="connsiteX14" fmla="*/ 1537780 w 3076069"/>
                <a:gd name="connsiteY14" fmla="*/ 727041 h 1316375"/>
                <a:gd name="connsiteX0" fmla="*/ 1537780 w 3076069"/>
                <a:gd name="connsiteY0" fmla="*/ 727041 h 1321259"/>
                <a:gd name="connsiteX1" fmla="*/ 313981 w 3076069"/>
                <a:gd name="connsiteY1" fmla="*/ 1321259 h 1321259"/>
                <a:gd name="connsiteX2" fmla="*/ 0 w 3076069"/>
                <a:gd name="connsiteY2" fmla="*/ 1228607 h 1321259"/>
                <a:gd name="connsiteX3" fmla="*/ 962613 w 3076069"/>
                <a:gd name="connsiteY3" fmla="*/ 837478 h 1321259"/>
                <a:gd name="connsiteX4" fmla="*/ 935005 w 3076069"/>
                <a:gd name="connsiteY4" fmla="*/ 450949 h 1321259"/>
                <a:gd name="connsiteX5" fmla="*/ 212596 w 3076069"/>
                <a:gd name="connsiteY5" fmla="*/ 119640 h 1321259"/>
                <a:gd name="connsiteX6" fmla="*/ 456466 w 3076069"/>
                <a:gd name="connsiteY6" fmla="*/ 50617 h 1321259"/>
                <a:gd name="connsiteX7" fmla="*/ 1528577 w 3076069"/>
                <a:gd name="connsiteY7" fmla="*/ 501566 h 1321259"/>
                <a:gd name="connsiteX8" fmla="*/ 2623695 w 3076069"/>
                <a:gd name="connsiteY8" fmla="*/ 0 h 1321259"/>
                <a:gd name="connsiteX9" fmla="*/ 2927383 w 3076069"/>
                <a:gd name="connsiteY9" fmla="*/ 96632 h 1321259"/>
                <a:gd name="connsiteX10" fmla="*/ 2131352 w 3076069"/>
                <a:gd name="connsiteY10" fmla="*/ 432543 h 1321259"/>
                <a:gd name="connsiteX11" fmla="*/ 2292399 w 3076069"/>
                <a:gd name="connsiteY11" fmla="*/ 920305 h 1321259"/>
                <a:gd name="connsiteX12" fmla="*/ 3076069 w 3076069"/>
                <a:gd name="connsiteY12" fmla="*/ 1228607 h 1321259"/>
                <a:gd name="connsiteX13" fmla="*/ 2808172 w 3076069"/>
                <a:gd name="connsiteY13" fmla="*/ 1316375 h 1321259"/>
                <a:gd name="connsiteX14" fmla="*/ 1537780 w 3076069"/>
                <a:gd name="connsiteY14" fmla="*/ 727041 h 1321259"/>
                <a:gd name="connsiteX0" fmla="*/ 1537780 w 3076069"/>
                <a:gd name="connsiteY0" fmla="*/ 750825 h 1321259"/>
                <a:gd name="connsiteX1" fmla="*/ 313981 w 3076069"/>
                <a:gd name="connsiteY1" fmla="*/ 1321259 h 1321259"/>
                <a:gd name="connsiteX2" fmla="*/ 0 w 3076069"/>
                <a:gd name="connsiteY2" fmla="*/ 1228607 h 1321259"/>
                <a:gd name="connsiteX3" fmla="*/ 962613 w 3076069"/>
                <a:gd name="connsiteY3" fmla="*/ 837478 h 1321259"/>
                <a:gd name="connsiteX4" fmla="*/ 935005 w 3076069"/>
                <a:gd name="connsiteY4" fmla="*/ 450949 h 1321259"/>
                <a:gd name="connsiteX5" fmla="*/ 212596 w 3076069"/>
                <a:gd name="connsiteY5" fmla="*/ 119640 h 1321259"/>
                <a:gd name="connsiteX6" fmla="*/ 456466 w 3076069"/>
                <a:gd name="connsiteY6" fmla="*/ 50617 h 1321259"/>
                <a:gd name="connsiteX7" fmla="*/ 1528577 w 3076069"/>
                <a:gd name="connsiteY7" fmla="*/ 501566 h 1321259"/>
                <a:gd name="connsiteX8" fmla="*/ 2623695 w 3076069"/>
                <a:gd name="connsiteY8" fmla="*/ 0 h 1321259"/>
                <a:gd name="connsiteX9" fmla="*/ 2927383 w 3076069"/>
                <a:gd name="connsiteY9" fmla="*/ 96632 h 1321259"/>
                <a:gd name="connsiteX10" fmla="*/ 2131352 w 3076069"/>
                <a:gd name="connsiteY10" fmla="*/ 432543 h 1321259"/>
                <a:gd name="connsiteX11" fmla="*/ 2292399 w 3076069"/>
                <a:gd name="connsiteY11" fmla="*/ 920305 h 1321259"/>
                <a:gd name="connsiteX12" fmla="*/ 3076069 w 3076069"/>
                <a:gd name="connsiteY12" fmla="*/ 1228607 h 1321259"/>
                <a:gd name="connsiteX13" fmla="*/ 2808172 w 3076069"/>
                <a:gd name="connsiteY13" fmla="*/ 1316375 h 1321259"/>
                <a:gd name="connsiteX14" fmla="*/ 1537780 w 3076069"/>
                <a:gd name="connsiteY14" fmla="*/ 750825 h 13212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076069" h="1321259">
                  <a:moveTo>
                    <a:pt x="1537780" y="750825"/>
                  </a:moveTo>
                  <a:lnTo>
                    <a:pt x="313981" y="1321259"/>
                  </a:lnTo>
                  <a:lnTo>
                    <a:pt x="0" y="1228607"/>
                  </a:lnTo>
                  <a:lnTo>
                    <a:pt x="962613" y="837478"/>
                  </a:lnTo>
                  <a:lnTo>
                    <a:pt x="935005" y="450949"/>
                  </a:lnTo>
                  <a:lnTo>
                    <a:pt x="212596" y="119640"/>
                  </a:lnTo>
                  <a:lnTo>
                    <a:pt x="456466" y="50617"/>
                  </a:lnTo>
                  <a:lnTo>
                    <a:pt x="1528577" y="501566"/>
                  </a:lnTo>
                  <a:lnTo>
                    <a:pt x="2623695" y="0"/>
                  </a:lnTo>
                  <a:lnTo>
                    <a:pt x="2927383" y="96632"/>
                  </a:lnTo>
                  <a:lnTo>
                    <a:pt x="2131352" y="432543"/>
                  </a:lnTo>
                  <a:lnTo>
                    <a:pt x="2292399" y="920305"/>
                  </a:lnTo>
                  <a:lnTo>
                    <a:pt x="3076069" y="1228607"/>
                  </a:lnTo>
                  <a:lnTo>
                    <a:pt x="2808172" y="1316375"/>
                  </a:lnTo>
                  <a:lnTo>
                    <a:pt x="1537780" y="750825"/>
                  </a:lnTo>
                  <a:close/>
                </a:path>
              </a:pathLst>
            </a:cu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/>
            </a:p>
          </p:txBody>
        </p:sp>
        <p:sp>
          <p:nvSpPr>
            <p:cNvPr id="159" name="Freeform 158"/>
            <p:cNvSpPr/>
            <p:nvPr/>
          </p:nvSpPr>
          <p:spPr bwMode="auto">
            <a:xfrm>
              <a:off x="2102655" y="1633103"/>
              <a:ext cx="662444" cy="111241"/>
            </a:xfrm>
            <a:custGeom>
              <a:avLst/>
              <a:gdLst>
                <a:gd name="connsiteX0" fmla="*/ 0 w 3645229"/>
                <a:gd name="connsiteY0" fmla="*/ 214441 h 923747"/>
                <a:gd name="connsiteX1" fmla="*/ 659770 w 3645229"/>
                <a:gd name="connsiteY1" fmla="*/ 16495 h 923747"/>
                <a:gd name="connsiteX2" fmla="*/ 1814367 w 3645229"/>
                <a:gd name="connsiteY2" fmla="*/ 511360 h 923747"/>
                <a:gd name="connsiteX3" fmla="*/ 2968965 w 3645229"/>
                <a:gd name="connsiteY3" fmla="*/ 0 h 923747"/>
                <a:gd name="connsiteX4" fmla="*/ 3645229 w 3645229"/>
                <a:gd name="connsiteY4" fmla="*/ 197946 h 923747"/>
                <a:gd name="connsiteX5" fmla="*/ 3199884 w 3645229"/>
                <a:gd name="connsiteY5" fmla="*/ 461874 h 923747"/>
                <a:gd name="connsiteX6" fmla="*/ 2985459 w 3645229"/>
                <a:gd name="connsiteY6" fmla="*/ 379396 h 923747"/>
                <a:gd name="connsiteX7" fmla="*/ 1830861 w 3645229"/>
                <a:gd name="connsiteY7" fmla="*/ 923747 h 923747"/>
                <a:gd name="connsiteX8" fmla="*/ 676264 w 3645229"/>
                <a:gd name="connsiteY8" fmla="*/ 412387 h 923747"/>
                <a:gd name="connsiteX9" fmla="*/ 527816 w 3645229"/>
                <a:gd name="connsiteY9" fmla="*/ 478369 h 923747"/>
                <a:gd name="connsiteX10" fmla="*/ 0 w 3645229"/>
                <a:gd name="connsiteY10" fmla="*/ 214441 h 923747"/>
                <a:gd name="connsiteX0" fmla="*/ 0 w 3640627"/>
                <a:gd name="connsiteY0" fmla="*/ 242051 h 923747"/>
                <a:gd name="connsiteX1" fmla="*/ 655168 w 3640627"/>
                <a:gd name="connsiteY1" fmla="*/ 16495 h 923747"/>
                <a:gd name="connsiteX2" fmla="*/ 1809765 w 3640627"/>
                <a:gd name="connsiteY2" fmla="*/ 511360 h 923747"/>
                <a:gd name="connsiteX3" fmla="*/ 2964363 w 3640627"/>
                <a:gd name="connsiteY3" fmla="*/ 0 h 923747"/>
                <a:gd name="connsiteX4" fmla="*/ 3640627 w 3640627"/>
                <a:gd name="connsiteY4" fmla="*/ 197946 h 923747"/>
                <a:gd name="connsiteX5" fmla="*/ 3195282 w 3640627"/>
                <a:gd name="connsiteY5" fmla="*/ 461874 h 923747"/>
                <a:gd name="connsiteX6" fmla="*/ 2980857 w 3640627"/>
                <a:gd name="connsiteY6" fmla="*/ 379396 h 923747"/>
                <a:gd name="connsiteX7" fmla="*/ 1826259 w 3640627"/>
                <a:gd name="connsiteY7" fmla="*/ 923747 h 923747"/>
                <a:gd name="connsiteX8" fmla="*/ 671662 w 3640627"/>
                <a:gd name="connsiteY8" fmla="*/ 412387 h 923747"/>
                <a:gd name="connsiteX9" fmla="*/ 523214 w 3640627"/>
                <a:gd name="connsiteY9" fmla="*/ 478369 h 923747"/>
                <a:gd name="connsiteX10" fmla="*/ 0 w 3640627"/>
                <a:gd name="connsiteY10" fmla="*/ 242051 h 923747"/>
                <a:gd name="connsiteX0" fmla="*/ 0 w 3640627"/>
                <a:gd name="connsiteY0" fmla="*/ 242051 h 923747"/>
                <a:gd name="connsiteX1" fmla="*/ 655168 w 3640627"/>
                <a:gd name="connsiteY1" fmla="*/ 16495 h 923747"/>
                <a:gd name="connsiteX2" fmla="*/ 1809765 w 3640627"/>
                <a:gd name="connsiteY2" fmla="*/ 511360 h 923747"/>
                <a:gd name="connsiteX3" fmla="*/ 2964363 w 3640627"/>
                <a:gd name="connsiteY3" fmla="*/ 0 h 923747"/>
                <a:gd name="connsiteX4" fmla="*/ 3640627 w 3640627"/>
                <a:gd name="connsiteY4" fmla="*/ 197946 h 923747"/>
                <a:gd name="connsiteX5" fmla="*/ 3195282 w 3640627"/>
                <a:gd name="connsiteY5" fmla="*/ 461874 h 923747"/>
                <a:gd name="connsiteX6" fmla="*/ 2980857 w 3640627"/>
                <a:gd name="connsiteY6" fmla="*/ 379396 h 923747"/>
                <a:gd name="connsiteX7" fmla="*/ 1826259 w 3640627"/>
                <a:gd name="connsiteY7" fmla="*/ 923747 h 923747"/>
                <a:gd name="connsiteX8" fmla="*/ 671662 w 3640627"/>
                <a:gd name="connsiteY8" fmla="*/ 412387 h 923747"/>
                <a:gd name="connsiteX9" fmla="*/ 523214 w 3640627"/>
                <a:gd name="connsiteY9" fmla="*/ 482971 h 923747"/>
                <a:gd name="connsiteX10" fmla="*/ 0 w 3640627"/>
                <a:gd name="connsiteY10" fmla="*/ 242051 h 923747"/>
                <a:gd name="connsiteX0" fmla="*/ 0 w 3640627"/>
                <a:gd name="connsiteY0" fmla="*/ 242051 h 923747"/>
                <a:gd name="connsiteX1" fmla="*/ 655168 w 3640627"/>
                <a:gd name="connsiteY1" fmla="*/ 16495 h 923747"/>
                <a:gd name="connsiteX2" fmla="*/ 1809765 w 3640627"/>
                <a:gd name="connsiteY2" fmla="*/ 511360 h 923747"/>
                <a:gd name="connsiteX3" fmla="*/ 2964363 w 3640627"/>
                <a:gd name="connsiteY3" fmla="*/ 0 h 923747"/>
                <a:gd name="connsiteX4" fmla="*/ 3640627 w 3640627"/>
                <a:gd name="connsiteY4" fmla="*/ 197946 h 923747"/>
                <a:gd name="connsiteX5" fmla="*/ 3195282 w 3640627"/>
                <a:gd name="connsiteY5" fmla="*/ 461874 h 923747"/>
                <a:gd name="connsiteX6" fmla="*/ 2980857 w 3640627"/>
                <a:gd name="connsiteY6" fmla="*/ 379396 h 923747"/>
                <a:gd name="connsiteX7" fmla="*/ 1826259 w 3640627"/>
                <a:gd name="connsiteY7" fmla="*/ 923747 h 923747"/>
                <a:gd name="connsiteX8" fmla="*/ 690067 w 3640627"/>
                <a:gd name="connsiteY8" fmla="*/ 412387 h 923747"/>
                <a:gd name="connsiteX9" fmla="*/ 523214 w 3640627"/>
                <a:gd name="connsiteY9" fmla="*/ 482971 h 923747"/>
                <a:gd name="connsiteX10" fmla="*/ 0 w 3640627"/>
                <a:gd name="connsiteY10" fmla="*/ 242051 h 923747"/>
                <a:gd name="connsiteX0" fmla="*/ 0 w 3640627"/>
                <a:gd name="connsiteY0" fmla="*/ 242051 h 946755"/>
                <a:gd name="connsiteX1" fmla="*/ 655168 w 3640627"/>
                <a:gd name="connsiteY1" fmla="*/ 16495 h 946755"/>
                <a:gd name="connsiteX2" fmla="*/ 1809765 w 3640627"/>
                <a:gd name="connsiteY2" fmla="*/ 511360 h 946755"/>
                <a:gd name="connsiteX3" fmla="*/ 2964363 w 3640627"/>
                <a:gd name="connsiteY3" fmla="*/ 0 h 946755"/>
                <a:gd name="connsiteX4" fmla="*/ 3640627 w 3640627"/>
                <a:gd name="connsiteY4" fmla="*/ 197946 h 946755"/>
                <a:gd name="connsiteX5" fmla="*/ 3195282 w 3640627"/>
                <a:gd name="connsiteY5" fmla="*/ 461874 h 946755"/>
                <a:gd name="connsiteX6" fmla="*/ 2980857 w 3640627"/>
                <a:gd name="connsiteY6" fmla="*/ 379396 h 946755"/>
                <a:gd name="connsiteX7" fmla="*/ 1876873 w 3640627"/>
                <a:gd name="connsiteY7" fmla="*/ 946755 h 946755"/>
                <a:gd name="connsiteX8" fmla="*/ 690067 w 3640627"/>
                <a:gd name="connsiteY8" fmla="*/ 412387 h 946755"/>
                <a:gd name="connsiteX9" fmla="*/ 523214 w 3640627"/>
                <a:gd name="connsiteY9" fmla="*/ 482971 h 946755"/>
                <a:gd name="connsiteX10" fmla="*/ 0 w 3640627"/>
                <a:gd name="connsiteY10" fmla="*/ 242051 h 946755"/>
                <a:gd name="connsiteX0" fmla="*/ 0 w 3640627"/>
                <a:gd name="connsiteY0" fmla="*/ 242051 h 946755"/>
                <a:gd name="connsiteX1" fmla="*/ 655168 w 3640627"/>
                <a:gd name="connsiteY1" fmla="*/ 16495 h 946755"/>
                <a:gd name="connsiteX2" fmla="*/ 1855778 w 3640627"/>
                <a:gd name="connsiteY2" fmla="*/ 534367 h 946755"/>
                <a:gd name="connsiteX3" fmla="*/ 2964363 w 3640627"/>
                <a:gd name="connsiteY3" fmla="*/ 0 h 946755"/>
                <a:gd name="connsiteX4" fmla="*/ 3640627 w 3640627"/>
                <a:gd name="connsiteY4" fmla="*/ 197946 h 946755"/>
                <a:gd name="connsiteX5" fmla="*/ 3195282 w 3640627"/>
                <a:gd name="connsiteY5" fmla="*/ 461874 h 946755"/>
                <a:gd name="connsiteX6" fmla="*/ 2980857 w 3640627"/>
                <a:gd name="connsiteY6" fmla="*/ 379396 h 946755"/>
                <a:gd name="connsiteX7" fmla="*/ 1876873 w 3640627"/>
                <a:gd name="connsiteY7" fmla="*/ 946755 h 946755"/>
                <a:gd name="connsiteX8" fmla="*/ 690067 w 3640627"/>
                <a:gd name="connsiteY8" fmla="*/ 412387 h 946755"/>
                <a:gd name="connsiteX9" fmla="*/ 523214 w 3640627"/>
                <a:gd name="connsiteY9" fmla="*/ 482971 h 946755"/>
                <a:gd name="connsiteX10" fmla="*/ 0 w 3640627"/>
                <a:gd name="connsiteY10" fmla="*/ 242051 h 946755"/>
                <a:gd name="connsiteX0" fmla="*/ 0 w 3640627"/>
                <a:gd name="connsiteY0" fmla="*/ 242051 h 946755"/>
                <a:gd name="connsiteX1" fmla="*/ 655168 w 3640627"/>
                <a:gd name="connsiteY1" fmla="*/ 16495 h 946755"/>
                <a:gd name="connsiteX2" fmla="*/ 1855778 w 3640627"/>
                <a:gd name="connsiteY2" fmla="*/ 534367 h 946755"/>
                <a:gd name="connsiteX3" fmla="*/ 2964363 w 3640627"/>
                <a:gd name="connsiteY3" fmla="*/ 0 h 946755"/>
                <a:gd name="connsiteX4" fmla="*/ 3640627 w 3640627"/>
                <a:gd name="connsiteY4" fmla="*/ 197946 h 946755"/>
                <a:gd name="connsiteX5" fmla="*/ 3195282 w 3640627"/>
                <a:gd name="connsiteY5" fmla="*/ 461874 h 946755"/>
                <a:gd name="connsiteX6" fmla="*/ 3008465 w 3640627"/>
                <a:gd name="connsiteY6" fmla="*/ 402404 h 946755"/>
                <a:gd name="connsiteX7" fmla="*/ 1876873 w 3640627"/>
                <a:gd name="connsiteY7" fmla="*/ 946755 h 946755"/>
                <a:gd name="connsiteX8" fmla="*/ 690067 w 3640627"/>
                <a:gd name="connsiteY8" fmla="*/ 412387 h 946755"/>
                <a:gd name="connsiteX9" fmla="*/ 523214 w 3640627"/>
                <a:gd name="connsiteY9" fmla="*/ 482971 h 946755"/>
                <a:gd name="connsiteX10" fmla="*/ 0 w 3640627"/>
                <a:gd name="connsiteY10" fmla="*/ 242051 h 946755"/>
                <a:gd name="connsiteX0" fmla="*/ 0 w 3723451"/>
                <a:gd name="connsiteY0" fmla="*/ 242051 h 946755"/>
                <a:gd name="connsiteX1" fmla="*/ 655168 w 3723451"/>
                <a:gd name="connsiteY1" fmla="*/ 16495 h 946755"/>
                <a:gd name="connsiteX2" fmla="*/ 1855778 w 3723451"/>
                <a:gd name="connsiteY2" fmla="*/ 534367 h 946755"/>
                <a:gd name="connsiteX3" fmla="*/ 2964363 w 3723451"/>
                <a:gd name="connsiteY3" fmla="*/ 0 h 946755"/>
                <a:gd name="connsiteX4" fmla="*/ 3723451 w 3723451"/>
                <a:gd name="connsiteY4" fmla="*/ 220954 h 946755"/>
                <a:gd name="connsiteX5" fmla="*/ 3195282 w 3723451"/>
                <a:gd name="connsiteY5" fmla="*/ 461874 h 946755"/>
                <a:gd name="connsiteX6" fmla="*/ 3008465 w 3723451"/>
                <a:gd name="connsiteY6" fmla="*/ 402404 h 946755"/>
                <a:gd name="connsiteX7" fmla="*/ 1876873 w 3723451"/>
                <a:gd name="connsiteY7" fmla="*/ 946755 h 946755"/>
                <a:gd name="connsiteX8" fmla="*/ 690067 w 3723451"/>
                <a:gd name="connsiteY8" fmla="*/ 412387 h 946755"/>
                <a:gd name="connsiteX9" fmla="*/ 523214 w 3723451"/>
                <a:gd name="connsiteY9" fmla="*/ 482971 h 946755"/>
                <a:gd name="connsiteX10" fmla="*/ 0 w 3723451"/>
                <a:gd name="connsiteY10" fmla="*/ 242051 h 946755"/>
                <a:gd name="connsiteX0" fmla="*/ 0 w 3723451"/>
                <a:gd name="connsiteY0" fmla="*/ 228246 h 932950"/>
                <a:gd name="connsiteX1" fmla="*/ 655168 w 3723451"/>
                <a:gd name="connsiteY1" fmla="*/ 2690 h 932950"/>
                <a:gd name="connsiteX2" fmla="*/ 1855778 w 3723451"/>
                <a:gd name="connsiteY2" fmla="*/ 520562 h 932950"/>
                <a:gd name="connsiteX3" fmla="*/ 3001174 w 3723451"/>
                <a:gd name="connsiteY3" fmla="*/ 0 h 932950"/>
                <a:gd name="connsiteX4" fmla="*/ 3723451 w 3723451"/>
                <a:gd name="connsiteY4" fmla="*/ 207149 h 932950"/>
                <a:gd name="connsiteX5" fmla="*/ 3195282 w 3723451"/>
                <a:gd name="connsiteY5" fmla="*/ 448069 h 932950"/>
                <a:gd name="connsiteX6" fmla="*/ 3008465 w 3723451"/>
                <a:gd name="connsiteY6" fmla="*/ 388599 h 932950"/>
                <a:gd name="connsiteX7" fmla="*/ 1876873 w 3723451"/>
                <a:gd name="connsiteY7" fmla="*/ 932950 h 932950"/>
                <a:gd name="connsiteX8" fmla="*/ 690067 w 3723451"/>
                <a:gd name="connsiteY8" fmla="*/ 398582 h 932950"/>
                <a:gd name="connsiteX9" fmla="*/ 523214 w 3723451"/>
                <a:gd name="connsiteY9" fmla="*/ 469166 h 932950"/>
                <a:gd name="connsiteX10" fmla="*/ 0 w 3723451"/>
                <a:gd name="connsiteY10" fmla="*/ 228246 h 932950"/>
                <a:gd name="connsiteX0" fmla="*/ 0 w 3723451"/>
                <a:gd name="connsiteY0" fmla="*/ 228246 h 932950"/>
                <a:gd name="connsiteX1" fmla="*/ 655168 w 3723451"/>
                <a:gd name="connsiteY1" fmla="*/ 2690 h 932950"/>
                <a:gd name="connsiteX2" fmla="*/ 1855778 w 3723451"/>
                <a:gd name="connsiteY2" fmla="*/ 520562 h 932950"/>
                <a:gd name="connsiteX3" fmla="*/ 3001174 w 3723451"/>
                <a:gd name="connsiteY3" fmla="*/ 0 h 932950"/>
                <a:gd name="connsiteX4" fmla="*/ 3723451 w 3723451"/>
                <a:gd name="connsiteY4" fmla="*/ 207149 h 932950"/>
                <a:gd name="connsiteX5" fmla="*/ 3195282 w 3723451"/>
                <a:gd name="connsiteY5" fmla="*/ 448069 h 932950"/>
                <a:gd name="connsiteX6" fmla="*/ 3013067 w 3723451"/>
                <a:gd name="connsiteY6" fmla="*/ 393200 h 932950"/>
                <a:gd name="connsiteX7" fmla="*/ 1876873 w 3723451"/>
                <a:gd name="connsiteY7" fmla="*/ 932950 h 932950"/>
                <a:gd name="connsiteX8" fmla="*/ 690067 w 3723451"/>
                <a:gd name="connsiteY8" fmla="*/ 398582 h 932950"/>
                <a:gd name="connsiteX9" fmla="*/ 523214 w 3723451"/>
                <a:gd name="connsiteY9" fmla="*/ 469166 h 932950"/>
                <a:gd name="connsiteX10" fmla="*/ 0 w 3723451"/>
                <a:gd name="connsiteY10" fmla="*/ 228246 h 932950"/>
                <a:gd name="connsiteX0" fmla="*/ 0 w 3723451"/>
                <a:gd name="connsiteY0" fmla="*/ 228246 h 932950"/>
                <a:gd name="connsiteX1" fmla="*/ 655168 w 3723451"/>
                <a:gd name="connsiteY1" fmla="*/ 2690 h 932950"/>
                <a:gd name="connsiteX2" fmla="*/ 1855778 w 3723451"/>
                <a:gd name="connsiteY2" fmla="*/ 520562 h 932950"/>
                <a:gd name="connsiteX3" fmla="*/ 3001174 w 3723451"/>
                <a:gd name="connsiteY3" fmla="*/ 0 h 932950"/>
                <a:gd name="connsiteX4" fmla="*/ 3723451 w 3723451"/>
                <a:gd name="connsiteY4" fmla="*/ 207149 h 932950"/>
                <a:gd name="connsiteX5" fmla="*/ 3186079 w 3723451"/>
                <a:gd name="connsiteY5" fmla="*/ 461874 h 932950"/>
                <a:gd name="connsiteX6" fmla="*/ 3013067 w 3723451"/>
                <a:gd name="connsiteY6" fmla="*/ 393200 h 932950"/>
                <a:gd name="connsiteX7" fmla="*/ 1876873 w 3723451"/>
                <a:gd name="connsiteY7" fmla="*/ 932950 h 932950"/>
                <a:gd name="connsiteX8" fmla="*/ 690067 w 3723451"/>
                <a:gd name="connsiteY8" fmla="*/ 398582 h 932950"/>
                <a:gd name="connsiteX9" fmla="*/ 523214 w 3723451"/>
                <a:gd name="connsiteY9" fmla="*/ 469166 h 932950"/>
                <a:gd name="connsiteX10" fmla="*/ 0 w 3723451"/>
                <a:gd name="connsiteY10" fmla="*/ 228246 h 932950"/>
                <a:gd name="connsiteX0" fmla="*/ 0 w 3723451"/>
                <a:gd name="connsiteY0" fmla="*/ 228246 h 932950"/>
                <a:gd name="connsiteX1" fmla="*/ 655168 w 3723451"/>
                <a:gd name="connsiteY1" fmla="*/ 2690 h 932950"/>
                <a:gd name="connsiteX2" fmla="*/ 1855778 w 3723451"/>
                <a:gd name="connsiteY2" fmla="*/ 520562 h 932950"/>
                <a:gd name="connsiteX3" fmla="*/ 3001174 w 3723451"/>
                <a:gd name="connsiteY3" fmla="*/ 0 h 932950"/>
                <a:gd name="connsiteX4" fmla="*/ 3723451 w 3723451"/>
                <a:gd name="connsiteY4" fmla="*/ 207149 h 932950"/>
                <a:gd name="connsiteX5" fmla="*/ 3186079 w 3723451"/>
                <a:gd name="connsiteY5" fmla="*/ 461874 h 932950"/>
                <a:gd name="connsiteX6" fmla="*/ 3013067 w 3723451"/>
                <a:gd name="connsiteY6" fmla="*/ 393200 h 932950"/>
                <a:gd name="connsiteX7" fmla="*/ 1876873 w 3723451"/>
                <a:gd name="connsiteY7" fmla="*/ 932950 h 932950"/>
                <a:gd name="connsiteX8" fmla="*/ 711613 w 3723451"/>
                <a:gd name="connsiteY8" fmla="*/ 413055 h 932950"/>
                <a:gd name="connsiteX9" fmla="*/ 523214 w 3723451"/>
                <a:gd name="connsiteY9" fmla="*/ 469166 h 932950"/>
                <a:gd name="connsiteX10" fmla="*/ 0 w 3723451"/>
                <a:gd name="connsiteY10" fmla="*/ 228246 h 9329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723451" h="932950">
                  <a:moveTo>
                    <a:pt x="0" y="228246"/>
                  </a:moveTo>
                  <a:lnTo>
                    <a:pt x="655168" y="2690"/>
                  </a:lnTo>
                  <a:lnTo>
                    <a:pt x="1855778" y="520562"/>
                  </a:lnTo>
                  <a:lnTo>
                    <a:pt x="3001174" y="0"/>
                  </a:lnTo>
                  <a:lnTo>
                    <a:pt x="3723451" y="207149"/>
                  </a:lnTo>
                  <a:lnTo>
                    <a:pt x="3186079" y="461874"/>
                  </a:lnTo>
                  <a:lnTo>
                    <a:pt x="3013067" y="393200"/>
                  </a:lnTo>
                  <a:lnTo>
                    <a:pt x="1876873" y="932950"/>
                  </a:lnTo>
                  <a:lnTo>
                    <a:pt x="711613" y="413055"/>
                  </a:lnTo>
                  <a:lnTo>
                    <a:pt x="523214" y="469166"/>
                  </a:lnTo>
                  <a:lnTo>
                    <a:pt x="0" y="228246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/>
            </a:p>
          </p:txBody>
        </p:sp>
        <p:sp>
          <p:nvSpPr>
            <p:cNvPr id="160" name="Freeform 159"/>
            <p:cNvSpPr/>
            <p:nvPr/>
          </p:nvSpPr>
          <p:spPr bwMode="auto">
            <a:xfrm>
              <a:off x="2536889" y="1727776"/>
              <a:ext cx="244057" cy="97040"/>
            </a:xfrm>
            <a:custGeom>
              <a:avLst/>
              <a:gdLst>
                <a:gd name="connsiteX0" fmla="*/ 55216 w 1421812"/>
                <a:gd name="connsiteY0" fmla="*/ 0 h 800665"/>
                <a:gd name="connsiteX1" fmla="*/ 1421812 w 1421812"/>
                <a:gd name="connsiteY1" fmla="*/ 625807 h 800665"/>
                <a:gd name="connsiteX2" fmla="*/ 947874 w 1421812"/>
                <a:gd name="connsiteY2" fmla="*/ 800665 h 800665"/>
                <a:gd name="connsiteX3" fmla="*/ 50614 w 1421812"/>
                <a:gd name="connsiteY3" fmla="*/ 404934 h 800665"/>
                <a:gd name="connsiteX4" fmla="*/ 0 w 1421812"/>
                <a:gd name="connsiteY4" fmla="*/ 404934 h 800665"/>
                <a:gd name="connsiteX5" fmla="*/ 55216 w 1421812"/>
                <a:gd name="connsiteY5" fmla="*/ 0 h 800665"/>
                <a:gd name="connsiteX0" fmla="*/ 4602 w 1371198"/>
                <a:gd name="connsiteY0" fmla="*/ 0 h 800665"/>
                <a:gd name="connsiteX1" fmla="*/ 1371198 w 1371198"/>
                <a:gd name="connsiteY1" fmla="*/ 625807 h 800665"/>
                <a:gd name="connsiteX2" fmla="*/ 897260 w 1371198"/>
                <a:gd name="connsiteY2" fmla="*/ 800665 h 800665"/>
                <a:gd name="connsiteX3" fmla="*/ 0 w 1371198"/>
                <a:gd name="connsiteY3" fmla="*/ 404934 h 800665"/>
                <a:gd name="connsiteX4" fmla="*/ 4602 w 1371198"/>
                <a:gd name="connsiteY4" fmla="*/ 0 h 800665"/>
                <a:gd name="connsiteX0" fmla="*/ 0 w 1366596"/>
                <a:gd name="connsiteY0" fmla="*/ 0 h 800665"/>
                <a:gd name="connsiteX1" fmla="*/ 1366596 w 1366596"/>
                <a:gd name="connsiteY1" fmla="*/ 625807 h 800665"/>
                <a:gd name="connsiteX2" fmla="*/ 892658 w 1366596"/>
                <a:gd name="connsiteY2" fmla="*/ 800665 h 800665"/>
                <a:gd name="connsiteX3" fmla="*/ 4601 w 1366596"/>
                <a:gd name="connsiteY3" fmla="*/ 427942 h 800665"/>
                <a:gd name="connsiteX4" fmla="*/ 0 w 1366596"/>
                <a:gd name="connsiteY4" fmla="*/ 0 h 800665"/>
                <a:gd name="connsiteX0" fmla="*/ 0 w 1366596"/>
                <a:gd name="connsiteY0" fmla="*/ 0 h 800665"/>
                <a:gd name="connsiteX1" fmla="*/ 1366596 w 1366596"/>
                <a:gd name="connsiteY1" fmla="*/ 625807 h 800665"/>
                <a:gd name="connsiteX2" fmla="*/ 892658 w 1366596"/>
                <a:gd name="connsiteY2" fmla="*/ 800665 h 800665"/>
                <a:gd name="connsiteX3" fmla="*/ 4601 w 1366596"/>
                <a:gd name="connsiteY3" fmla="*/ 427942 h 800665"/>
                <a:gd name="connsiteX4" fmla="*/ 0 w 1366596"/>
                <a:gd name="connsiteY4" fmla="*/ 0 h 800665"/>
                <a:gd name="connsiteX0" fmla="*/ 0 w 1366596"/>
                <a:gd name="connsiteY0" fmla="*/ 0 h 800665"/>
                <a:gd name="connsiteX1" fmla="*/ 1366596 w 1366596"/>
                <a:gd name="connsiteY1" fmla="*/ 625807 h 800665"/>
                <a:gd name="connsiteX2" fmla="*/ 892658 w 1366596"/>
                <a:gd name="connsiteY2" fmla="*/ 800665 h 800665"/>
                <a:gd name="connsiteX3" fmla="*/ 4601 w 1366596"/>
                <a:gd name="connsiteY3" fmla="*/ 427942 h 800665"/>
                <a:gd name="connsiteX4" fmla="*/ 0 w 1366596"/>
                <a:gd name="connsiteY4" fmla="*/ 0 h 800665"/>
                <a:gd name="connsiteX0" fmla="*/ 0 w 1366596"/>
                <a:gd name="connsiteY0" fmla="*/ 0 h 809868"/>
                <a:gd name="connsiteX1" fmla="*/ 1366596 w 1366596"/>
                <a:gd name="connsiteY1" fmla="*/ 625807 h 809868"/>
                <a:gd name="connsiteX2" fmla="*/ 865050 w 1366596"/>
                <a:gd name="connsiteY2" fmla="*/ 809868 h 809868"/>
                <a:gd name="connsiteX3" fmla="*/ 4601 w 1366596"/>
                <a:gd name="connsiteY3" fmla="*/ 427942 h 809868"/>
                <a:gd name="connsiteX4" fmla="*/ 0 w 1366596"/>
                <a:gd name="connsiteY4" fmla="*/ 0 h 809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66596" h="809868">
                  <a:moveTo>
                    <a:pt x="0" y="0"/>
                  </a:moveTo>
                  <a:lnTo>
                    <a:pt x="1366596" y="625807"/>
                  </a:lnTo>
                  <a:lnTo>
                    <a:pt x="865050" y="809868"/>
                  </a:lnTo>
                  <a:lnTo>
                    <a:pt x="4601" y="427942"/>
                  </a:lnTo>
                  <a:cubicBezTo>
                    <a:pt x="-1535" y="105836"/>
                    <a:pt x="1534" y="142647"/>
                    <a:pt x="0" y="0"/>
                  </a:cubicBez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/>
            </a:p>
          </p:txBody>
        </p:sp>
        <p:sp>
          <p:nvSpPr>
            <p:cNvPr id="161" name="Freeform 160"/>
            <p:cNvSpPr/>
            <p:nvPr/>
          </p:nvSpPr>
          <p:spPr bwMode="auto">
            <a:xfrm>
              <a:off x="2089977" y="1730144"/>
              <a:ext cx="240888" cy="97039"/>
            </a:xfrm>
            <a:custGeom>
              <a:avLst/>
              <a:gdLst>
                <a:gd name="connsiteX0" fmla="*/ 1329786 w 1348191"/>
                <a:gd name="connsiteY0" fmla="*/ 0 h 809869"/>
                <a:gd name="connsiteX1" fmla="*/ 1348191 w 1348191"/>
                <a:gd name="connsiteY1" fmla="*/ 400333 h 809869"/>
                <a:gd name="connsiteX2" fmla="*/ 487742 w 1348191"/>
                <a:gd name="connsiteY2" fmla="*/ 809869 h 809869"/>
                <a:gd name="connsiteX3" fmla="*/ 0 w 1348191"/>
                <a:gd name="connsiteY3" fmla="*/ 630409 h 809869"/>
                <a:gd name="connsiteX4" fmla="*/ 1329786 w 1348191"/>
                <a:gd name="connsiteY4" fmla="*/ 0 h 809869"/>
                <a:gd name="connsiteX0" fmla="*/ 1329786 w 1348191"/>
                <a:gd name="connsiteY0" fmla="*/ 0 h 791462"/>
                <a:gd name="connsiteX1" fmla="*/ 1348191 w 1348191"/>
                <a:gd name="connsiteY1" fmla="*/ 381926 h 791462"/>
                <a:gd name="connsiteX2" fmla="*/ 487742 w 1348191"/>
                <a:gd name="connsiteY2" fmla="*/ 791462 h 791462"/>
                <a:gd name="connsiteX3" fmla="*/ 0 w 1348191"/>
                <a:gd name="connsiteY3" fmla="*/ 612002 h 791462"/>
                <a:gd name="connsiteX4" fmla="*/ 1329786 w 1348191"/>
                <a:gd name="connsiteY4" fmla="*/ 0 h 7914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48191" h="791462">
                  <a:moveTo>
                    <a:pt x="1329786" y="0"/>
                  </a:moveTo>
                  <a:lnTo>
                    <a:pt x="1348191" y="381926"/>
                  </a:lnTo>
                  <a:lnTo>
                    <a:pt x="487742" y="791462"/>
                  </a:lnTo>
                  <a:lnTo>
                    <a:pt x="0" y="612002"/>
                  </a:lnTo>
                  <a:lnTo>
                    <a:pt x="1329786" y="0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/>
            </a:p>
          </p:txBody>
        </p:sp>
        <p:cxnSp>
          <p:nvCxnSpPr>
            <p:cNvPr id="162" name="Straight Connector 161"/>
            <p:cNvCxnSpPr>
              <a:endCxn id="157" idx="2"/>
            </p:cNvCxnSpPr>
            <p:nvPr/>
          </p:nvCxnSpPr>
          <p:spPr bwMode="auto">
            <a:xfrm flipH="1" flipV="1">
              <a:off x="1871277" y="1737243"/>
              <a:ext cx="3169" cy="123074"/>
            </a:xfrm>
            <a:prstGeom prst="line">
              <a:avLst/>
            </a:prstGeom>
            <a:ln w="6350" cmpd="sng">
              <a:solidFill>
                <a:schemeClr val="tx1"/>
              </a:solidFill>
            </a:ln>
            <a:effectLst>
              <a:outerShdw blurRad="40005" dist="19939" dir="5400000" algn="tl" rotWithShape="0">
                <a:srgbClr val="000000">
                  <a:alpha val="38000"/>
                </a:srgbClr>
              </a:outerShdw>
            </a:effectLst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3" name="Straight Connector 162"/>
            <p:cNvCxnSpPr/>
            <p:nvPr/>
          </p:nvCxnSpPr>
          <p:spPr bwMode="auto">
            <a:xfrm flipH="1" flipV="1">
              <a:off x="2996477" y="1734877"/>
              <a:ext cx="3171" cy="123074"/>
            </a:xfrm>
            <a:prstGeom prst="line">
              <a:avLst/>
            </a:prstGeom>
            <a:ln w="6350" cmpd="sng">
              <a:solidFill>
                <a:schemeClr val="tx1"/>
              </a:solidFill>
            </a:ln>
            <a:effectLst>
              <a:outerShdw blurRad="40005" dist="19939" dir="5400000" algn="tl" rotWithShape="0">
                <a:srgbClr val="000000">
                  <a:alpha val="38000"/>
                </a:srgbClr>
              </a:outerShdw>
            </a:effectLst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91143578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2" name="Rectangle 213"/>
          <p:cNvSpPr>
            <a:spLocks noChangeArrowheads="1"/>
          </p:cNvSpPr>
          <p:nvPr/>
        </p:nvSpPr>
        <p:spPr bwMode="auto">
          <a:xfrm>
            <a:off x="7543800" y="2105025"/>
            <a:ext cx="279400" cy="228600"/>
          </a:xfrm>
          <a:prstGeom prst="rect">
            <a:avLst/>
          </a:prstGeom>
          <a:solidFill>
            <a:srgbClr val="FFFF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 dirty="0">
              <a:solidFill>
                <a:srgbClr val="000000"/>
              </a:solidFill>
              <a:cs typeface="+mn-cs"/>
            </a:endParaRPr>
          </a:p>
        </p:txBody>
      </p:sp>
      <p:sp>
        <p:nvSpPr>
          <p:cNvPr id="73736" name="Rectangle 212"/>
          <p:cNvSpPr>
            <a:spLocks noChangeArrowheads="1"/>
          </p:cNvSpPr>
          <p:nvPr/>
        </p:nvSpPr>
        <p:spPr bwMode="auto">
          <a:xfrm>
            <a:off x="5470525" y="1889125"/>
            <a:ext cx="273050" cy="196850"/>
          </a:xfrm>
          <a:prstGeom prst="rect">
            <a:avLst/>
          </a:prstGeom>
          <a:solidFill>
            <a:srgbClr val="00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 dirty="0">
              <a:solidFill>
                <a:srgbClr val="000000"/>
              </a:solidFill>
              <a:cs typeface="+mn-cs"/>
            </a:endParaRPr>
          </a:p>
        </p:txBody>
      </p:sp>
      <p:sp>
        <p:nvSpPr>
          <p:cNvPr id="7373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latin typeface="Gill Sans MT" charset="0"/>
                <a:cs typeface="+mj-cs"/>
              </a:rPr>
              <a:t>VLANs</a:t>
            </a:r>
          </a:p>
        </p:txBody>
      </p:sp>
      <p:sp>
        <p:nvSpPr>
          <p:cNvPr id="7373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097338" y="355600"/>
            <a:ext cx="4926012" cy="1625600"/>
          </a:xfrm>
        </p:spPr>
        <p:txBody>
          <a:bodyPr/>
          <a:lstStyle/>
          <a:p>
            <a:pPr>
              <a:buFont typeface="Wingdings" charset="0"/>
              <a:buNone/>
              <a:defRPr/>
            </a:pPr>
            <a:r>
              <a:rPr lang="en-US" sz="2400" dirty="0">
                <a:solidFill>
                  <a:srgbClr val="CC0000"/>
                </a:solidFill>
                <a:latin typeface="Gill Sans MT" charset="0"/>
                <a:cs typeface="+mn-cs"/>
              </a:rPr>
              <a:t>port-based VLAN: </a:t>
            </a:r>
            <a:r>
              <a:rPr lang="en-US" sz="2400" dirty="0">
                <a:latin typeface="Gill Sans MT" charset="0"/>
                <a:cs typeface="+mn-cs"/>
              </a:rPr>
              <a:t>switch ports grouped (by switch management software) so that </a:t>
            </a:r>
            <a:r>
              <a:rPr lang="en-US" sz="2400" i="1" dirty="0">
                <a:solidFill>
                  <a:srgbClr val="CC0000"/>
                </a:solidFill>
                <a:latin typeface="Gill Sans MT" charset="0"/>
                <a:cs typeface="+mn-cs"/>
              </a:rPr>
              <a:t>single</a:t>
            </a:r>
            <a:r>
              <a:rPr lang="en-US" sz="2400" dirty="0">
                <a:solidFill>
                  <a:srgbClr val="CC0000"/>
                </a:solidFill>
                <a:latin typeface="Gill Sans MT" charset="0"/>
                <a:cs typeface="+mn-cs"/>
              </a:rPr>
              <a:t> </a:t>
            </a:r>
            <a:r>
              <a:rPr lang="en-US" sz="2400" dirty="0">
                <a:latin typeface="Gill Sans MT" charset="0"/>
                <a:cs typeface="+mn-cs"/>
              </a:rPr>
              <a:t>physical switch ……</a:t>
            </a:r>
          </a:p>
          <a:p>
            <a:pPr>
              <a:defRPr/>
            </a:pPr>
            <a:endParaRPr lang="en-US" sz="2000" dirty="0">
              <a:latin typeface="Gill Sans MT" charset="0"/>
              <a:cs typeface="+mn-cs"/>
            </a:endParaRPr>
          </a:p>
        </p:txBody>
      </p:sp>
      <p:sp>
        <p:nvSpPr>
          <p:cNvPr id="73739" name="Text Box 85"/>
          <p:cNvSpPr txBox="1">
            <a:spLocks noChangeArrowheads="1"/>
          </p:cNvSpPr>
          <p:nvPr/>
        </p:nvSpPr>
        <p:spPr bwMode="auto">
          <a:xfrm>
            <a:off x="681038" y="2265363"/>
            <a:ext cx="2944812" cy="24622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sz="2200" i="0" dirty="0">
                <a:solidFill>
                  <a:srgbClr val="000000"/>
                </a:solidFill>
                <a:latin typeface="Arial" charset="0"/>
                <a:cs typeface="Arial" charset="0"/>
              </a:rPr>
              <a:t>switch(es) supporting VLAN capabilities can be configured to define multiple </a:t>
            </a:r>
            <a:r>
              <a:rPr lang="en-US" sz="2200" b="1" u="sng" dirty="0">
                <a:solidFill>
                  <a:srgbClr val="CC0000"/>
                </a:solidFill>
                <a:latin typeface="Arial" charset="0"/>
                <a:cs typeface="Arial" charset="0"/>
              </a:rPr>
              <a:t>virtual</a:t>
            </a:r>
            <a:r>
              <a:rPr lang="en-US" sz="2200" i="0" dirty="0">
                <a:solidFill>
                  <a:srgbClr val="FF0000"/>
                </a:solidFill>
                <a:latin typeface="Arial" charset="0"/>
                <a:cs typeface="Arial" charset="0"/>
              </a:rPr>
              <a:t> </a:t>
            </a:r>
            <a:r>
              <a:rPr lang="en-US" sz="2200" i="0" dirty="0">
                <a:solidFill>
                  <a:srgbClr val="000000"/>
                </a:solidFill>
                <a:latin typeface="Arial" charset="0"/>
                <a:cs typeface="Arial" charset="0"/>
              </a:rPr>
              <a:t>LANS over single physical LAN infrastructure.</a:t>
            </a:r>
          </a:p>
        </p:txBody>
      </p:sp>
      <p:sp>
        <p:nvSpPr>
          <p:cNvPr id="73740" name="Rectangle 86"/>
          <p:cNvSpPr>
            <a:spLocks noChangeArrowheads="1"/>
          </p:cNvSpPr>
          <p:nvPr/>
        </p:nvSpPr>
        <p:spPr bwMode="auto">
          <a:xfrm>
            <a:off x="482600" y="1919288"/>
            <a:ext cx="3216275" cy="281305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 dirty="0">
              <a:solidFill>
                <a:srgbClr val="000000"/>
              </a:solidFill>
              <a:latin typeface="Arial" charset="0"/>
              <a:cs typeface="Arial" charset="0"/>
            </a:endParaRPr>
          </a:p>
        </p:txBody>
      </p:sp>
      <p:sp>
        <p:nvSpPr>
          <p:cNvPr id="73741" name="Text Box 87"/>
          <p:cNvSpPr txBox="1">
            <a:spLocks noChangeArrowheads="1"/>
          </p:cNvSpPr>
          <p:nvPr/>
        </p:nvSpPr>
        <p:spPr bwMode="auto">
          <a:xfrm>
            <a:off x="642938" y="1543050"/>
            <a:ext cx="1836737" cy="70802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sz="2000" b="1" dirty="0">
                <a:solidFill>
                  <a:srgbClr val="CC0000"/>
                </a:solidFill>
                <a:latin typeface="Arial" charset="0"/>
                <a:cs typeface="Arial" charset="0"/>
              </a:rPr>
              <a:t>Virtual Local </a:t>
            </a:r>
          </a:p>
          <a:p>
            <a:pPr>
              <a:defRPr/>
            </a:pPr>
            <a:r>
              <a:rPr lang="en-US" sz="2000" b="1" dirty="0">
                <a:solidFill>
                  <a:srgbClr val="CC0000"/>
                </a:solidFill>
                <a:latin typeface="Arial" charset="0"/>
                <a:cs typeface="Arial" charset="0"/>
              </a:rPr>
              <a:t>Area Network</a:t>
            </a:r>
          </a:p>
        </p:txBody>
      </p:sp>
      <p:sp>
        <p:nvSpPr>
          <p:cNvPr id="182282" name="Rectangle 80"/>
          <p:cNvSpPr>
            <a:spLocks noChangeArrowheads="1"/>
          </p:cNvSpPr>
          <p:nvPr/>
        </p:nvSpPr>
        <p:spPr bwMode="auto">
          <a:xfrm>
            <a:off x="5462588" y="2098675"/>
            <a:ext cx="290512" cy="242888"/>
          </a:xfrm>
          <a:prstGeom prst="rect">
            <a:avLst/>
          </a:prstGeom>
          <a:solidFill>
            <a:srgbClr val="00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1" hangingPunct="1"/>
            <a:endParaRPr lang="en-US" i="0" dirty="0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182283" name="Rectangle 77"/>
          <p:cNvSpPr>
            <a:spLocks noChangeArrowheads="1"/>
          </p:cNvSpPr>
          <p:nvPr/>
        </p:nvSpPr>
        <p:spPr bwMode="auto">
          <a:xfrm>
            <a:off x="7534275" y="1879600"/>
            <a:ext cx="290513" cy="209550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1" hangingPunct="1"/>
            <a:endParaRPr lang="en-US" i="0" dirty="0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182284" name="Rectangle 76"/>
          <p:cNvSpPr>
            <a:spLocks noChangeArrowheads="1"/>
          </p:cNvSpPr>
          <p:nvPr/>
        </p:nvSpPr>
        <p:spPr bwMode="auto">
          <a:xfrm>
            <a:off x="6643688" y="1884363"/>
            <a:ext cx="890587" cy="457200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1" hangingPunct="1"/>
            <a:endParaRPr lang="en-US" i="0" dirty="0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182285" name="Rectangle 75"/>
          <p:cNvSpPr>
            <a:spLocks noChangeArrowheads="1"/>
          </p:cNvSpPr>
          <p:nvPr/>
        </p:nvSpPr>
        <p:spPr bwMode="auto">
          <a:xfrm>
            <a:off x="5748338" y="1884363"/>
            <a:ext cx="900112" cy="452437"/>
          </a:xfrm>
          <a:prstGeom prst="rect">
            <a:avLst/>
          </a:prstGeom>
          <a:solidFill>
            <a:srgbClr val="00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1" hangingPunct="1"/>
            <a:endParaRPr lang="en-US" i="0" dirty="0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182286" name="Rectangle 2"/>
          <p:cNvSpPr>
            <a:spLocks noChangeArrowheads="1"/>
          </p:cNvSpPr>
          <p:nvPr/>
        </p:nvSpPr>
        <p:spPr bwMode="auto">
          <a:xfrm>
            <a:off x="5462588" y="1876425"/>
            <a:ext cx="2370137" cy="46831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eaLnBrk="1" hangingPunct="1"/>
            <a:endParaRPr lang="en-US" i="0" dirty="0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182287" name="Line 3"/>
          <p:cNvSpPr>
            <a:spLocks noChangeShapeType="1"/>
          </p:cNvSpPr>
          <p:nvPr/>
        </p:nvSpPr>
        <p:spPr bwMode="auto">
          <a:xfrm>
            <a:off x="5464175" y="2092325"/>
            <a:ext cx="2351088" cy="47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182288" name="Text Box 6"/>
          <p:cNvSpPr txBox="1">
            <a:spLocks noChangeArrowheads="1"/>
          </p:cNvSpPr>
          <p:nvPr/>
        </p:nvSpPr>
        <p:spPr bwMode="auto">
          <a:xfrm>
            <a:off x="5380038" y="1835150"/>
            <a:ext cx="241300" cy="214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800" i="0" dirty="0">
                <a:solidFill>
                  <a:srgbClr val="000000"/>
                </a:solidFill>
                <a:latin typeface="Arial" charset="0"/>
              </a:rPr>
              <a:t>1</a:t>
            </a:r>
          </a:p>
        </p:txBody>
      </p:sp>
      <p:sp>
        <p:nvSpPr>
          <p:cNvPr id="182289" name="Line 7"/>
          <p:cNvSpPr>
            <a:spLocks noChangeShapeType="1"/>
          </p:cNvSpPr>
          <p:nvPr/>
        </p:nvSpPr>
        <p:spPr bwMode="auto">
          <a:xfrm>
            <a:off x="6643688" y="1881188"/>
            <a:ext cx="0" cy="4635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182290" name="AutoShape 8"/>
          <p:cNvSpPr>
            <a:spLocks noChangeArrowheads="1"/>
          </p:cNvSpPr>
          <p:nvPr/>
        </p:nvSpPr>
        <p:spPr bwMode="auto">
          <a:xfrm>
            <a:off x="5434013" y="1617663"/>
            <a:ext cx="3176587" cy="261937"/>
          </a:xfrm>
          <a:prstGeom prst="parallelogram">
            <a:avLst>
              <a:gd name="adj" fmla="val 303182"/>
            </a:avLst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/>
            <a:endParaRPr lang="en-US" i="0" dirty="0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182291" name="Freeform 9"/>
          <p:cNvSpPr>
            <a:spLocks/>
          </p:cNvSpPr>
          <p:nvPr/>
        </p:nvSpPr>
        <p:spPr bwMode="auto">
          <a:xfrm>
            <a:off x="7837488" y="1620838"/>
            <a:ext cx="763587" cy="720725"/>
          </a:xfrm>
          <a:custGeom>
            <a:avLst/>
            <a:gdLst>
              <a:gd name="T0" fmla="*/ 0 w 232"/>
              <a:gd name="T1" fmla="*/ 2147483647 h 454"/>
              <a:gd name="T2" fmla="*/ 2147483647 w 232"/>
              <a:gd name="T3" fmla="*/ 2147483647 h 454"/>
              <a:gd name="T4" fmla="*/ 2147483647 w 232"/>
              <a:gd name="T5" fmla="*/ 0 h 454"/>
              <a:gd name="T6" fmla="*/ 0 60000 65536"/>
              <a:gd name="T7" fmla="*/ 0 60000 65536"/>
              <a:gd name="T8" fmla="*/ 0 60000 65536"/>
              <a:gd name="T9" fmla="*/ 0 w 232"/>
              <a:gd name="T10" fmla="*/ 0 h 454"/>
              <a:gd name="T11" fmla="*/ 232 w 232"/>
              <a:gd name="T12" fmla="*/ 454 h 45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32" h="454">
                <a:moveTo>
                  <a:pt x="0" y="454"/>
                </a:moveTo>
                <a:lnTo>
                  <a:pt x="232" y="274"/>
                </a:lnTo>
                <a:lnTo>
                  <a:pt x="229" y="0"/>
                </a:ln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182292" name="Freeform 10"/>
          <p:cNvSpPr>
            <a:spLocks/>
          </p:cNvSpPr>
          <p:nvPr/>
        </p:nvSpPr>
        <p:spPr bwMode="auto">
          <a:xfrm>
            <a:off x="5835650" y="1665288"/>
            <a:ext cx="2228850" cy="150812"/>
          </a:xfrm>
          <a:custGeom>
            <a:avLst/>
            <a:gdLst>
              <a:gd name="T0" fmla="*/ 0 w 678"/>
              <a:gd name="T1" fmla="*/ 2147483647 h 110"/>
              <a:gd name="T2" fmla="*/ 2147483647 w 678"/>
              <a:gd name="T3" fmla="*/ 2147483647 h 110"/>
              <a:gd name="T4" fmla="*/ 2147483647 w 678"/>
              <a:gd name="T5" fmla="*/ 0 h 110"/>
              <a:gd name="T6" fmla="*/ 2147483647 w 678"/>
              <a:gd name="T7" fmla="*/ 0 h 110"/>
              <a:gd name="T8" fmla="*/ 0 60000 65536"/>
              <a:gd name="T9" fmla="*/ 0 60000 65536"/>
              <a:gd name="T10" fmla="*/ 0 60000 65536"/>
              <a:gd name="T11" fmla="*/ 0 60000 65536"/>
              <a:gd name="T12" fmla="*/ 0 w 678"/>
              <a:gd name="T13" fmla="*/ 0 h 110"/>
              <a:gd name="T14" fmla="*/ 678 w 678"/>
              <a:gd name="T15" fmla="*/ 110 h 11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678" h="110">
                <a:moveTo>
                  <a:pt x="0" y="110"/>
                </a:moveTo>
                <a:lnTo>
                  <a:pt x="148" y="108"/>
                </a:lnTo>
                <a:lnTo>
                  <a:pt x="567" y="0"/>
                </a:lnTo>
                <a:lnTo>
                  <a:pt x="678" y="0"/>
                </a:ln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182293" name="Freeform 11"/>
          <p:cNvSpPr>
            <a:spLocks/>
          </p:cNvSpPr>
          <p:nvPr/>
        </p:nvSpPr>
        <p:spPr bwMode="auto">
          <a:xfrm>
            <a:off x="6308725" y="1665288"/>
            <a:ext cx="1420813" cy="166687"/>
          </a:xfrm>
          <a:custGeom>
            <a:avLst/>
            <a:gdLst>
              <a:gd name="T0" fmla="*/ 0 w 432"/>
              <a:gd name="T1" fmla="*/ 0 h 105"/>
              <a:gd name="T2" fmla="*/ 2147483647 w 432"/>
              <a:gd name="T3" fmla="*/ 0 h 105"/>
              <a:gd name="T4" fmla="*/ 2147483647 w 432"/>
              <a:gd name="T5" fmla="*/ 2147483647 h 105"/>
              <a:gd name="T6" fmla="*/ 2147483647 w 432"/>
              <a:gd name="T7" fmla="*/ 2147483647 h 105"/>
              <a:gd name="T8" fmla="*/ 0 60000 65536"/>
              <a:gd name="T9" fmla="*/ 0 60000 65536"/>
              <a:gd name="T10" fmla="*/ 0 60000 65536"/>
              <a:gd name="T11" fmla="*/ 0 60000 65536"/>
              <a:gd name="T12" fmla="*/ 0 w 432"/>
              <a:gd name="T13" fmla="*/ 0 h 105"/>
              <a:gd name="T14" fmla="*/ 432 w 432"/>
              <a:gd name="T15" fmla="*/ 105 h 105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432" h="105">
                <a:moveTo>
                  <a:pt x="0" y="0"/>
                </a:moveTo>
                <a:lnTo>
                  <a:pt x="85" y="0"/>
                </a:lnTo>
                <a:lnTo>
                  <a:pt x="307" y="105"/>
                </a:lnTo>
                <a:lnTo>
                  <a:pt x="432" y="105"/>
                </a:ln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182294" name="Line 17"/>
          <p:cNvSpPr>
            <a:spLocks noChangeShapeType="1"/>
          </p:cNvSpPr>
          <p:nvPr/>
        </p:nvSpPr>
        <p:spPr bwMode="auto">
          <a:xfrm>
            <a:off x="7243763" y="1885950"/>
            <a:ext cx="0" cy="4635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182295" name="Line 18"/>
          <p:cNvSpPr>
            <a:spLocks noChangeShapeType="1"/>
          </p:cNvSpPr>
          <p:nvPr/>
        </p:nvSpPr>
        <p:spPr bwMode="auto">
          <a:xfrm>
            <a:off x="6043613" y="1881188"/>
            <a:ext cx="0" cy="4635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182296" name="Line 21"/>
          <p:cNvSpPr>
            <a:spLocks noChangeShapeType="1"/>
          </p:cNvSpPr>
          <p:nvPr/>
        </p:nvSpPr>
        <p:spPr bwMode="auto">
          <a:xfrm>
            <a:off x="5753100" y="1878013"/>
            <a:ext cx="0" cy="4635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182297" name="Line 22"/>
          <p:cNvSpPr>
            <a:spLocks noChangeShapeType="1"/>
          </p:cNvSpPr>
          <p:nvPr/>
        </p:nvSpPr>
        <p:spPr bwMode="auto">
          <a:xfrm>
            <a:off x="5462588" y="1890713"/>
            <a:ext cx="0" cy="4635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182298" name="Line 23"/>
          <p:cNvSpPr>
            <a:spLocks noChangeShapeType="1"/>
          </p:cNvSpPr>
          <p:nvPr/>
        </p:nvSpPr>
        <p:spPr bwMode="auto">
          <a:xfrm>
            <a:off x="6324600" y="1885950"/>
            <a:ext cx="0" cy="4635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182299" name="Line 24"/>
          <p:cNvSpPr>
            <a:spLocks noChangeShapeType="1"/>
          </p:cNvSpPr>
          <p:nvPr/>
        </p:nvSpPr>
        <p:spPr bwMode="auto">
          <a:xfrm>
            <a:off x="6948488" y="1881188"/>
            <a:ext cx="0" cy="4635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182300" name="Line 25"/>
          <p:cNvSpPr>
            <a:spLocks noChangeShapeType="1"/>
          </p:cNvSpPr>
          <p:nvPr/>
        </p:nvSpPr>
        <p:spPr bwMode="auto">
          <a:xfrm>
            <a:off x="7539038" y="1876425"/>
            <a:ext cx="0" cy="4635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182301" name="Text Box 26"/>
          <p:cNvSpPr txBox="1">
            <a:spLocks noChangeArrowheads="1"/>
          </p:cNvSpPr>
          <p:nvPr/>
        </p:nvSpPr>
        <p:spPr bwMode="auto">
          <a:xfrm>
            <a:off x="6261100" y="2044700"/>
            <a:ext cx="241300" cy="214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800" i="0" dirty="0">
                <a:solidFill>
                  <a:srgbClr val="000000"/>
                </a:solidFill>
                <a:latin typeface="Arial" charset="0"/>
              </a:rPr>
              <a:t>8</a:t>
            </a:r>
          </a:p>
        </p:txBody>
      </p:sp>
      <p:sp>
        <p:nvSpPr>
          <p:cNvPr id="182302" name="Text Box 27"/>
          <p:cNvSpPr txBox="1">
            <a:spLocks noChangeArrowheads="1"/>
          </p:cNvSpPr>
          <p:nvPr/>
        </p:nvSpPr>
        <p:spPr bwMode="auto">
          <a:xfrm>
            <a:off x="6580188" y="1830388"/>
            <a:ext cx="241300" cy="214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800" i="0" dirty="0">
                <a:solidFill>
                  <a:srgbClr val="000000"/>
                </a:solidFill>
                <a:latin typeface="Arial" charset="0"/>
              </a:rPr>
              <a:t>9</a:t>
            </a:r>
          </a:p>
        </p:txBody>
      </p:sp>
      <p:sp>
        <p:nvSpPr>
          <p:cNvPr id="182303" name="Text Box 28"/>
          <p:cNvSpPr txBox="1">
            <a:spLocks noChangeArrowheads="1"/>
          </p:cNvSpPr>
          <p:nvPr/>
        </p:nvSpPr>
        <p:spPr bwMode="auto">
          <a:xfrm>
            <a:off x="7456488" y="2049463"/>
            <a:ext cx="298450" cy="214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800" i="0" dirty="0">
                <a:solidFill>
                  <a:srgbClr val="000000"/>
                </a:solidFill>
                <a:latin typeface="Arial" charset="0"/>
              </a:rPr>
              <a:t>16</a:t>
            </a:r>
          </a:p>
        </p:txBody>
      </p:sp>
      <p:sp>
        <p:nvSpPr>
          <p:cNvPr id="182304" name="Text Box 29"/>
          <p:cNvSpPr txBox="1">
            <a:spLocks noChangeArrowheads="1"/>
          </p:cNvSpPr>
          <p:nvPr/>
        </p:nvSpPr>
        <p:spPr bwMode="auto">
          <a:xfrm>
            <a:off x="6561138" y="2049463"/>
            <a:ext cx="298450" cy="214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800" i="0" dirty="0">
                <a:solidFill>
                  <a:srgbClr val="000000"/>
                </a:solidFill>
                <a:latin typeface="Arial" charset="0"/>
              </a:rPr>
              <a:t>10</a:t>
            </a:r>
          </a:p>
        </p:txBody>
      </p:sp>
      <p:sp>
        <p:nvSpPr>
          <p:cNvPr id="182305" name="Text Box 30"/>
          <p:cNvSpPr txBox="1">
            <a:spLocks noChangeArrowheads="1"/>
          </p:cNvSpPr>
          <p:nvPr/>
        </p:nvSpPr>
        <p:spPr bwMode="auto">
          <a:xfrm>
            <a:off x="5389563" y="2035175"/>
            <a:ext cx="241300" cy="214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800" i="0" dirty="0">
                <a:solidFill>
                  <a:srgbClr val="000000"/>
                </a:solidFill>
                <a:latin typeface="Arial" charset="0"/>
              </a:rPr>
              <a:t>2</a:t>
            </a:r>
          </a:p>
        </p:txBody>
      </p:sp>
      <p:sp>
        <p:nvSpPr>
          <p:cNvPr id="182306" name="Text Box 57"/>
          <p:cNvSpPr txBox="1">
            <a:spLocks noChangeArrowheads="1"/>
          </p:cNvSpPr>
          <p:nvPr/>
        </p:nvSpPr>
        <p:spPr bwMode="auto">
          <a:xfrm>
            <a:off x="6256338" y="1830388"/>
            <a:ext cx="241300" cy="214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800" i="0" dirty="0">
                <a:solidFill>
                  <a:srgbClr val="000000"/>
                </a:solidFill>
                <a:latin typeface="Arial" charset="0"/>
              </a:rPr>
              <a:t>7</a:t>
            </a:r>
          </a:p>
        </p:txBody>
      </p:sp>
      <p:sp>
        <p:nvSpPr>
          <p:cNvPr id="182307" name="Line 61"/>
          <p:cNvSpPr>
            <a:spLocks noChangeShapeType="1"/>
          </p:cNvSpPr>
          <p:nvPr/>
        </p:nvSpPr>
        <p:spPr bwMode="auto">
          <a:xfrm flipH="1">
            <a:off x="4702175" y="2211388"/>
            <a:ext cx="901700" cy="279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182308" name="Line 62"/>
          <p:cNvSpPr>
            <a:spLocks noChangeShapeType="1"/>
          </p:cNvSpPr>
          <p:nvPr/>
        </p:nvSpPr>
        <p:spPr bwMode="auto">
          <a:xfrm flipH="1">
            <a:off x="5087938" y="2211388"/>
            <a:ext cx="806450" cy="4191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182309" name="Line 63"/>
          <p:cNvSpPr>
            <a:spLocks noChangeShapeType="1"/>
          </p:cNvSpPr>
          <p:nvPr/>
        </p:nvSpPr>
        <p:spPr bwMode="auto">
          <a:xfrm flipH="1">
            <a:off x="5807075" y="2227263"/>
            <a:ext cx="709613" cy="3603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182310" name="Text Box 64"/>
          <p:cNvSpPr txBox="1">
            <a:spLocks noChangeArrowheads="1"/>
          </p:cNvSpPr>
          <p:nvPr/>
        </p:nvSpPr>
        <p:spPr bwMode="auto">
          <a:xfrm>
            <a:off x="7527925" y="2589213"/>
            <a:ext cx="4127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800" i="0" dirty="0">
                <a:solidFill>
                  <a:srgbClr val="000000"/>
                </a:solidFill>
                <a:latin typeface="Arial" charset="0"/>
              </a:rPr>
              <a:t>…</a:t>
            </a:r>
          </a:p>
        </p:txBody>
      </p:sp>
      <p:sp>
        <p:nvSpPr>
          <p:cNvPr id="182311" name="Line 69"/>
          <p:cNvSpPr>
            <a:spLocks noChangeShapeType="1"/>
          </p:cNvSpPr>
          <p:nvPr/>
        </p:nvSpPr>
        <p:spPr bwMode="auto">
          <a:xfrm>
            <a:off x="6815138" y="2214563"/>
            <a:ext cx="101600" cy="3778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182312" name="Line 70"/>
          <p:cNvSpPr>
            <a:spLocks noChangeShapeType="1"/>
          </p:cNvSpPr>
          <p:nvPr/>
        </p:nvSpPr>
        <p:spPr bwMode="auto">
          <a:xfrm>
            <a:off x="6805613" y="2012950"/>
            <a:ext cx="479425" cy="6032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182313" name="Line 71"/>
          <p:cNvSpPr>
            <a:spLocks noChangeShapeType="1"/>
          </p:cNvSpPr>
          <p:nvPr/>
        </p:nvSpPr>
        <p:spPr bwMode="auto">
          <a:xfrm>
            <a:off x="7661275" y="1957388"/>
            <a:ext cx="514350" cy="4841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182314" name="Text Box 72"/>
          <p:cNvSpPr txBox="1">
            <a:spLocks noChangeArrowheads="1"/>
          </p:cNvSpPr>
          <p:nvPr/>
        </p:nvSpPr>
        <p:spPr bwMode="auto">
          <a:xfrm>
            <a:off x="4692650" y="3132138"/>
            <a:ext cx="1651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 eaLnBrk="1" hangingPunct="1"/>
            <a:r>
              <a:rPr lang="en-US" sz="1200" i="0" dirty="0">
                <a:solidFill>
                  <a:srgbClr val="000000"/>
                </a:solidFill>
                <a:latin typeface="Arial" charset="0"/>
              </a:rPr>
              <a:t>Electrical Engineering</a:t>
            </a:r>
          </a:p>
          <a:p>
            <a:pPr algn="ctr" eaLnBrk="1" hangingPunct="1"/>
            <a:r>
              <a:rPr lang="en-US" sz="1200" i="0" dirty="0">
                <a:solidFill>
                  <a:srgbClr val="000000"/>
                </a:solidFill>
                <a:latin typeface="Arial" charset="0"/>
              </a:rPr>
              <a:t>(VLAN ports 1-8)</a:t>
            </a:r>
          </a:p>
        </p:txBody>
      </p:sp>
      <p:sp>
        <p:nvSpPr>
          <p:cNvPr id="182315" name="Text Box 73"/>
          <p:cNvSpPr txBox="1">
            <a:spLocks noChangeArrowheads="1"/>
          </p:cNvSpPr>
          <p:nvPr/>
        </p:nvSpPr>
        <p:spPr bwMode="auto">
          <a:xfrm>
            <a:off x="6854825" y="3119438"/>
            <a:ext cx="14335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 eaLnBrk="1" hangingPunct="1"/>
            <a:r>
              <a:rPr lang="en-US" sz="1200" i="0" dirty="0">
                <a:solidFill>
                  <a:srgbClr val="000000"/>
                </a:solidFill>
                <a:latin typeface="Arial" charset="0"/>
              </a:rPr>
              <a:t>Computer Science</a:t>
            </a:r>
          </a:p>
          <a:p>
            <a:pPr algn="ctr" eaLnBrk="1" hangingPunct="1"/>
            <a:r>
              <a:rPr lang="en-US" sz="1200" i="0" dirty="0">
                <a:solidFill>
                  <a:srgbClr val="000000"/>
                </a:solidFill>
                <a:latin typeface="Arial" charset="0"/>
              </a:rPr>
              <a:t>(VLAN ports 9-15)</a:t>
            </a:r>
          </a:p>
        </p:txBody>
      </p:sp>
      <p:sp>
        <p:nvSpPr>
          <p:cNvPr id="182316" name="Text Box 74"/>
          <p:cNvSpPr txBox="1">
            <a:spLocks noChangeArrowheads="1"/>
          </p:cNvSpPr>
          <p:nvPr/>
        </p:nvSpPr>
        <p:spPr bwMode="auto">
          <a:xfrm>
            <a:off x="7451725" y="1825625"/>
            <a:ext cx="298450" cy="214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800" i="0" dirty="0">
                <a:solidFill>
                  <a:srgbClr val="000000"/>
                </a:solidFill>
                <a:latin typeface="Arial" charset="0"/>
              </a:rPr>
              <a:t>15</a:t>
            </a:r>
          </a:p>
        </p:txBody>
      </p:sp>
      <p:sp>
        <p:nvSpPr>
          <p:cNvPr id="182317" name="Oval 81"/>
          <p:cNvSpPr>
            <a:spLocks noChangeArrowheads="1"/>
          </p:cNvSpPr>
          <p:nvPr/>
        </p:nvSpPr>
        <p:spPr bwMode="auto">
          <a:xfrm>
            <a:off x="5578475" y="2190750"/>
            <a:ext cx="42863" cy="47625"/>
          </a:xfrm>
          <a:prstGeom prst="ellipse">
            <a:avLst/>
          </a:pr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1" hangingPunct="1"/>
            <a:endParaRPr lang="en-US" i="0" dirty="0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182318" name="Oval 82"/>
          <p:cNvSpPr>
            <a:spLocks noChangeArrowheads="1"/>
          </p:cNvSpPr>
          <p:nvPr/>
        </p:nvSpPr>
        <p:spPr bwMode="auto">
          <a:xfrm>
            <a:off x="5870575" y="2187575"/>
            <a:ext cx="42863" cy="47625"/>
          </a:xfrm>
          <a:prstGeom prst="ellipse">
            <a:avLst/>
          </a:pr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1" hangingPunct="1"/>
            <a:endParaRPr lang="en-US" i="0" dirty="0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182319" name="Oval 83"/>
          <p:cNvSpPr>
            <a:spLocks noChangeArrowheads="1"/>
          </p:cNvSpPr>
          <p:nvPr/>
        </p:nvSpPr>
        <p:spPr bwMode="auto">
          <a:xfrm>
            <a:off x="6457950" y="2192338"/>
            <a:ext cx="42863" cy="47625"/>
          </a:xfrm>
          <a:prstGeom prst="ellipse">
            <a:avLst/>
          </a:pr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1" hangingPunct="1"/>
            <a:endParaRPr lang="en-US" i="0" dirty="0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182320" name="Oval 84"/>
          <p:cNvSpPr>
            <a:spLocks noChangeArrowheads="1"/>
          </p:cNvSpPr>
          <p:nvPr/>
        </p:nvSpPr>
        <p:spPr bwMode="auto">
          <a:xfrm>
            <a:off x="6789738" y="2189163"/>
            <a:ext cx="42862" cy="47625"/>
          </a:xfrm>
          <a:prstGeom prst="ellipse">
            <a:avLst/>
          </a:pr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1" hangingPunct="1"/>
            <a:endParaRPr lang="en-US" i="0" dirty="0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182321" name="Oval 85"/>
          <p:cNvSpPr>
            <a:spLocks noChangeArrowheads="1"/>
          </p:cNvSpPr>
          <p:nvPr/>
        </p:nvSpPr>
        <p:spPr bwMode="auto">
          <a:xfrm>
            <a:off x="6777038" y="1974850"/>
            <a:ext cx="42862" cy="47625"/>
          </a:xfrm>
          <a:prstGeom prst="ellipse">
            <a:avLst/>
          </a:pr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1" hangingPunct="1"/>
            <a:endParaRPr lang="en-US" i="0" dirty="0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182322" name="Oval 86"/>
          <p:cNvSpPr>
            <a:spLocks noChangeArrowheads="1"/>
          </p:cNvSpPr>
          <p:nvPr/>
        </p:nvSpPr>
        <p:spPr bwMode="auto">
          <a:xfrm>
            <a:off x="7651750" y="1971675"/>
            <a:ext cx="42863" cy="47625"/>
          </a:xfrm>
          <a:prstGeom prst="ellipse">
            <a:avLst/>
          </a:pr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1" hangingPunct="1"/>
            <a:endParaRPr lang="en-US" i="0" dirty="0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182323" name="Text Box 45"/>
          <p:cNvSpPr txBox="1">
            <a:spLocks noChangeArrowheads="1"/>
          </p:cNvSpPr>
          <p:nvPr/>
        </p:nvSpPr>
        <p:spPr bwMode="auto">
          <a:xfrm>
            <a:off x="5241925" y="2555875"/>
            <a:ext cx="4127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800" i="0" dirty="0">
                <a:solidFill>
                  <a:srgbClr val="000000"/>
                </a:solidFill>
                <a:latin typeface="Arial" charset="0"/>
              </a:rPr>
              <a:t>…</a:t>
            </a:r>
          </a:p>
        </p:txBody>
      </p:sp>
      <p:grpSp>
        <p:nvGrpSpPr>
          <p:cNvPr id="182324" name="Group 44"/>
          <p:cNvGrpSpPr>
            <a:grpSpLocks/>
          </p:cNvGrpSpPr>
          <p:nvPr/>
        </p:nvGrpSpPr>
        <p:grpSpPr bwMode="auto">
          <a:xfrm>
            <a:off x="4165600" y="2397125"/>
            <a:ext cx="609600" cy="558800"/>
            <a:chOff x="-44" y="1473"/>
            <a:chExt cx="981" cy="1105"/>
          </a:xfrm>
        </p:grpSpPr>
        <p:pic>
          <p:nvPicPr>
            <p:cNvPr id="182414" name="Picture 45" descr="desktop_computer_stylized_medium"/>
            <p:cNvPicPr>
              <a:picLocks noChangeAspect="1" noChangeArrowheads="1"/>
            </p:cNvPicPr>
            <p:nvPr/>
          </p:nvPicPr>
          <p:blipFill>
            <a:blip r:embed="rId2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82415" name="Freeform 46"/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 dirty="0"/>
            </a:p>
          </p:txBody>
        </p:sp>
      </p:grpSp>
      <p:grpSp>
        <p:nvGrpSpPr>
          <p:cNvPr id="182325" name="Group 44"/>
          <p:cNvGrpSpPr>
            <a:grpSpLocks/>
          </p:cNvGrpSpPr>
          <p:nvPr/>
        </p:nvGrpSpPr>
        <p:grpSpPr bwMode="auto">
          <a:xfrm>
            <a:off x="4694238" y="2489200"/>
            <a:ext cx="609600" cy="558800"/>
            <a:chOff x="-44" y="1473"/>
            <a:chExt cx="981" cy="1105"/>
          </a:xfrm>
        </p:grpSpPr>
        <p:pic>
          <p:nvPicPr>
            <p:cNvPr id="182412" name="Picture 45" descr="desktop_computer_stylized_medium"/>
            <p:cNvPicPr>
              <a:picLocks noChangeAspect="1" noChangeArrowheads="1"/>
            </p:cNvPicPr>
            <p:nvPr/>
          </p:nvPicPr>
          <p:blipFill>
            <a:blip r:embed="rId2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82413" name="Freeform 46"/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 dirty="0"/>
            </a:p>
          </p:txBody>
        </p:sp>
      </p:grpSp>
      <p:grpSp>
        <p:nvGrpSpPr>
          <p:cNvPr id="182326" name="Group 44"/>
          <p:cNvGrpSpPr>
            <a:grpSpLocks/>
          </p:cNvGrpSpPr>
          <p:nvPr/>
        </p:nvGrpSpPr>
        <p:grpSpPr bwMode="auto">
          <a:xfrm>
            <a:off x="5414963" y="2509838"/>
            <a:ext cx="609600" cy="558800"/>
            <a:chOff x="-44" y="1473"/>
            <a:chExt cx="981" cy="1105"/>
          </a:xfrm>
        </p:grpSpPr>
        <p:pic>
          <p:nvPicPr>
            <p:cNvPr id="182410" name="Picture 45" descr="desktop_computer_stylized_medium"/>
            <p:cNvPicPr>
              <a:picLocks noChangeAspect="1" noChangeArrowheads="1"/>
            </p:cNvPicPr>
            <p:nvPr/>
          </p:nvPicPr>
          <p:blipFill>
            <a:blip r:embed="rId2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82411" name="Freeform 46"/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 dirty="0"/>
            </a:p>
          </p:txBody>
        </p:sp>
      </p:grpSp>
      <p:grpSp>
        <p:nvGrpSpPr>
          <p:cNvPr id="182327" name="Group 44"/>
          <p:cNvGrpSpPr>
            <a:grpSpLocks/>
          </p:cNvGrpSpPr>
          <p:nvPr/>
        </p:nvGrpSpPr>
        <p:grpSpPr bwMode="auto">
          <a:xfrm>
            <a:off x="6430963" y="2530475"/>
            <a:ext cx="609600" cy="558800"/>
            <a:chOff x="-44" y="1473"/>
            <a:chExt cx="981" cy="1105"/>
          </a:xfrm>
        </p:grpSpPr>
        <p:pic>
          <p:nvPicPr>
            <p:cNvPr id="182408" name="Picture 45" descr="desktop_computer_stylized_medium"/>
            <p:cNvPicPr>
              <a:picLocks noChangeAspect="1" noChangeArrowheads="1"/>
            </p:cNvPicPr>
            <p:nvPr/>
          </p:nvPicPr>
          <p:blipFill>
            <a:blip r:embed="rId2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82409" name="Freeform 46"/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 dirty="0"/>
            </a:p>
          </p:txBody>
        </p:sp>
      </p:grpSp>
      <p:grpSp>
        <p:nvGrpSpPr>
          <p:cNvPr id="182328" name="Group 44"/>
          <p:cNvGrpSpPr>
            <a:grpSpLocks/>
          </p:cNvGrpSpPr>
          <p:nvPr/>
        </p:nvGrpSpPr>
        <p:grpSpPr bwMode="auto">
          <a:xfrm>
            <a:off x="6938963" y="2540000"/>
            <a:ext cx="609600" cy="558800"/>
            <a:chOff x="-44" y="1473"/>
            <a:chExt cx="981" cy="1105"/>
          </a:xfrm>
        </p:grpSpPr>
        <p:pic>
          <p:nvPicPr>
            <p:cNvPr id="182406" name="Picture 45" descr="desktop_computer_stylized_medium"/>
            <p:cNvPicPr>
              <a:picLocks noChangeAspect="1" noChangeArrowheads="1"/>
            </p:cNvPicPr>
            <p:nvPr/>
          </p:nvPicPr>
          <p:blipFill>
            <a:blip r:embed="rId2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82407" name="Freeform 46"/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 dirty="0"/>
            </a:p>
          </p:txBody>
        </p:sp>
      </p:grpSp>
      <p:grpSp>
        <p:nvGrpSpPr>
          <p:cNvPr id="182329" name="Group 44"/>
          <p:cNvGrpSpPr>
            <a:grpSpLocks/>
          </p:cNvGrpSpPr>
          <p:nvPr/>
        </p:nvGrpSpPr>
        <p:grpSpPr bwMode="auto">
          <a:xfrm>
            <a:off x="7802563" y="2357438"/>
            <a:ext cx="609600" cy="558800"/>
            <a:chOff x="-44" y="1473"/>
            <a:chExt cx="981" cy="1105"/>
          </a:xfrm>
        </p:grpSpPr>
        <p:pic>
          <p:nvPicPr>
            <p:cNvPr id="182404" name="Picture 45" descr="desktop_computer_stylized_medium"/>
            <p:cNvPicPr>
              <a:picLocks noChangeAspect="1" noChangeArrowheads="1"/>
            </p:cNvPicPr>
            <p:nvPr/>
          </p:nvPicPr>
          <p:blipFill>
            <a:blip r:embed="rId2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82405" name="Freeform 46"/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 dirty="0"/>
            </a:p>
          </p:txBody>
        </p:sp>
      </p:grpSp>
      <p:grpSp>
        <p:nvGrpSpPr>
          <p:cNvPr id="2" name="Group 1"/>
          <p:cNvGrpSpPr>
            <a:grpSpLocks/>
          </p:cNvGrpSpPr>
          <p:nvPr/>
        </p:nvGrpSpPr>
        <p:grpSpPr bwMode="auto">
          <a:xfrm>
            <a:off x="3902075" y="3695700"/>
            <a:ext cx="5334000" cy="2593975"/>
            <a:chOff x="3902075" y="3695700"/>
            <a:chExt cx="5334289" cy="2593975"/>
          </a:xfrm>
        </p:grpSpPr>
        <p:sp>
          <p:nvSpPr>
            <p:cNvPr id="182332" name="Cloud"/>
            <p:cNvSpPr>
              <a:spLocks noChangeAspect="1" noEditPoints="1" noChangeArrowheads="1"/>
            </p:cNvSpPr>
            <p:nvPr/>
          </p:nvSpPr>
          <p:spPr bwMode="auto">
            <a:xfrm>
              <a:off x="4560888" y="4090988"/>
              <a:ext cx="4516437" cy="1214437"/>
            </a:xfrm>
            <a:custGeom>
              <a:avLst/>
              <a:gdLst>
                <a:gd name="T0" fmla="*/ 2147483647 w 21600"/>
                <a:gd name="T1" fmla="*/ 2147483647 h 21600"/>
                <a:gd name="T2" fmla="*/ 2147483647 w 21600"/>
                <a:gd name="T3" fmla="*/ 2147483647 h 21600"/>
                <a:gd name="T4" fmla="*/ 2147483647 w 21600"/>
                <a:gd name="T5" fmla="*/ 2147483647 h 21600"/>
                <a:gd name="T6" fmla="*/ 2147483647 w 21600"/>
                <a:gd name="T7" fmla="*/ 2147483647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2977 w 21600"/>
                <a:gd name="T13" fmla="*/ 3262 h 21600"/>
                <a:gd name="T14" fmla="*/ 17087 w 21600"/>
                <a:gd name="T15" fmla="*/ 17337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 extrusionOk="0">
                  <a:moveTo>
                    <a:pt x="1949" y="7180"/>
                  </a:moveTo>
                  <a:cubicBezTo>
                    <a:pt x="841" y="7336"/>
                    <a:pt x="0" y="8613"/>
                    <a:pt x="0" y="10137"/>
                  </a:cubicBezTo>
                  <a:cubicBezTo>
                    <a:pt x="-1" y="11192"/>
                    <a:pt x="409" y="12169"/>
                    <a:pt x="1074" y="12702"/>
                  </a:cubicBezTo>
                  <a:lnTo>
                    <a:pt x="1063" y="12668"/>
                  </a:lnTo>
                  <a:cubicBezTo>
                    <a:pt x="685" y="13217"/>
                    <a:pt x="475" y="13940"/>
                    <a:pt x="475" y="14690"/>
                  </a:cubicBezTo>
                  <a:cubicBezTo>
                    <a:pt x="475" y="16325"/>
                    <a:pt x="1451" y="17650"/>
                    <a:pt x="2655" y="17650"/>
                  </a:cubicBezTo>
                  <a:cubicBezTo>
                    <a:pt x="2739" y="17650"/>
                    <a:pt x="2824" y="17643"/>
                    <a:pt x="2909" y="17629"/>
                  </a:cubicBezTo>
                  <a:lnTo>
                    <a:pt x="2897" y="17649"/>
                  </a:lnTo>
                  <a:cubicBezTo>
                    <a:pt x="3585" y="19288"/>
                    <a:pt x="4863" y="20300"/>
                    <a:pt x="6247" y="20300"/>
                  </a:cubicBezTo>
                  <a:cubicBezTo>
                    <a:pt x="6947" y="20299"/>
                    <a:pt x="7635" y="20039"/>
                    <a:pt x="8235" y="19546"/>
                  </a:cubicBezTo>
                  <a:lnTo>
                    <a:pt x="8229" y="19550"/>
                  </a:lnTo>
                  <a:cubicBezTo>
                    <a:pt x="8855" y="20829"/>
                    <a:pt x="9908" y="21597"/>
                    <a:pt x="11036" y="21597"/>
                  </a:cubicBezTo>
                  <a:cubicBezTo>
                    <a:pt x="12523" y="21596"/>
                    <a:pt x="13836" y="20267"/>
                    <a:pt x="14267" y="18324"/>
                  </a:cubicBezTo>
                  <a:lnTo>
                    <a:pt x="14270" y="18350"/>
                  </a:lnTo>
                  <a:cubicBezTo>
                    <a:pt x="14730" y="18740"/>
                    <a:pt x="15260" y="18947"/>
                    <a:pt x="15802" y="18947"/>
                  </a:cubicBezTo>
                  <a:cubicBezTo>
                    <a:pt x="17390" y="18946"/>
                    <a:pt x="18682" y="17205"/>
                    <a:pt x="18694" y="15045"/>
                  </a:cubicBezTo>
                  <a:lnTo>
                    <a:pt x="18689" y="15035"/>
                  </a:lnTo>
                  <a:cubicBezTo>
                    <a:pt x="20357" y="14710"/>
                    <a:pt x="21597" y="12765"/>
                    <a:pt x="21597" y="10472"/>
                  </a:cubicBezTo>
                  <a:cubicBezTo>
                    <a:pt x="21597" y="9456"/>
                    <a:pt x="21350" y="8469"/>
                    <a:pt x="20896" y="7663"/>
                  </a:cubicBezTo>
                  <a:lnTo>
                    <a:pt x="20889" y="7661"/>
                  </a:lnTo>
                  <a:cubicBezTo>
                    <a:pt x="21031" y="7208"/>
                    <a:pt x="21105" y="6721"/>
                    <a:pt x="21105" y="6228"/>
                  </a:cubicBezTo>
                  <a:cubicBezTo>
                    <a:pt x="21105" y="4588"/>
                    <a:pt x="20299" y="3150"/>
                    <a:pt x="19139" y="2719"/>
                  </a:cubicBezTo>
                  <a:lnTo>
                    <a:pt x="19148" y="2712"/>
                  </a:lnTo>
                  <a:cubicBezTo>
                    <a:pt x="18940" y="1142"/>
                    <a:pt x="17933" y="0"/>
                    <a:pt x="16758" y="0"/>
                  </a:cubicBezTo>
                  <a:cubicBezTo>
                    <a:pt x="16044" y="-1"/>
                    <a:pt x="15367" y="426"/>
                    <a:pt x="14905" y="1165"/>
                  </a:cubicBezTo>
                  <a:lnTo>
                    <a:pt x="14909" y="1170"/>
                  </a:lnTo>
                  <a:cubicBezTo>
                    <a:pt x="14497" y="432"/>
                    <a:pt x="13855" y="0"/>
                    <a:pt x="13174" y="0"/>
                  </a:cubicBezTo>
                  <a:cubicBezTo>
                    <a:pt x="12347" y="-1"/>
                    <a:pt x="11590" y="637"/>
                    <a:pt x="11221" y="1645"/>
                  </a:cubicBezTo>
                  <a:lnTo>
                    <a:pt x="11229" y="1694"/>
                  </a:lnTo>
                  <a:cubicBezTo>
                    <a:pt x="10730" y="1024"/>
                    <a:pt x="10058" y="650"/>
                    <a:pt x="9358" y="650"/>
                  </a:cubicBezTo>
                  <a:cubicBezTo>
                    <a:pt x="8372" y="649"/>
                    <a:pt x="7466" y="1391"/>
                    <a:pt x="7003" y="2578"/>
                  </a:cubicBezTo>
                  <a:lnTo>
                    <a:pt x="6995" y="2602"/>
                  </a:lnTo>
                  <a:cubicBezTo>
                    <a:pt x="6477" y="2189"/>
                    <a:pt x="5888" y="1972"/>
                    <a:pt x="5288" y="1972"/>
                  </a:cubicBezTo>
                  <a:cubicBezTo>
                    <a:pt x="3423" y="1972"/>
                    <a:pt x="1912" y="4029"/>
                    <a:pt x="1912" y="6567"/>
                  </a:cubicBezTo>
                  <a:cubicBezTo>
                    <a:pt x="1911" y="6774"/>
                    <a:pt x="1922" y="6981"/>
                    <a:pt x="1942" y="7186"/>
                  </a:cubicBezTo>
                  <a:lnTo>
                    <a:pt x="1949" y="7180"/>
                  </a:lnTo>
                  <a:close/>
                </a:path>
                <a:path w="21600" h="21600" fill="none" extrusionOk="0">
                  <a:moveTo>
                    <a:pt x="1074" y="12702"/>
                  </a:moveTo>
                  <a:cubicBezTo>
                    <a:pt x="1407" y="12969"/>
                    <a:pt x="1786" y="13110"/>
                    <a:pt x="2172" y="13110"/>
                  </a:cubicBezTo>
                  <a:cubicBezTo>
                    <a:pt x="2228" y="13109"/>
                    <a:pt x="2285" y="13107"/>
                    <a:pt x="2341" y="13101"/>
                  </a:cubicBezTo>
                </a:path>
                <a:path w="21600" h="21600" fill="none" extrusionOk="0">
                  <a:moveTo>
                    <a:pt x="2909" y="17629"/>
                  </a:moveTo>
                  <a:cubicBezTo>
                    <a:pt x="3099" y="17599"/>
                    <a:pt x="3285" y="17535"/>
                    <a:pt x="3463" y="17439"/>
                  </a:cubicBezTo>
                </a:path>
                <a:path w="21600" h="21600" fill="none" extrusionOk="0">
                  <a:moveTo>
                    <a:pt x="7895" y="18680"/>
                  </a:moveTo>
                  <a:cubicBezTo>
                    <a:pt x="7983" y="18985"/>
                    <a:pt x="8095" y="19277"/>
                    <a:pt x="8229" y="19550"/>
                  </a:cubicBezTo>
                </a:path>
                <a:path w="21600" h="21600" fill="none" extrusionOk="0">
                  <a:moveTo>
                    <a:pt x="14267" y="18324"/>
                  </a:moveTo>
                  <a:cubicBezTo>
                    <a:pt x="14336" y="18013"/>
                    <a:pt x="14380" y="17693"/>
                    <a:pt x="14400" y="17370"/>
                  </a:cubicBezTo>
                </a:path>
                <a:path w="21600" h="21600" fill="none" extrusionOk="0">
                  <a:moveTo>
                    <a:pt x="18694" y="15045"/>
                  </a:moveTo>
                  <a:cubicBezTo>
                    <a:pt x="18694" y="15034"/>
                    <a:pt x="18695" y="15024"/>
                    <a:pt x="18695" y="15013"/>
                  </a:cubicBezTo>
                  <a:cubicBezTo>
                    <a:pt x="18695" y="13508"/>
                    <a:pt x="18063" y="12136"/>
                    <a:pt x="17069" y="11477"/>
                  </a:cubicBezTo>
                </a:path>
                <a:path w="21600" h="21600" fill="none" extrusionOk="0">
                  <a:moveTo>
                    <a:pt x="20165" y="8999"/>
                  </a:moveTo>
                  <a:cubicBezTo>
                    <a:pt x="20479" y="8635"/>
                    <a:pt x="20726" y="8177"/>
                    <a:pt x="20889" y="7661"/>
                  </a:cubicBezTo>
                </a:path>
                <a:path w="21600" h="21600" fill="none" extrusionOk="0">
                  <a:moveTo>
                    <a:pt x="19186" y="3344"/>
                  </a:moveTo>
                  <a:cubicBezTo>
                    <a:pt x="19186" y="3328"/>
                    <a:pt x="19187" y="3313"/>
                    <a:pt x="19187" y="3297"/>
                  </a:cubicBezTo>
                  <a:cubicBezTo>
                    <a:pt x="19187" y="3101"/>
                    <a:pt x="19174" y="2905"/>
                    <a:pt x="19148" y="2712"/>
                  </a:cubicBezTo>
                </a:path>
                <a:path w="21600" h="21600" fill="none" extrusionOk="0">
                  <a:moveTo>
                    <a:pt x="14905" y="1165"/>
                  </a:moveTo>
                  <a:cubicBezTo>
                    <a:pt x="14754" y="1408"/>
                    <a:pt x="14629" y="1679"/>
                    <a:pt x="14535" y="1971"/>
                  </a:cubicBezTo>
                </a:path>
                <a:path w="21600" h="21600" fill="none" extrusionOk="0">
                  <a:moveTo>
                    <a:pt x="11221" y="1645"/>
                  </a:moveTo>
                  <a:cubicBezTo>
                    <a:pt x="11140" y="1866"/>
                    <a:pt x="11080" y="2099"/>
                    <a:pt x="11041" y="2340"/>
                  </a:cubicBezTo>
                </a:path>
                <a:path w="21600" h="21600" fill="none" extrusionOk="0">
                  <a:moveTo>
                    <a:pt x="7645" y="3276"/>
                  </a:moveTo>
                  <a:cubicBezTo>
                    <a:pt x="7449" y="3016"/>
                    <a:pt x="7231" y="2790"/>
                    <a:pt x="6995" y="2602"/>
                  </a:cubicBezTo>
                </a:path>
                <a:path w="21600" h="21600" fill="none" extrusionOk="0">
                  <a:moveTo>
                    <a:pt x="1942" y="7186"/>
                  </a:moveTo>
                  <a:cubicBezTo>
                    <a:pt x="1966" y="7426"/>
                    <a:pt x="2004" y="7663"/>
                    <a:pt x="2056" y="7895"/>
                  </a:cubicBezTo>
                </a:path>
              </a:pathLst>
            </a:custGeom>
            <a:solidFill>
              <a:schemeClr val="bg1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>
              <a:outerShdw dist="107763" dir="2700000" algn="ctr" rotWithShape="0">
                <a:srgbClr val="808080"/>
              </a:outerShdw>
            </a:effec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3734" name="Rectangle 263"/>
            <p:cNvSpPr>
              <a:spLocks noChangeArrowheads="1"/>
            </p:cNvSpPr>
            <p:nvPr/>
          </p:nvSpPr>
          <p:spPr bwMode="auto">
            <a:xfrm>
              <a:off x="5135630" y="4583113"/>
              <a:ext cx="269890" cy="204787"/>
            </a:xfrm>
            <a:prstGeom prst="rect">
              <a:avLst/>
            </a:prstGeom>
            <a:solidFill>
              <a:srgbClr val="00FF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cs typeface="+mn-cs"/>
              </a:endParaRPr>
            </a:p>
          </p:txBody>
        </p:sp>
        <p:sp>
          <p:nvSpPr>
            <p:cNvPr id="73735" name="Rectangle 262"/>
            <p:cNvSpPr>
              <a:spLocks noChangeArrowheads="1"/>
            </p:cNvSpPr>
            <p:nvPr/>
          </p:nvSpPr>
          <p:spPr bwMode="auto">
            <a:xfrm>
              <a:off x="8064726" y="4811713"/>
              <a:ext cx="279415" cy="238125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cs typeface="+mn-cs"/>
              </a:endParaRPr>
            </a:p>
          </p:txBody>
        </p:sp>
        <p:sp>
          <p:nvSpPr>
            <p:cNvPr id="182335" name="Line 61"/>
            <p:cNvSpPr>
              <a:spLocks noChangeShapeType="1"/>
            </p:cNvSpPr>
            <p:nvPr/>
          </p:nvSpPr>
          <p:spPr bwMode="auto">
            <a:xfrm flipH="1">
              <a:off x="4364038" y="4911725"/>
              <a:ext cx="901700" cy="2794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82336" name="Line 62"/>
            <p:cNvSpPr>
              <a:spLocks noChangeShapeType="1"/>
            </p:cNvSpPr>
            <p:nvPr/>
          </p:nvSpPr>
          <p:spPr bwMode="auto">
            <a:xfrm flipH="1">
              <a:off x="4749800" y="4911725"/>
              <a:ext cx="806450" cy="4191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82337" name="Line 63"/>
            <p:cNvSpPr>
              <a:spLocks noChangeShapeType="1"/>
            </p:cNvSpPr>
            <p:nvPr/>
          </p:nvSpPr>
          <p:spPr bwMode="auto">
            <a:xfrm flipH="1">
              <a:off x="5468938" y="4921250"/>
              <a:ext cx="684212" cy="36671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82338" name="Text Box 72"/>
            <p:cNvSpPr txBox="1">
              <a:spLocks noChangeArrowheads="1"/>
            </p:cNvSpPr>
            <p:nvPr/>
          </p:nvSpPr>
          <p:spPr bwMode="auto">
            <a:xfrm>
              <a:off x="4354513" y="5832475"/>
              <a:ext cx="165100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 eaLnBrk="1" hangingPunct="1"/>
              <a:r>
                <a:rPr lang="en-US" sz="1200" i="0" dirty="0">
                  <a:solidFill>
                    <a:srgbClr val="000000"/>
                  </a:solidFill>
                  <a:latin typeface="Arial" charset="0"/>
                </a:rPr>
                <a:t>Electrical Engineering</a:t>
              </a:r>
            </a:p>
            <a:p>
              <a:pPr algn="ctr" eaLnBrk="1" hangingPunct="1"/>
              <a:r>
                <a:rPr lang="en-US" sz="1200" i="0" dirty="0">
                  <a:solidFill>
                    <a:srgbClr val="000000"/>
                  </a:solidFill>
                  <a:latin typeface="Arial" charset="0"/>
                </a:rPr>
                <a:t>(VLAN ports 1-8)</a:t>
              </a:r>
            </a:p>
          </p:txBody>
        </p:sp>
        <p:sp>
          <p:nvSpPr>
            <p:cNvPr id="182339" name="Text Box 45"/>
            <p:cNvSpPr txBox="1">
              <a:spLocks noChangeArrowheads="1"/>
            </p:cNvSpPr>
            <p:nvPr/>
          </p:nvSpPr>
          <p:spPr bwMode="auto">
            <a:xfrm>
              <a:off x="4903788" y="5256213"/>
              <a:ext cx="412750" cy="3667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eaLnBrk="1" hangingPunct="1"/>
              <a:r>
                <a:rPr lang="en-US" sz="1800" i="0" dirty="0">
                  <a:solidFill>
                    <a:srgbClr val="000000"/>
                  </a:solidFill>
                  <a:latin typeface="Arial" charset="0"/>
                </a:rPr>
                <a:t>…</a:t>
              </a:r>
            </a:p>
          </p:txBody>
        </p:sp>
        <p:grpSp>
          <p:nvGrpSpPr>
            <p:cNvPr id="182340" name="Group 186"/>
            <p:cNvGrpSpPr>
              <a:grpSpLocks/>
            </p:cNvGrpSpPr>
            <p:nvPr/>
          </p:nvGrpSpPr>
          <p:grpSpPr bwMode="auto">
            <a:xfrm>
              <a:off x="5041900" y="4316413"/>
              <a:ext cx="1684338" cy="738187"/>
              <a:chOff x="3479" y="2610"/>
              <a:chExt cx="1061" cy="465"/>
            </a:xfrm>
          </p:grpSpPr>
          <p:sp>
            <p:nvSpPr>
              <p:cNvPr id="182385" name="Rectangle 80"/>
              <p:cNvSpPr>
                <a:spLocks noChangeArrowheads="1"/>
              </p:cNvSpPr>
              <p:nvPr/>
            </p:nvSpPr>
            <p:spPr bwMode="auto">
              <a:xfrm>
                <a:off x="3531" y="2914"/>
                <a:ext cx="183" cy="153"/>
              </a:xfrm>
              <a:prstGeom prst="rect">
                <a:avLst/>
              </a:prstGeom>
              <a:solidFill>
                <a:srgbClr val="00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eaLnBrk="1" hangingPunct="1"/>
                <a:endParaRPr lang="en-US" i="0" dirty="0">
                  <a:solidFill>
                    <a:srgbClr val="000000"/>
                  </a:solidFill>
                  <a:latin typeface="Arial" charset="0"/>
                </a:endParaRPr>
              </a:p>
            </p:txBody>
          </p:sp>
          <p:sp>
            <p:nvSpPr>
              <p:cNvPr id="182386" name="Rectangle 75"/>
              <p:cNvSpPr>
                <a:spLocks noChangeArrowheads="1"/>
              </p:cNvSpPr>
              <p:nvPr/>
            </p:nvSpPr>
            <p:spPr bwMode="auto">
              <a:xfrm>
                <a:off x="3711" y="2779"/>
                <a:ext cx="567" cy="285"/>
              </a:xfrm>
              <a:prstGeom prst="rect">
                <a:avLst/>
              </a:prstGeom>
              <a:solidFill>
                <a:srgbClr val="00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eaLnBrk="1" hangingPunct="1"/>
                <a:endParaRPr lang="en-US" i="0" dirty="0">
                  <a:solidFill>
                    <a:srgbClr val="000000"/>
                  </a:solidFill>
                  <a:latin typeface="Arial" charset="0"/>
                </a:endParaRPr>
              </a:p>
            </p:txBody>
          </p:sp>
          <p:sp>
            <p:nvSpPr>
              <p:cNvPr id="182387" name="Rectangle 2"/>
              <p:cNvSpPr>
                <a:spLocks noChangeArrowheads="1"/>
              </p:cNvSpPr>
              <p:nvPr/>
            </p:nvSpPr>
            <p:spPr bwMode="auto">
              <a:xfrm>
                <a:off x="3531" y="2774"/>
                <a:ext cx="745" cy="295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pPr eaLnBrk="1" hangingPunct="1"/>
                <a:endParaRPr lang="en-US" i="0" dirty="0">
                  <a:solidFill>
                    <a:srgbClr val="000000"/>
                  </a:solidFill>
                  <a:latin typeface="Arial" charset="0"/>
                </a:endParaRPr>
              </a:p>
            </p:txBody>
          </p:sp>
          <p:sp>
            <p:nvSpPr>
              <p:cNvPr id="182388" name="Line 3"/>
              <p:cNvSpPr>
                <a:spLocks noChangeShapeType="1"/>
              </p:cNvSpPr>
              <p:nvPr/>
            </p:nvSpPr>
            <p:spPr bwMode="auto">
              <a:xfrm>
                <a:off x="3532" y="2910"/>
                <a:ext cx="741" cy="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182389" name="Text Box 6"/>
              <p:cNvSpPr txBox="1">
                <a:spLocks noChangeArrowheads="1"/>
              </p:cNvSpPr>
              <p:nvPr/>
            </p:nvSpPr>
            <p:spPr bwMode="auto">
              <a:xfrm>
                <a:off x="3479" y="2748"/>
                <a:ext cx="152" cy="13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400"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400"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400"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eaLnBrk="1" hangingPunct="1"/>
                <a:r>
                  <a:rPr lang="en-US" sz="800" i="0" dirty="0">
                    <a:solidFill>
                      <a:srgbClr val="000000"/>
                    </a:solidFill>
                    <a:latin typeface="Arial" charset="0"/>
                  </a:rPr>
                  <a:t>1</a:t>
                </a:r>
              </a:p>
            </p:txBody>
          </p:sp>
          <p:sp>
            <p:nvSpPr>
              <p:cNvPr id="182390" name="AutoShape 8"/>
              <p:cNvSpPr>
                <a:spLocks noChangeArrowheads="1"/>
              </p:cNvSpPr>
              <p:nvPr/>
            </p:nvSpPr>
            <p:spPr bwMode="auto">
              <a:xfrm>
                <a:off x="3513" y="2611"/>
                <a:ext cx="1027" cy="165"/>
              </a:xfrm>
              <a:prstGeom prst="parallelogram">
                <a:avLst>
                  <a:gd name="adj" fmla="val 155606"/>
                </a:avLst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1" hangingPunct="1"/>
                <a:endParaRPr lang="en-US" i="0" dirty="0">
                  <a:solidFill>
                    <a:srgbClr val="000000"/>
                  </a:solidFill>
                  <a:latin typeface="Arial" charset="0"/>
                </a:endParaRPr>
              </a:p>
            </p:txBody>
          </p:sp>
          <p:sp>
            <p:nvSpPr>
              <p:cNvPr id="182391" name="Freeform 10"/>
              <p:cNvSpPr>
                <a:spLocks/>
              </p:cNvSpPr>
              <p:nvPr/>
            </p:nvSpPr>
            <p:spPr bwMode="auto">
              <a:xfrm>
                <a:off x="3628" y="2639"/>
                <a:ext cx="746" cy="105"/>
              </a:xfrm>
              <a:custGeom>
                <a:avLst/>
                <a:gdLst>
                  <a:gd name="T0" fmla="*/ 0 w 678"/>
                  <a:gd name="T1" fmla="*/ 83 h 110"/>
                  <a:gd name="T2" fmla="*/ 263 w 678"/>
                  <a:gd name="T3" fmla="*/ 82 h 110"/>
                  <a:gd name="T4" fmla="*/ 1007 w 678"/>
                  <a:gd name="T5" fmla="*/ 0 h 110"/>
                  <a:gd name="T6" fmla="*/ 1204 w 678"/>
                  <a:gd name="T7" fmla="*/ 0 h 11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678"/>
                  <a:gd name="T13" fmla="*/ 0 h 110"/>
                  <a:gd name="T14" fmla="*/ 678 w 678"/>
                  <a:gd name="T15" fmla="*/ 110 h 11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678" h="110">
                    <a:moveTo>
                      <a:pt x="0" y="110"/>
                    </a:moveTo>
                    <a:lnTo>
                      <a:pt x="148" y="108"/>
                    </a:lnTo>
                    <a:lnTo>
                      <a:pt x="567" y="0"/>
                    </a:lnTo>
                    <a:lnTo>
                      <a:pt x="678" y="0"/>
                    </a:lnTo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182392" name="Line 18"/>
              <p:cNvSpPr>
                <a:spLocks noChangeShapeType="1"/>
              </p:cNvSpPr>
              <p:nvPr/>
            </p:nvSpPr>
            <p:spPr bwMode="auto">
              <a:xfrm>
                <a:off x="3897" y="2777"/>
                <a:ext cx="0" cy="2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182393" name="Line 21"/>
              <p:cNvSpPr>
                <a:spLocks noChangeShapeType="1"/>
              </p:cNvSpPr>
              <p:nvPr/>
            </p:nvSpPr>
            <p:spPr bwMode="auto">
              <a:xfrm>
                <a:off x="3714" y="2775"/>
                <a:ext cx="0" cy="2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182394" name="Line 22"/>
              <p:cNvSpPr>
                <a:spLocks noChangeShapeType="1"/>
              </p:cNvSpPr>
              <p:nvPr/>
            </p:nvSpPr>
            <p:spPr bwMode="auto">
              <a:xfrm>
                <a:off x="3531" y="2783"/>
                <a:ext cx="0" cy="2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182395" name="Line 23"/>
              <p:cNvSpPr>
                <a:spLocks noChangeShapeType="1"/>
              </p:cNvSpPr>
              <p:nvPr/>
            </p:nvSpPr>
            <p:spPr bwMode="auto">
              <a:xfrm>
                <a:off x="4074" y="2780"/>
                <a:ext cx="0" cy="2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182396" name="Text Box 26"/>
              <p:cNvSpPr txBox="1">
                <a:spLocks noChangeArrowheads="1"/>
              </p:cNvSpPr>
              <p:nvPr/>
            </p:nvSpPr>
            <p:spPr bwMode="auto">
              <a:xfrm>
                <a:off x="4034" y="2880"/>
                <a:ext cx="152" cy="13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400"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400"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400"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eaLnBrk="1" hangingPunct="1"/>
                <a:r>
                  <a:rPr lang="en-US" sz="800" i="0" dirty="0">
                    <a:solidFill>
                      <a:srgbClr val="000000"/>
                    </a:solidFill>
                    <a:latin typeface="Arial" charset="0"/>
                  </a:rPr>
                  <a:t>8</a:t>
                </a:r>
              </a:p>
            </p:txBody>
          </p:sp>
          <p:sp>
            <p:nvSpPr>
              <p:cNvPr id="182397" name="Text Box 30"/>
              <p:cNvSpPr txBox="1">
                <a:spLocks noChangeArrowheads="1"/>
              </p:cNvSpPr>
              <p:nvPr/>
            </p:nvSpPr>
            <p:spPr bwMode="auto">
              <a:xfrm>
                <a:off x="3485" y="2874"/>
                <a:ext cx="152" cy="13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400"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400"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400"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eaLnBrk="1" hangingPunct="1"/>
                <a:r>
                  <a:rPr lang="en-US" sz="800" i="0" dirty="0">
                    <a:solidFill>
                      <a:srgbClr val="000000"/>
                    </a:solidFill>
                    <a:latin typeface="Arial" charset="0"/>
                  </a:rPr>
                  <a:t>2</a:t>
                </a:r>
              </a:p>
            </p:txBody>
          </p:sp>
          <p:sp>
            <p:nvSpPr>
              <p:cNvPr id="182398" name="Text Box 57"/>
              <p:cNvSpPr txBox="1">
                <a:spLocks noChangeArrowheads="1"/>
              </p:cNvSpPr>
              <p:nvPr/>
            </p:nvSpPr>
            <p:spPr bwMode="auto">
              <a:xfrm>
                <a:off x="4031" y="2745"/>
                <a:ext cx="152" cy="13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400"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400"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400"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eaLnBrk="1" hangingPunct="1"/>
                <a:r>
                  <a:rPr lang="en-US" sz="800" i="0" dirty="0">
                    <a:solidFill>
                      <a:srgbClr val="000000"/>
                    </a:solidFill>
                    <a:latin typeface="Arial" charset="0"/>
                  </a:rPr>
                  <a:t>7</a:t>
                </a:r>
              </a:p>
            </p:txBody>
          </p:sp>
          <p:sp>
            <p:nvSpPr>
              <p:cNvPr id="182399" name="Oval 81"/>
              <p:cNvSpPr>
                <a:spLocks noChangeArrowheads="1"/>
              </p:cNvSpPr>
              <p:nvPr/>
            </p:nvSpPr>
            <p:spPr bwMode="auto">
              <a:xfrm>
                <a:off x="3604" y="2972"/>
                <a:ext cx="27" cy="30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eaLnBrk="1" hangingPunct="1"/>
                <a:endParaRPr lang="en-US" i="0" dirty="0">
                  <a:solidFill>
                    <a:srgbClr val="000000"/>
                  </a:solidFill>
                  <a:latin typeface="Arial" charset="0"/>
                </a:endParaRPr>
              </a:p>
            </p:txBody>
          </p:sp>
          <p:sp>
            <p:nvSpPr>
              <p:cNvPr id="182400" name="Oval 82"/>
              <p:cNvSpPr>
                <a:spLocks noChangeArrowheads="1"/>
              </p:cNvSpPr>
              <p:nvPr/>
            </p:nvSpPr>
            <p:spPr bwMode="auto">
              <a:xfrm>
                <a:off x="3788" y="2970"/>
                <a:ext cx="27" cy="30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eaLnBrk="1" hangingPunct="1"/>
                <a:endParaRPr lang="en-US" i="0" dirty="0">
                  <a:solidFill>
                    <a:srgbClr val="000000"/>
                  </a:solidFill>
                  <a:latin typeface="Arial" charset="0"/>
                </a:endParaRPr>
              </a:p>
            </p:txBody>
          </p:sp>
          <p:sp>
            <p:nvSpPr>
              <p:cNvPr id="182401" name="Oval 83"/>
              <p:cNvSpPr>
                <a:spLocks noChangeArrowheads="1"/>
              </p:cNvSpPr>
              <p:nvPr/>
            </p:nvSpPr>
            <p:spPr bwMode="auto">
              <a:xfrm>
                <a:off x="4158" y="2973"/>
                <a:ext cx="27" cy="30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eaLnBrk="1" hangingPunct="1"/>
                <a:endParaRPr lang="en-US" i="0" dirty="0">
                  <a:solidFill>
                    <a:srgbClr val="000000"/>
                  </a:solidFill>
                  <a:latin typeface="Arial" charset="0"/>
                </a:endParaRPr>
              </a:p>
            </p:txBody>
          </p:sp>
          <p:sp>
            <p:nvSpPr>
              <p:cNvPr id="182402" name="Freeform 10"/>
              <p:cNvSpPr>
                <a:spLocks/>
              </p:cNvSpPr>
              <p:nvPr/>
            </p:nvSpPr>
            <p:spPr bwMode="auto">
              <a:xfrm flipV="1">
                <a:off x="3754" y="2639"/>
                <a:ext cx="550" cy="105"/>
              </a:xfrm>
              <a:custGeom>
                <a:avLst/>
                <a:gdLst>
                  <a:gd name="T0" fmla="*/ 0 w 678"/>
                  <a:gd name="T1" fmla="*/ 83 h 110"/>
                  <a:gd name="T2" fmla="*/ 42 w 678"/>
                  <a:gd name="T3" fmla="*/ 82 h 110"/>
                  <a:gd name="T4" fmla="*/ 162 w 678"/>
                  <a:gd name="T5" fmla="*/ 0 h 110"/>
                  <a:gd name="T6" fmla="*/ 193 w 678"/>
                  <a:gd name="T7" fmla="*/ 0 h 11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678"/>
                  <a:gd name="T13" fmla="*/ 0 h 110"/>
                  <a:gd name="T14" fmla="*/ 678 w 678"/>
                  <a:gd name="T15" fmla="*/ 110 h 11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678" h="110">
                    <a:moveTo>
                      <a:pt x="0" y="110"/>
                    </a:moveTo>
                    <a:lnTo>
                      <a:pt x="148" y="108"/>
                    </a:lnTo>
                    <a:lnTo>
                      <a:pt x="567" y="0"/>
                    </a:lnTo>
                    <a:lnTo>
                      <a:pt x="678" y="0"/>
                    </a:lnTo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rot="10800000"/>
              <a:lstStyle/>
              <a:p>
                <a:endParaRPr lang="en-US" dirty="0"/>
              </a:p>
            </p:txBody>
          </p:sp>
          <p:sp>
            <p:nvSpPr>
              <p:cNvPr id="182403" name="Freeform 185"/>
              <p:cNvSpPr>
                <a:spLocks/>
              </p:cNvSpPr>
              <p:nvPr/>
            </p:nvSpPr>
            <p:spPr bwMode="auto">
              <a:xfrm>
                <a:off x="4274" y="2610"/>
                <a:ext cx="264" cy="456"/>
              </a:xfrm>
              <a:custGeom>
                <a:avLst/>
                <a:gdLst>
                  <a:gd name="T0" fmla="*/ 264 w 264"/>
                  <a:gd name="T1" fmla="*/ 0 h 456"/>
                  <a:gd name="T2" fmla="*/ 262 w 264"/>
                  <a:gd name="T3" fmla="*/ 248 h 456"/>
                  <a:gd name="T4" fmla="*/ 0 w 264"/>
                  <a:gd name="T5" fmla="*/ 456 h 456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64" h="456">
                    <a:moveTo>
                      <a:pt x="264" y="0"/>
                    </a:moveTo>
                    <a:lnTo>
                      <a:pt x="262" y="248"/>
                    </a:lnTo>
                    <a:lnTo>
                      <a:pt x="0" y="456"/>
                    </a:lnTo>
                  </a:path>
                </a:pathLst>
              </a:custGeom>
              <a:noFill/>
              <a:ln w="9525" cap="flat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</p:grpSp>
        <p:grpSp>
          <p:nvGrpSpPr>
            <p:cNvPr id="182341" name="Group 210"/>
            <p:cNvGrpSpPr>
              <a:grpSpLocks/>
            </p:cNvGrpSpPr>
            <p:nvPr/>
          </p:nvGrpSpPr>
          <p:grpSpPr bwMode="auto">
            <a:xfrm>
              <a:off x="7080250" y="4318000"/>
              <a:ext cx="1698625" cy="742950"/>
              <a:chOff x="1003" y="3585"/>
              <a:chExt cx="1070" cy="468"/>
            </a:xfrm>
          </p:grpSpPr>
          <p:grpSp>
            <p:nvGrpSpPr>
              <p:cNvPr id="182366" name="Group 207"/>
              <p:cNvGrpSpPr>
                <a:grpSpLocks/>
              </p:cNvGrpSpPr>
              <p:nvPr/>
            </p:nvGrpSpPr>
            <p:grpSpPr bwMode="auto">
              <a:xfrm>
                <a:off x="1003" y="3723"/>
                <a:ext cx="796" cy="330"/>
                <a:chOff x="2444" y="3759"/>
                <a:chExt cx="796" cy="330"/>
              </a:xfrm>
            </p:grpSpPr>
            <p:sp>
              <p:nvSpPr>
                <p:cNvPr id="182373" name="Rectangle 77"/>
                <p:cNvSpPr>
                  <a:spLocks noChangeArrowheads="1"/>
                </p:cNvSpPr>
                <p:nvPr/>
              </p:nvSpPr>
              <p:spPr bwMode="auto">
                <a:xfrm>
                  <a:off x="3057" y="3793"/>
                  <a:ext cx="183" cy="132"/>
                </a:xfrm>
                <a:prstGeom prst="rect">
                  <a:avLst/>
                </a:prstGeom>
                <a:solidFill>
                  <a:srgbClr val="FFFF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eaLnBrk="1" hangingPunct="1"/>
                  <a:endParaRPr lang="en-US" i="0" dirty="0">
                    <a:solidFill>
                      <a:srgbClr val="000000"/>
                    </a:solidFill>
                    <a:latin typeface="Arial" charset="0"/>
                  </a:endParaRPr>
                </a:p>
              </p:txBody>
            </p:sp>
            <p:sp>
              <p:nvSpPr>
                <p:cNvPr id="182374" name="Rectangle 76"/>
                <p:cNvSpPr>
                  <a:spLocks noChangeArrowheads="1"/>
                </p:cNvSpPr>
                <p:nvPr/>
              </p:nvSpPr>
              <p:spPr bwMode="auto">
                <a:xfrm>
                  <a:off x="2496" y="3796"/>
                  <a:ext cx="561" cy="288"/>
                </a:xfrm>
                <a:prstGeom prst="rect">
                  <a:avLst/>
                </a:prstGeom>
                <a:solidFill>
                  <a:srgbClr val="FFFF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eaLnBrk="1" hangingPunct="1"/>
                  <a:endParaRPr lang="en-US" i="0" dirty="0">
                    <a:solidFill>
                      <a:srgbClr val="000000"/>
                    </a:solidFill>
                    <a:latin typeface="Arial" charset="0"/>
                  </a:endParaRPr>
                </a:p>
              </p:txBody>
            </p:sp>
            <p:sp>
              <p:nvSpPr>
                <p:cNvPr id="182375" name="Line 17"/>
                <p:cNvSpPr>
                  <a:spLocks noChangeShapeType="1"/>
                </p:cNvSpPr>
                <p:nvPr/>
              </p:nvSpPr>
              <p:spPr bwMode="auto">
                <a:xfrm>
                  <a:off x="2874" y="3797"/>
                  <a:ext cx="0" cy="29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 dirty="0"/>
                </a:p>
              </p:txBody>
            </p:sp>
            <p:sp>
              <p:nvSpPr>
                <p:cNvPr id="182376" name="Line 24"/>
                <p:cNvSpPr>
                  <a:spLocks noChangeShapeType="1"/>
                </p:cNvSpPr>
                <p:nvPr/>
              </p:nvSpPr>
              <p:spPr bwMode="auto">
                <a:xfrm>
                  <a:off x="2688" y="3794"/>
                  <a:ext cx="0" cy="29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 dirty="0"/>
                </a:p>
              </p:txBody>
            </p:sp>
            <p:sp>
              <p:nvSpPr>
                <p:cNvPr id="182377" name="Line 25"/>
                <p:cNvSpPr>
                  <a:spLocks noChangeShapeType="1"/>
                </p:cNvSpPr>
                <p:nvPr/>
              </p:nvSpPr>
              <p:spPr bwMode="auto">
                <a:xfrm>
                  <a:off x="3060" y="3791"/>
                  <a:ext cx="0" cy="29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 dirty="0"/>
                </a:p>
              </p:txBody>
            </p:sp>
            <p:sp>
              <p:nvSpPr>
                <p:cNvPr id="182378" name="Text Box 27"/>
                <p:cNvSpPr txBox="1">
                  <a:spLocks noChangeArrowheads="1"/>
                </p:cNvSpPr>
                <p:nvPr/>
              </p:nvSpPr>
              <p:spPr bwMode="auto">
                <a:xfrm>
                  <a:off x="2456" y="3762"/>
                  <a:ext cx="152" cy="13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2pPr>
                  <a:lvl3pPr marL="1143000" indent="-228600">
                    <a:defRPr sz="2400"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3pPr>
                  <a:lvl4pPr marL="1600200" indent="-228600">
                    <a:defRPr sz="2400"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4pPr>
                  <a:lvl5pPr marL="2057400" indent="-228600">
                    <a:defRPr sz="2400"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9pPr>
                </a:lstStyle>
                <a:p>
                  <a:pPr eaLnBrk="1" hangingPunct="1"/>
                  <a:r>
                    <a:rPr lang="en-US" sz="800" i="0" dirty="0">
                      <a:solidFill>
                        <a:srgbClr val="000000"/>
                      </a:solidFill>
                      <a:latin typeface="Arial" charset="0"/>
                    </a:rPr>
                    <a:t>9</a:t>
                  </a:r>
                </a:p>
              </p:txBody>
            </p:sp>
            <p:sp>
              <p:nvSpPr>
                <p:cNvPr id="182379" name="Text Box 28"/>
                <p:cNvSpPr txBox="1">
                  <a:spLocks noChangeArrowheads="1"/>
                </p:cNvSpPr>
                <p:nvPr/>
              </p:nvSpPr>
              <p:spPr bwMode="auto">
                <a:xfrm>
                  <a:off x="3008" y="3900"/>
                  <a:ext cx="188" cy="13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2pPr>
                  <a:lvl3pPr marL="1143000" indent="-228600">
                    <a:defRPr sz="2400"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3pPr>
                  <a:lvl4pPr marL="1600200" indent="-228600">
                    <a:defRPr sz="2400"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4pPr>
                  <a:lvl5pPr marL="2057400" indent="-228600">
                    <a:defRPr sz="2400"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9pPr>
                </a:lstStyle>
                <a:p>
                  <a:pPr eaLnBrk="1" hangingPunct="1"/>
                  <a:r>
                    <a:rPr lang="en-US" sz="800" i="0" dirty="0">
                      <a:solidFill>
                        <a:srgbClr val="000000"/>
                      </a:solidFill>
                      <a:latin typeface="Arial" charset="0"/>
                    </a:rPr>
                    <a:t>16</a:t>
                  </a:r>
                </a:p>
              </p:txBody>
            </p:sp>
            <p:sp>
              <p:nvSpPr>
                <p:cNvPr id="182380" name="Text Box 29"/>
                <p:cNvSpPr txBox="1">
                  <a:spLocks noChangeArrowheads="1"/>
                </p:cNvSpPr>
                <p:nvPr/>
              </p:nvSpPr>
              <p:spPr bwMode="auto">
                <a:xfrm>
                  <a:off x="2444" y="3900"/>
                  <a:ext cx="188" cy="13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2pPr>
                  <a:lvl3pPr marL="1143000" indent="-228600">
                    <a:defRPr sz="2400"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3pPr>
                  <a:lvl4pPr marL="1600200" indent="-228600">
                    <a:defRPr sz="2400"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4pPr>
                  <a:lvl5pPr marL="2057400" indent="-228600">
                    <a:defRPr sz="2400"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9pPr>
                </a:lstStyle>
                <a:p>
                  <a:pPr eaLnBrk="1" hangingPunct="1"/>
                  <a:r>
                    <a:rPr lang="en-US" sz="800" i="0" dirty="0">
                      <a:solidFill>
                        <a:srgbClr val="000000"/>
                      </a:solidFill>
                      <a:latin typeface="Arial" charset="0"/>
                    </a:rPr>
                    <a:t>10</a:t>
                  </a:r>
                </a:p>
              </p:txBody>
            </p:sp>
            <p:sp>
              <p:nvSpPr>
                <p:cNvPr id="182381" name="Text Box 74"/>
                <p:cNvSpPr txBox="1">
                  <a:spLocks noChangeArrowheads="1"/>
                </p:cNvSpPr>
                <p:nvPr/>
              </p:nvSpPr>
              <p:spPr bwMode="auto">
                <a:xfrm>
                  <a:off x="3005" y="3759"/>
                  <a:ext cx="188" cy="13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2pPr>
                  <a:lvl3pPr marL="1143000" indent="-228600">
                    <a:defRPr sz="2400"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3pPr>
                  <a:lvl4pPr marL="1600200" indent="-228600">
                    <a:defRPr sz="2400"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4pPr>
                  <a:lvl5pPr marL="2057400" indent="-228600">
                    <a:defRPr sz="2400"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9pPr>
                </a:lstStyle>
                <a:p>
                  <a:pPr eaLnBrk="1" hangingPunct="1"/>
                  <a:r>
                    <a:rPr lang="en-US" sz="800" i="0" dirty="0">
                      <a:solidFill>
                        <a:srgbClr val="000000"/>
                      </a:solidFill>
                      <a:latin typeface="Arial" charset="0"/>
                    </a:rPr>
                    <a:t>15</a:t>
                  </a:r>
                </a:p>
              </p:txBody>
            </p:sp>
            <p:sp>
              <p:nvSpPr>
                <p:cNvPr id="182382" name="Oval 84"/>
                <p:cNvSpPr>
                  <a:spLocks noChangeArrowheads="1"/>
                </p:cNvSpPr>
                <p:nvPr/>
              </p:nvSpPr>
              <p:spPr bwMode="auto">
                <a:xfrm>
                  <a:off x="2588" y="3988"/>
                  <a:ext cx="27" cy="30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eaLnBrk="1" hangingPunct="1"/>
                  <a:endParaRPr lang="en-US" i="0" dirty="0">
                    <a:solidFill>
                      <a:srgbClr val="000000"/>
                    </a:solidFill>
                    <a:latin typeface="Arial" charset="0"/>
                  </a:endParaRPr>
                </a:p>
              </p:txBody>
            </p:sp>
            <p:sp>
              <p:nvSpPr>
                <p:cNvPr id="182383" name="Oval 85"/>
                <p:cNvSpPr>
                  <a:spLocks noChangeArrowheads="1"/>
                </p:cNvSpPr>
                <p:nvPr/>
              </p:nvSpPr>
              <p:spPr bwMode="auto">
                <a:xfrm>
                  <a:off x="2580" y="3853"/>
                  <a:ext cx="27" cy="30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eaLnBrk="1" hangingPunct="1"/>
                  <a:endParaRPr lang="en-US" i="0" dirty="0">
                    <a:solidFill>
                      <a:srgbClr val="000000"/>
                    </a:solidFill>
                    <a:latin typeface="Arial" charset="0"/>
                  </a:endParaRPr>
                </a:p>
              </p:txBody>
            </p:sp>
            <p:sp>
              <p:nvSpPr>
                <p:cNvPr id="182384" name="Oval 86"/>
                <p:cNvSpPr>
                  <a:spLocks noChangeArrowheads="1"/>
                </p:cNvSpPr>
                <p:nvPr/>
              </p:nvSpPr>
              <p:spPr bwMode="auto">
                <a:xfrm>
                  <a:off x="3131" y="3851"/>
                  <a:ext cx="27" cy="30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eaLnBrk="1" hangingPunct="1"/>
                  <a:endParaRPr lang="en-US" i="0" dirty="0">
                    <a:solidFill>
                      <a:srgbClr val="000000"/>
                    </a:solidFill>
                    <a:latin typeface="Arial" charset="0"/>
                  </a:endParaRPr>
                </a:p>
              </p:txBody>
            </p:sp>
          </p:grpSp>
          <p:sp>
            <p:nvSpPr>
              <p:cNvPr id="182367" name="AutoShape 8"/>
              <p:cNvSpPr>
                <a:spLocks noChangeArrowheads="1"/>
              </p:cNvSpPr>
              <p:nvPr/>
            </p:nvSpPr>
            <p:spPr bwMode="auto">
              <a:xfrm>
                <a:off x="1046" y="3586"/>
                <a:ext cx="1027" cy="165"/>
              </a:xfrm>
              <a:prstGeom prst="parallelogram">
                <a:avLst>
                  <a:gd name="adj" fmla="val 155606"/>
                </a:avLst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1" hangingPunct="1"/>
                <a:endParaRPr lang="en-US" i="0" dirty="0">
                  <a:solidFill>
                    <a:srgbClr val="000000"/>
                  </a:solidFill>
                  <a:latin typeface="Arial" charset="0"/>
                </a:endParaRPr>
              </a:p>
            </p:txBody>
          </p:sp>
          <p:sp>
            <p:nvSpPr>
              <p:cNvPr id="182368" name="Freeform 10"/>
              <p:cNvSpPr>
                <a:spLocks/>
              </p:cNvSpPr>
              <p:nvPr/>
            </p:nvSpPr>
            <p:spPr bwMode="auto">
              <a:xfrm>
                <a:off x="1161" y="3614"/>
                <a:ext cx="746" cy="105"/>
              </a:xfrm>
              <a:custGeom>
                <a:avLst/>
                <a:gdLst>
                  <a:gd name="T0" fmla="*/ 0 w 678"/>
                  <a:gd name="T1" fmla="*/ 83 h 110"/>
                  <a:gd name="T2" fmla="*/ 263 w 678"/>
                  <a:gd name="T3" fmla="*/ 82 h 110"/>
                  <a:gd name="T4" fmla="*/ 1007 w 678"/>
                  <a:gd name="T5" fmla="*/ 0 h 110"/>
                  <a:gd name="T6" fmla="*/ 1204 w 678"/>
                  <a:gd name="T7" fmla="*/ 0 h 11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678"/>
                  <a:gd name="T13" fmla="*/ 0 h 110"/>
                  <a:gd name="T14" fmla="*/ 678 w 678"/>
                  <a:gd name="T15" fmla="*/ 110 h 11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678" h="110">
                    <a:moveTo>
                      <a:pt x="0" y="110"/>
                    </a:moveTo>
                    <a:lnTo>
                      <a:pt x="148" y="108"/>
                    </a:lnTo>
                    <a:lnTo>
                      <a:pt x="567" y="0"/>
                    </a:lnTo>
                    <a:lnTo>
                      <a:pt x="678" y="0"/>
                    </a:lnTo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182369" name="Freeform 10"/>
              <p:cNvSpPr>
                <a:spLocks/>
              </p:cNvSpPr>
              <p:nvPr/>
            </p:nvSpPr>
            <p:spPr bwMode="auto">
              <a:xfrm flipV="1">
                <a:off x="1287" y="3614"/>
                <a:ext cx="550" cy="105"/>
              </a:xfrm>
              <a:custGeom>
                <a:avLst/>
                <a:gdLst>
                  <a:gd name="T0" fmla="*/ 0 w 678"/>
                  <a:gd name="T1" fmla="*/ 83 h 110"/>
                  <a:gd name="T2" fmla="*/ 42 w 678"/>
                  <a:gd name="T3" fmla="*/ 82 h 110"/>
                  <a:gd name="T4" fmla="*/ 162 w 678"/>
                  <a:gd name="T5" fmla="*/ 0 h 110"/>
                  <a:gd name="T6" fmla="*/ 193 w 678"/>
                  <a:gd name="T7" fmla="*/ 0 h 11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678"/>
                  <a:gd name="T13" fmla="*/ 0 h 110"/>
                  <a:gd name="T14" fmla="*/ 678 w 678"/>
                  <a:gd name="T15" fmla="*/ 110 h 11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678" h="110">
                    <a:moveTo>
                      <a:pt x="0" y="110"/>
                    </a:moveTo>
                    <a:lnTo>
                      <a:pt x="148" y="108"/>
                    </a:lnTo>
                    <a:lnTo>
                      <a:pt x="567" y="0"/>
                    </a:lnTo>
                    <a:lnTo>
                      <a:pt x="678" y="0"/>
                    </a:lnTo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rot="10800000"/>
              <a:lstStyle/>
              <a:p>
                <a:endParaRPr lang="en-US" dirty="0"/>
              </a:p>
            </p:txBody>
          </p:sp>
          <p:sp>
            <p:nvSpPr>
              <p:cNvPr id="182370" name="Freeform 206"/>
              <p:cNvSpPr>
                <a:spLocks/>
              </p:cNvSpPr>
              <p:nvPr/>
            </p:nvSpPr>
            <p:spPr bwMode="auto">
              <a:xfrm>
                <a:off x="1807" y="3585"/>
                <a:ext cx="264" cy="456"/>
              </a:xfrm>
              <a:custGeom>
                <a:avLst/>
                <a:gdLst>
                  <a:gd name="T0" fmla="*/ 264 w 264"/>
                  <a:gd name="T1" fmla="*/ 0 h 456"/>
                  <a:gd name="T2" fmla="*/ 262 w 264"/>
                  <a:gd name="T3" fmla="*/ 248 h 456"/>
                  <a:gd name="T4" fmla="*/ 0 w 264"/>
                  <a:gd name="T5" fmla="*/ 456 h 456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64" h="456">
                    <a:moveTo>
                      <a:pt x="264" y="0"/>
                    </a:moveTo>
                    <a:lnTo>
                      <a:pt x="262" y="248"/>
                    </a:lnTo>
                    <a:lnTo>
                      <a:pt x="0" y="456"/>
                    </a:lnTo>
                  </a:path>
                </a:pathLst>
              </a:custGeom>
              <a:noFill/>
              <a:ln w="9525" cap="flat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182371" name="Freeform 208"/>
              <p:cNvSpPr>
                <a:spLocks/>
              </p:cNvSpPr>
              <p:nvPr/>
            </p:nvSpPr>
            <p:spPr bwMode="auto">
              <a:xfrm>
                <a:off x="1044" y="3747"/>
                <a:ext cx="762" cy="303"/>
              </a:xfrm>
              <a:custGeom>
                <a:avLst/>
                <a:gdLst>
                  <a:gd name="T0" fmla="*/ 0 w 762"/>
                  <a:gd name="T1" fmla="*/ 3 h 303"/>
                  <a:gd name="T2" fmla="*/ 0 w 762"/>
                  <a:gd name="T3" fmla="*/ 303 h 303"/>
                  <a:gd name="T4" fmla="*/ 762 w 762"/>
                  <a:gd name="T5" fmla="*/ 303 h 303"/>
                  <a:gd name="T6" fmla="*/ 762 w 762"/>
                  <a:gd name="T7" fmla="*/ 0 h 303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762" h="303">
                    <a:moveTo>
                      <a:pt x="0" y="3"/>
                    </a:moveTo>
                    <a:lnTo>
                      <a:pt x="0" y="303"/>
                    </a:lnTo>
                    <a:lnTo>
                      <a:pt x="762" y="303"/>
                    </a:lnTo>
                    <a:lnTo>
                      <a:pt x="762" y="0"/>
                    </a:lnTo>
                  </a:path>
                </a:pathLst>
              </a:custGeom>
              <a:noFill/>
              <a:ln w="9525" cap="flat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73840" name="Line 209"/>
              <p:cNvSpPr>
                <a:spLocks noChangeShapeType="1"/>
              </p:cNvSpPr>
              <p:nvPr/>
            </p:nvSpPr>
            <p:spPr bwMode="auto">
              <a:xfrm flipV="1">
                <a:off x="1044" y="3888"/>
                <a:ext cx="768" cy="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</p:grpSp>
        <p:sp>
          <p:nvSpPr>
            <p:cNvPr id="182342" name="Text Box 64"/>
            <p:cNvSpPr txBox="1">
              <a:spLocks noChangeArrowheads="1"/>
            </p:cNvSpPr>
            <p:nvPr/>
          </p:nvSpPr>
          <p:spPr bwMode="auto">
            <a:xfrm>
              <a:off x="8037513" y="5297488"/>
              <a:ext cx="412750" cy="3667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eaLnBrk="1" hangingPunct="1"/>
              <a:r>
                <a:rPr lang="en-US" sz="1800" i="0" dirty="0">
                  <a:solidFill>
                    <a:srgbClr val="000000"/>
                  </a:solidFill>
                  <a:latin typeface="Arial" charset="0"/>
                </a:rPr>
                <a:t>…</a:t>
              </a:r>
            </a:p>
          </p:txBody>
        </p:sp>
        <p:sp>
          <p:nvSpPr>
            <p:cNvPr id="182343" name="Line 69"/>
            <p:cNvSpPr>
              <a:spLocks noChangeShapeType="1"/>
            </p:cNvSpPr>
            <p:nvPr/>
          </p:nvSpPr>
          <p:spPr bwMode="auto">
            <a:xfrm>
              <a:off x="7324725" y="4922838"/>
              <a:ext cx="101600" cy="37782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82344" name="Line 70"/>
            <p:cNvSpPr>
              <a:spLocks noChangeShapeType="1"/>
            </p:cNvSpPr>
            <p:nvPr/>
          </p:nvSpPr>
          <p:spPr bwMode="auto">
            <a:xfrm>
              <a:off x="7315200" y="4721225"/>
              <a:ext cx="479425" cy="6032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82345" name="Line 71"/>
            <p:cNvSpPr>
              <a:spLocks noChangeShapeType="1"/>
            </p:cNvSpPr>
            <p:nvPr/>
          </p:nvSpPr>
          <p:spPr bwMode="auto">
            <a:xfrm>
              <a:off x="8170863" y="4665663"/>
              <a:ext cx="514350" cy="48418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82346" name="Text Box 73"/>
            <p:cNvSpPr txBox="1">
              <a:spLocks noChangeArrowheads="1"/>
            </p:cNvSpPr>
            <p:nvPr/>
          </p:nvSpPr>
          <p:spPr bwMode="auto">
            <a:xfrm>
              <a:off x="7364413" y="5827713"/>
              <a:ext cx="1433512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 eaLnBrk="1" hangingPunct="1"/>
              <a:r>
                <a:rPr lang="en-US" sz="1200" i="0" dirty="0">
                  <a:solidFill>
                    <a:srgbClr val="000000"/>
                  </a:solidFill>
                  <a:latin typeface="Arial" charset="0"/>
                </a:rPr>
                <a:t>Computer Science</a:t>
              </a:r>
            </a:p>
            <a:p>
              <a:pPr algn="ctr" eaLnBrk="1" hangingPunct="1"/>
              <a:r>
                <a:rPr lang="en-US" sz="1200" i="0" dirty="0">
                  <a:solidFill>
                    <a:srgbClr val="000000"/>
                  </a:solidFill>
                  <a:latin typeface="Arial" charset="0"/>
                </a:rPr>
                <a:t>(VLAN ports 9-16)</a:t>
              </a:r>
            </a:p>
          </p:txBody>
        </p:sp>
        <p:sp>
          <p:nvSpPr>
            <p:cNvPr id="73796" name="Rectangle 211"/>
            <p:cNvSpPr>
              <a:spLocks noChangeArrowheads="1"/>
            </p:cNvSpPr>
            <p:nvPr/>
          </p:nvSpPr>
          <p:spPr bwMode="auto">
            <a:xfrm>
              <a:off x="4095760" y="3695700"/>
              <a:ext cx="5140604" cy="50006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342900" indent="-34290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charset="0"/>
                <a:buNone/>
                <a:defRPr/>
              </a:pPr>
              <a:r>
                <a:rPr lang="en-US" sz="2400" i="0" dirty="0">
                  <a:solidFill>
                    <a:srgbClr val="000000"/>
                  </a:solidFill>
                  <a:latin typeface="Gill Sans MT" charset="0"/>
                  <a:cs typeface="+mn-cs"/>
                </a:rPr>
                <a:t>… operates as </a:t>
              </a:r>
              <a:r>
                <a:rPr lang="en-US" sz="2400" dirty="0">
                  <a:solidFill>
                    <a:srgbClr val="CC0000"/>
                  </a:solidFill>
                  <a:latin typeface="Gill Sans MT" charset="0"/>
                  <a:cs typeface="+mn-cs"/>
                </a:rPr>
                <a:t>multiple</a:t>
              </a:r>
              <a:r>
                <a:rPr lang="en-US" sz="2400" i="0" dirty="0">
                  <a:solidFill>
                    <a:srgbClr val="CC0000"/>
                  </a:solidFill>
                  <a:latin typeface="Gill Sans MT" charset="0"/>
                  <a:cs typeface="+mn-cs"/>
                </a:rPr>
                <a:t> </a:t>
              </a:r>
              <a:r>
                <a:rPr lang="en-US" sz="2400" i="0" dirty="0">
                  <a:solidFill>
                    <a:srgbClr val="000000"/>
                  </a:solidFill>
                  <a:latin typeface="Gill Sans MT" charset="0"/>
                  <a:cs typeface="+mn-cs"/>
                </a:rPr>
                <a:t>virtual switches</a:t>
              </a:r>
            </a:p>
            <a:p>
              <a:pPr marL="342900" indent="-34290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charset="0"/>
                <a:buChar char="v"/>
                <a:defRPr/>
              </a:pPr>
              <a:endParaRPr lang="en-US" sz="2000" i="0" dirty="0">
                <a:solidFill>
                  <a:srgbClr val="000000"/>
                </a:solidFill>
                <a:latin typeface="Gill Sans MT" charset="0"/>
                <a:cs typeface="+mn-cs"/>
              </a:endParaRPr>
            </a:p>
          </p:txBody>
        </p:sp>
        <p:grpSp>
          <p:nvGrpSpPr>
            <p:cNvPr id="182348" name="Group 44"/>
            <p:cNvGrpSpPr>
              <a:grpSpLocks/>
            </p:cNvGrpSpPr>
            <p:nvPr/>
          </p:nvGrpSpPr>
          <p:grpSpPr bwMode="auto">
            <a:xfrm>
              <a:off x="3902075" y="5110163"/>
              <a:ext cx="609600" cy="558800"/>
              <a:chOff x="-44" y="1473"/>
              <a:chExt cx="981" cy="1105"/>
            </a:xfrm>
          </p:grpSpPr>
          <p:pic>
            <p:nvPicPr>
              <p:cNvPr id="182364" name="Picture 45" descr="desktop_computer_stylized_medium"/>
              <p:cNvPicPr>
                <a:picLocks noChangeAspect="1" noChangeArrowheads="1"/>
              </p:cNvPicPr>
              <p:nvPr/>
            </p:nvPicPr>
            <p:blipFill>
              <a:blip r:embed="rId2" cstate="email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82365" name="Freeform 46"/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1736 w 356"/>
                  <a:gd name="T3" fmla="*/ 95 h 368"/>
                  <a:gd name="T4" fmla="*/ 2059 w 356"/>
                  <a:gd name="T5" fmla="*/ 1990 h 368"/>
                  <a:gd name="T6" fmla="*/ 454 w 356"/>
                  <a:gd name="T7" fmla="*/ 2489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</p:grpSp>
        <p:grpSp>
          <p:nvGrpSpPr>
            <p:cNvPr id="182349" name="Group 44"/>
            <p:cNvGrpSpPr>
              <a:grpSpLocks/>
            </p:cNvGrpSpPr>
            <p:nvPr/>
          </p:nvGrpSpPr>
          <p:grpSpPr bwMode="auto">
            <a:xfrm>
              <a:off x="4429125" y="5202238"/>
              <a:ext cx="609600" cy="558800"/>
              <a:chOff x="-44" y="1473"/>
              <a:chExt cx="981" cy="1105"/>
            </a:xfrm>
          </p:grpSpPr>
          <p:pic>
            <p:nvPicPr>
              <p:cNvPr id="182362" name="Picture 45" descr="desktop_computer_stylized_medium"/>
              <p:cNvPicPr>
                <a:picLocks noChangeAspect="1" noChangeArrowheads="1"/>
              </p:cNvPicPr>
              <p:nvPr/>
            </p:nvPicPr>
            <p:blipFill>
              <a:blip r:embed="rId2" cstate="email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82363" name="Freeform 46"/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1736 w 356"/>
                  <a:gd name="T3" fmla="*/ 95 h 368"/>
                  <a:gd name="T4" fmla="*/ 2059 w 356"/>
                  <a:gd name="T5" fmla="*/ 1990 h 368"/>
                  <a:gd name="T6" fmla="*/ 454 w 356"/>
                  <a:gd name="T7" fmla="*/ 2489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</p:grpSp>
        <p:grpSp>
          <p:nvGrpSpPr>
            <p:cNvPr id="182350" name="Group 44"/>
            <p:cNvGrpSpPr>
              <a:grpSpLocks/>
            </p:cNvGrpSpPr>
            <p:nvPr/>
          </p:nvGrpSpPr>
          <p:grpSpPr bwMode="auto">
            <a:xfrm>
              <a:off x="5151438" y="5222875"/>
              <a:ext cx="609600" cy="558800"/>
              <a:chOff x="-44" y="1473"/>
              <a:chExt cx="981" cy="1105"/>
            </a:xfrm>
          </p:grpSpPr>
          <p:pic>
            <p:nvPicPr>
              <p:cNvPr id="182360" name="Picture 45" descr="desktop_computer_stylized_medium"/>
              <p:cNvPicPr>
                <a:picLocks noChangeAspect="1" noChangeArrowheads="1"/>
              </p:cNvPicPr>
              <p:nvPr/>
            </p:nvPicPr>
            <p:blipFill>
              <a:blip r:embed="rId2" cstate="email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82361" name="Freeform 46"/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1736 w 356"/>
                  <a:gd name="T3" fmla="*/ 95 h 368"/>
                  <a:gd name="T4" fmla="*/ 2059 w 356"/>
                  <a:gd name="T5" fmla="*/ 1990 h 368"/>
                  <a:gd name="T6" fmla="*/ 454 w 356"/>
                  <a:gd name="T7" fmla="*/ 2489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</p:grpSp>
        <p:grpSp>
          <p:nvGrpSpPr>
            <p:cNvPr id="182351" name="Group 44"/>
            <p:cNvGrpSpPr>
              <a:grpSpLocks/>
            </p:cNvGrpSpPr>
            <p:nvPr/>
          </p:nvGrpSpPr>
          <p:grpSpPr bwMode="auto">
            <a:xfrm>
              <a:off x="6969125" y="5253038"/>
              <a:ext cx="609600" cy="558800"/>
              <a:chOff x="-44" y="1473"/>
              <a:chExt cx="981" cy="1105"/>
            </a:xfrm>
          </p:grpSpPr>
          <p:pic>
            <p:nvPicPr>
              <p:cNvPr id="182358" name="Picture 45" descr="desktop_computer_stylized_medium"/>
              <p:cNvPicPr>
                <a:picLocks noChangeAspect="1" noChangeArrowheads="1"/>
              </p:cNvPicPr>
              <p:nvPr/>
            </p:nvPicPr>
            <p:blipFill>
              <a:blip r:embed="rId2" cstate="email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82359" name="Freeform 46"/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1736 w 356"/>
                  <a:gd name="T3" fmla="*/ 95 h 368"/>
                  <a:gd name="T4" fmla="*/ 2059 w 356"/>
                  <a:gd name="T5" fmla="*/ 1990 h 368"/>
                  <a:gd name="T6" fmla="*/ 454 w 356"/>
                  <a:gd name="T7" fmla="*/ 2489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</p:grpSp>
        <p:grpSp>
          <p:nvGrpSpPr>
            <p:cNvPr id="182352" name="Group 44"/>
            <p:cNvGrpSpPr>
              <a:grpSpLocks/>
            </p:cNvGrpSpPr>
            <p:nvPr/>
          </p:nvGrpSpPr>
          <p:grpSpPr bwMode="auto">
            <a:xfrm>
              <a:off x="7477125" y="5262563"/>
              <a:ext cx="609600" cy="558800"/>
              <a:chOff x="-44" y="1473"/>
              <a:chExt cx="981" cy="1105"/>
            </a:xfrm>
          </p:grpSpPr>
          <p:pic>
            <p:nvPicPr>
              <p:cNvPr id="182356" name="Picture 45" descr="desktop_computer_stylized_medium"/>
              <p:cNvPicPr>
                <a:picLocks noChangeAspect="1" noChangeArrowheads="1"/>
              </p:cNvPicPr>
              <p:nvPr/>
            </p:nvPicPr>
            <p:blipFill>
              <a:blip r:embed="rId2" cstate="email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82357" name="Freeform 46"/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1736 w 356"/>
                  <a:gd name="T3" fmla="*/ 95 h 368"/>
                  <a:gd name="T4" fmla="*/ 2059 w 356"/>
                  <a:gd name="T5" fmla="*/ 1990 h 368"/>
                  <a:gd name="T6" fmla="*/ 454 w 356"/>
                  <a:gd name="T7" fmla="*/ 2489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</p:grpSp>
        <p:grpSp>
          <p:nvGrpSpPr>
            <p:cNvPr id="182353" name="Group 44"/>
            <p:cNvGrpSpPr>
              <a:grpSpLocks/>
            </p:cNvGrpSpPr>
            <p:nvPr/>
          </p:nvGrpSpPr>
          <p:grpSpPr bwMode="auto">
            <a:xfrm>
              <a:off x="8340725" y="5080000"/>
              <a:ext cx="609600" cy="558800"/>
              <a:chOff x="-44" y="1473"/>
              <a:chExt cx="981" cy="1105"/>
            </a:xfrm>
          </p:grpSpPr>
          <p:pic>
            <p:nvPicPr>
              <p:cNvPr id="182354" name="Picture 45" descr="desktop_computer_stylized_medium"/>
              <p:cNvPicPr>
                <a:picLocks noChangeAspect="1" noChangeArrowheads="1"/>
              </p:cNvPicPr>
              <p:nvPr/>
            </p:nvPicPr>
            <p:blipFill>
              <a:blip r:embed="rId2" cstate="email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82355" name="Freeform 46"/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1736 w 356"/>
                  <a:gd name="T3" fmla="*/ 95 h 368"/>
                  <a:gd name="T4" fmla="*/ 2059 w 356"/>
                  <a:gd name="T5" fmla="*/ 1990 h 368"/>
                  <a:gd name="T6" fmla="*/ 454 w 356"/>
                  <a:gd name="T7" fmla="*/ 2489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</p:grpSp>
      </p:grpSp>
      <p:pic>
        <p:nvPicPr>
          <p:cNvPr id="182331" name="Picture 24" descr="underline_base"/>
          <p:cNvPicPr>
            <a:picLocks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2463" y="1033463"/>
            <a:ext cx="1655762" cy="152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5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56154" y="6522365"/>
            <a:ext cx="548655" cy="272319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200" dirty="0">
                <a:latin typeface="Tahoma" charset="0"/>
              </a:rPr>
              <a:t>6-</a:t>
            </a:r>
            <a:fld id="{8E8C6E93-DF5B-BC4B-80F9-500DED1EEDCC}" type="slidenum">
              <a:rPr lang="en-US" sz="1200">
                <a:latin typeface="Tahoma" charset="0"/>
              </a:rPr>
              <a:pPr/>
              <a:t>14</a:t>
            </a:fld>
            <a:endParaRPr lang="en-US" sz="1200" dirty="0">
              <a:latin typeface="Tahoma" charset="0"/>
            </a:endParaRPr>
          </a:p>
        </p:txBody>
      </p:sp>
      <p:sp>
        <p:nvSpPr>
          <p:cNvPr id="146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6375496" y="6521551"/>
            <a:ext cx="2177473" cy="241541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Link Layer and LANs</a:t>
            </a:r>
          </a:p>
        </p:txBody>
      </p:sp>
    </p:spTree>
    <p:extLst>
      <p:ext uri="{BB962C8B-B14F-4D97-AF65-F5344CB8AC3E}">
        <p14:creationId xmlns:p14="http://schemas.microsoft.com/office/powerpoint/2010/main" val="4188551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6" name="Rectangle 115"/>
          <p:cNvSpPr>
            <a:spLocks noChangeArrowheads="1"/>
          </p:cNvSpPr>
          <p:nvPr/>
        </p:nvSpPr>
        <p:spPr bwMode="auto">
          <a:xfrm>
            <a:off x="7731125" y="3063875"/>
            <a:ext cx="279400" cy="228600"/>
          </a:xfrm>
          <a:prstGeom prst="rect">
            <a:avLst/>
          </a:prstGeom>
          <a:solidFill>
            <a:srgbClr val="FFFF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 dirty="0">
              <a:solidFill>
                <a:srgbClr val="000000"/>
              </a:solidFill>
              <a:cs typeface="+mn-cs"/>
            </a:endParaRPr>
          </a:p>
        </p:txBody>
      </p:sp>
      <p:sp>
        <p:nvSpPr>
          <p:cNvPr id="74757" name="Rectangle 4"/>
          <p:cNvSpPr>
            <a:spLocks noChangeArrowheads="1"/>
          </p:cNvSpPr>
          <p:nvPr/>
        </p:nvSpPr>
        <p:spPr bwMode="auto">
          <a:xfrm>
            <a:off x="5657850" y="2847975"/>
            <a:ext cx="273050" cy="196850"/>
          </a:xfrm>
          <a:prstGeom prst="rect">
            <a:avLst/>
          </a:prstGeom>
          <a:solidFill>
            <a:srgbClr val="00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 dirty="0">
              <a:solidFill>
                <a:srgbClr val="000000"/>
              </a:solidFill>
              <a:cs typeface="+mn-cs"/>
            </a:endParaRPr>
          </a:p>
        </p:txBody>
      </p:sp>
      <p:sp>
        <p:nvSpPr>
          <p:cNvPr id="74758" name="Rectangle 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latin typeface="Gill Sans MT" charset="0"/>
                <a:cs typeface="+mj-cs"/>
              </a:rPr>
              <a:t>Port-based VLAN</a:t>
            </a:r>
          </a:p>
        </p:txBody>
      </p:sp>
      <p:sp>
        <p:nvSpPr>
          <p:cNvPr id="183302" name="Rectangle 80"/>
          <p:cNvSpPr>
            <a:spLocks noChangeArrowheads="1"/>
          </p:cNvSpPr>
          <p:nvPr/>
        </p:nvSpPr>
        <p:spPr bwMode="auto">
          <a:xfrm>
            <a:off x="5649913" y="3057525"/>
            <a:ext cx="290512" cy="242888"/>
          </a:xfrm>
          <a:prstGeom prst="rect">
            <a:avLst/>
          </a:prstGeom>
          <a:solidFill>
            <a:srgbClr val="00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1" hangingPunct="1"/>
            <a:endParaRPr lang="en-US" i="0" dirty="0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183303" name="Rectangle 77"/>
          <p:cNvSpPr>
            <a:spLocks noChangeArrowheads="1"/>
          </p:cNvSpPr>
          <p:nvPr/>
        </p:nvSpPr>
        <p:spPr bwMode="auto">
          <a:xfrm>
            <a:off x="7721600" y="2838450"/>
            <a:ext cx="290513" cy="209550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1" hangingPunct="1"/>
            <a:endParaRPr lang="en-US" i="0" dirty="0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183304" name="Rectangle 76"/>
          <p:cNvSpPr>
            <a:spLocks noChangeArrowheads="1"/>
          </p:cNvSpPr>
          <p:nvPr/>
        </p:nvSpPr>
        <p:spPr bwMode="auto">
          <a:xfrm>
            <a:off x="6831013" y="2843213"/>
            <a:ext cx="890587" cy="457200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1" hangingPunct="1"/>
            <a:endParaRPr lang="en-US" i="0" dirty="0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183305" name="Rectangle 75"/>
          <p:cNvSpPr>
            <a:spLocks noChangeArrowheads="1"/>
          </p:cNvSpPr>
          <p:nvPr/>
        </p:nvSpPr>
        <p:spPr bwMode="auto">
          <a:xfrm>
            <a:off x="5935663" y="2843213"/>
            <a:ext cx="900112" cy="452437"/>
          </a:xfrm>
          <a:prstGeom prst="rect">
            <a:avLst/>
          </a:prstGeom>
          <a:solidFill>
            <a:srgbClr val="00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1" hangingPunct="1"/>
            <a:endParaRPr lang="en-US" i="0" dirty="0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183306" name="Rectangle 2"/>
          <p:cNvSpPr>
            <a:spLocks noChangeArrowheads="1"/>
          </p:cNvSpPr>
          <p:nvPr/>
        </p:nvSpPr>
        <p:spPr bwMode="auto">
          <a:xfrm>
            <a:off x="5649913" y="2835275"/>
            <a:ext cx="2370137" cy="46831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eaLnBrk="1" hangingPunct="1"/>
            <a:endParaRPr lang="en-US" i="0" dirty="0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183307" name="Line 3"/>
          <p:cNvSpPr>
            <a:spLocks noChangeShapeType="1"/>
          </p:cNvSpPr>
          <p:nvPr/>
        </p:nvSpPr>
        <p:spPr bwMode="auto">
          <a:xfrm>
            <a:off x="5651500" y="3051175"/>
            <a:ext cx="2351088" cy="47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183308" name="Text Box 6"/>
          <p:cNvSpPr txBox="1">
            <a:spLocks noChangeArrowheads="1"/>
          </p:cNvSpPr>
          <p:nvPr/>
        </p:nvSpPr>
        <p:spPr bwMode="auto">
          <a:xfrm>
            <a:off x="5567363" y="2794000"/>
            <a:ext cx="241300" cy="214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800" i="0" dirty="0">
                <a:solidFill>
                  <a:srgbClr val="000000"/>
                </a:solidFill>
                <a:latin typeface="Arial" charset="0"/>
              </a:rPr>
              <a:t>1</a:t>
            </a:r>
          </a:p>
        </p:txBody>
      </p:sp>
      <p:sp>
        <p:nvSpPr>
          <p:cNvPr id="183309" name="Line 7"/>
          <p:cNvSpPr>
            <a:spLocks noChangeShapeType="1"/>
          </p:cNvSpPr>
          <p:nvPr/>
        </p:nvSpPr>
        <p:spPr bwMode="auto">
          <a:xfrm>
            <a:off x="6831013" y="2840038"/>
            <a:ext cx="0" cy="4635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183310" name="AutoShape 8"/>
          <p:cNvSpPr>
            <a:spLocks noChangeArrowheads="1"/>
          </p:cNvSpPr>
          <p:nvPr/>
        </p:nvSpPr>
        <p:spPr bwMode="auto">
          <a:xfrm>
            <a:off x="5621338" y="2576513"/>
            <a:ext cx="3176587" cy="261937"/>
          </a:xfrm>
          <a:prstGeom prst="parallelogram">
            <a:avLst>
              <a:gd name="adj" fmla="val 303182"/>
            </a:avLst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/>
            <a:endParaRPr lang="en-US" i="0" dirty="0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183311" name="Freeform 9"/>
          <p:cNvSpPr>
            <a:spLocks/>
          </p:cNvSpPr>
          <p:nvPr/>
        </p:nvSpPr>
        <p:spPr bwMode="auto">
          <a:xfrm>
            <a:off x="8024813" y="2579688"/>
            <a:ext cx="763587" cy="720725"/>
          </a:xfrm>
          <a:custGeom>
            <a:avLst/>
            <a:gdLst>
              <a:gd name="T0" fmla="*/ 0 w 232"/>
              <a:gd name="T1" fmla="*/ 2147483647 h 454"/>
              <a:gd name="T2" fmla="*/ 2147483647 w 232"/>
              <a:gd name="T3" fmla="*/ 2147483647 h 454"/>
              <a:gd name="T4" fmla="*/ 2147483647 w 232"/>
              <a:gd name="T5" fmla="*/ 0 h 454"/>
              <a:gd name="T6" fmla="*/ 0 60000 65536"/>
              <a:gd name="T7" fmla="*/ 0 60000 65536"/>
              <a:gd name="T8" fmla="*/ 0 60000 65536"/>
              <a:gd name="T9" fmla="*/ 0 w 232"/>
              <a:gd name="T10" fmla="*/ 0 h 454"/>
              <a:gd name="T11" fmla="*/ 232 w 232"/>
              <a:gd name="T12" fmla="*/ 454 h 45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32" h="454">
                <a:moveTo>
                  <a:pt x="0" y="454"/>
                </a:moveTo>
                <a:lnTo>
                  <a:pt x="232" y="274"/>
                </a:lnTo>
                <a:lnTo>
                  <a:pt x="229" y="0"/>
                </a:ln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183312" name="Freeform 10"/>
          <p:cNvSpPr>
            <a:spLocks/>
          </p:cNvSpPr>
          <p:nvPr/>
        </p:nvSpPr>
        <p:spPr bwMode="auto">
          <a:xfrm>
            <a:off x="6022975" y="2624138"/>
            <a:ext cx="2228850" cy="150812"/>
          </a:xfrm>
          <a:custGeom>
            <a:avLst/>
            <a:gdLst>
              <a:gd name="T0" fmla="*/ 0 w 678"/>
              <a:gd name="T1" fmla="*/ 2147483647 h 110"/>
              <a:gd name="T2" fmla="*/ 2147483647 w 678"/>
              <a:gd name="T3" fmla="*/ 2147483647 h 110"/>
              <a:gd name="T4" fmla="*/ 2147483647 w 678"/>
              <a:gd name="T5" fmla="*/ 0 h 110"/>
              <a:gd name="T6" fmla="*/ 2147483647 w 678"/>
              <a:gd name="T7" fmla="*/ 0 h 110"/>
              <a:gd name="T8" fmla="*/ 0 60000 65536"/>
              <a:gd name="T9" fmla="*/ 0 60000 65536"/>
              <a:gd name="T10" fmla="*/ 0 60000 65536"/>
              <a:gd name="T11" fmla="*/ 0 60000 65536"/>
              <a:gd name="T12" fmla="*/ 0 w 678"/>
              <a:gd name="T13" fmla="*/ 0 h 110"/>
              <a:gd name="T14" fmla="*/ 678 w 678"/>
              <a:gd name="T15" fmla="*/ 110 h 11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678" h="110">
                <a:moveTo>
                  <a:pt x="0" y="110"/>
                </a:moveTo>
                <a:lnTo>
                  <a:pt x="148" y="108"/>
                </a:lnTo>
                <a:lnTo>
                  <a:pt x="567" y="0"/>
                </a:lnTo>
                <a:lnTo>
                  <a:pt x="678" y="0"/>
                </a:ln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183313" name="Freeform 11"/>
          <p:cNvSpPr>
            <a:spLocks/>
          </p:cNvSpPr>
          <p:nvPr/>
        </p:nvSpPr>
        <p:spPr bwMode="auto">
          <a:xfrm>
            <a:off x="6496050" y="2624138"/>
            <a:ext cx="1420813" cy="166687"/>
          </a:xfrm>
          <a:custGeom>
            <a:avLst/>
            <a:gdLst>
              <a:gd name="T0" fmla="*/ 0 w 432"/>
              <a:gd name="T1" fmla="*/ 0 h 105"/>
              <a:gd name="T2" fmla="*/ 2147483647 w 432"/>
              <a:gd name="T3" fmla="*/ 0 h 105"/>
              <a:gd name="T4" fmla="*/ 2147483647 w 432"/>
              <a:gd name="T5" fmla="*/ 2147483647 h 105"/>
              <a:gd name="T6" fmla="*/ 2147483647 w 432"/>
              <a:gd name="T7" fmla="*/ 2147483647 h 105"/>
              <a:gd name="T8" fmla="*/ 0 60000 65536"/>
              <a:gd name="T9" fmla="*/ 0 60000 65536"/>
              <a:gd name="T10" fmla="*/ 0 60000 65536"/>
              <a:gd name="T11" fmla="*/ 0 60000 65536"/>
              <a:gd name="T12" fmla="*/ 0 w 432"/>
              <a:gd name="T13" fmla="*/ 0 h 105"/>
              <a:gd name="T14" fmla="*/ 432 w 432"/>
              <a:gd name="T15" fmla="*/ 105 h 105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432" h="105">
                <a:moveTo>
                  <a:pt x="0" y="0"/>
                </a:moveTo>
                <a:lnTo>
                  <a:pt x="85" y="0"/>
                </a:lnTo>
                <a:lnTo>
                  <a:pt x="307" y="105"/>
                </a:lnTo>
                <a:lnTo>
                  <a:pt x="432" y="105"/>
                </a:ln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183314" name="Line 17"/>
          <p:cNvSpPr>
            <a:spLocks noChangeShapeType="1"/>
          </p:cNvSpPr>
          <p:nvPr/>
        </p:nvSpPr>
        <p:spPr bwMode="auto">
          <a:xfrm>
            <a:off x="7431088" y="2844800"/>
            <a:ext cx="0" cy="4635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183315" name="Line 18"/>
          <p:cNvSpPr>
            <a:spLocks noChangeShapeType="1"/>
          </p:cNvSpPr>
          <p:nvPr/>
        </p:nvSpPr>
        <p:spPr bwMode="auto">
          <a:xfrm>
            <a:off x="6230938" y="2840038"/>
            <a:ext cx="0" cy="4635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183316" name="Line 21"/>
          <p:cNvSpPr>
            <a:spLocks noChangeShapeType="1"/>
          </p:cNvSpPr>
          <p:nvPr/>
        </p:nvSpPr>
        <p:spPr bwMode="auto">
          <a:xfrm>
            <a:off x="5940425" y="2836863"/>
            <a:ext cx="0" cy="4635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183317" name="Line 22"/>
          <p:cNvSpPr>
            <a:spLocks noChangeShapeType="1"/>
          </p:cNvSpPr>
          <p:nvPr/>
        </p:nvSpPr>
        <p:spPr bwMode="auto">
          <a:xfrm>
            <a:off x="5649913" y="2849563"/>
            <a:ext cx="0" cy="4635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183318" name="Line 23"/>
          <p:cNvSpPr>
            <a:spLocks noChangeShapeType="1"/>
          </p:cNvSpPr>
          <p:nvPr/>
        </p:nvSpPr>
        <p:spPr bwMode="auto">
          <a:xfrm>
            <a:off x="6511925" y="2844800"/>
            <a:ext cx="0" cy="4635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183319" name="Line 24"/>
          <p:cNvSpPr>
            <a:spLocks noChangeShapeType="1"/>
          </p:cNvSpPr>
          <p:nvPr/>
        </p:nvSpPr>
        <p:spPr bwMode="auto">
          <a:xfrm>
            <a:off x="7135813" y="2840038"/>
            <a:ext cx="0" cy="4635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183320" name="Line 25"/>
          <p:cNvSpPr>
            <a:spLocks noChangeShapeType="1"/>
          </p:cNvSpPr>
          <p:nvPr/>
        </p:nvSpPr>
        <p:spPr bwMode="auto">
          <a:xfrm>
            <a:off x="7726363" y="2835275"/>
            <a:ext cx="0" cy="4635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183321" name="Text Box 26"/>
          <p:cNvSpPr txBox="1">
            <a:spLocks noChangeArrowheads="1"/>
          </p:cNvSpPr>
          <p:nvPr/>
        </p:nvSpPr>
        <p:spPr bwMode="auto">
          <a:xfrm>
            <a:off x="6448425" y="3003550"/>
            <a:ext cx="241300" cy="214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800" i="0" dirty="0">
                <a:solidFill>
                  <a:srgbClr val="000000"/>
                </a:solidFill>
                <a:latin typeface="Arial" charset="0"/>
              </a:rPr>
              <a:t>8</a:t>
            </a:r>
          </a:p>
        </p:txBody>
      </p:sp>
      <p:sp>
        <p:nvSpPr>
          <p:cNvPr id="183322" name="Text Box 27"/>
          <p:cNvSpPr txBox="1">
            <a:spLocks noChangeArrowheads="1"/>
          </p:cNvSpPr>
          <p:nvPr/>
        </p:nvSpPr>
        <p:spPr bwMode="auto">
          <a:xfrm>
            <a:off x="6767513" y="2789238"/>
            <a:ext cx="241300" cy="214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800" i="0" dirty="0">
                <a:solidFill>
                  <a:srgbClr val="000000"/>
                </a:solidFill>
                <a:latin typeface="Arial" charset="0"/>
              </a:rPr>
              <a:t>9</a:t>
            </a:r>
          </a:p>
        </p:txBody>
      </p:sp>
      <p:sp>
        <p:nvSpPr>
          <p:cNvPr id="183323" name="Text Box 28"/>
          <p:cNvSpPr txBox="1">
            <a:spLocks noChangeArrowheads="1"/>
          </p:cNvSpPr>
          <p:nvPr/>
        </p:nvSpPr>
        <p:spPr bwMode="auto">
          <a:xfrm>
            <a:off x="7643813" y="3008313"/>
            <a:ext cx="298450" cy="214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800" i="0" dirty="0">
                <a:solidFill>
                  <a:srgbClr val="000000"/>
                </a:solidFill>
                <a:latin typeface="Arial" charset="0"/>
              </a:rPr>
              <a:t>16</a:t>
            </a:r>
          </a:p>
        </p:txBody>
      </p:sp>
      <p:sp>
        <p:nvSpPr>
          <p:cNvPr id="183324" name="Text Box 29"/>
          <p:cNvSpPr txBox="1">
            <a:spLocks noChangeArrowheads="1"/>
          </p:cNvSpPr>
          <p:nvPr/>
        </p:nvSpPr>
        <p:spPr bwMode="auto">
          <a:xfrm>
            <a:off x="6748463" y="3008313"/>
            <a:ext cx="298450" cy="214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800" i="0" dirty="0">
                <a:solidFill>
                  <a:srgbClr val="000000"/>
                </a:solidFill>
                <a:latin typeface="Arial" charset="0"/>
              </a:rPr>
              <a:t>10</a:t>
            </a:r>
          </a:p>
        </p:txBody>
      </p:sp>
      <p:sp>
        <p:nvSpPr>
          <p:cNvPr id="183325" name="Text Box 30"/>
          <p:cNvSpPr txBox="1">
            <a:spLocks noChangeArrowheads="1"/>
          </p:cNvSpPr>
          <p:nvPr/>
        </p:nvSpPr>
        <p:spPr bwMode="auto">
          <a:xfrm>
            <a:off x="5576888" y="3003550"/>
            <a:ext cx="241300" cy="214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800" i="0" dirty="0">
                <a:solidFill>
                  <a:srgbClr val="000000"/>
                </a:solidFill>
                <a:latin typeface="Arial" charset="0"/>
              </a:rPr>
              <a:t>2</a:t>
            </a:r>
          </a:p>
        </p:txBody>
      </p:sp>
      <p:sp>
        <p:nvSpPr>
          <p:cNvPr id="183326" name="Text Box 57"/>
          <p:cNvSpPr txBox="1">
            <a:spLocks noChangeArrowheads="1"/>
          </p:cNvSpPr>
          <p:nvPr/>
        </p:nvSpPr>
        <p:spPr bwMode="auto">
          <a:xfrm>
            <a:off x="6443663" y="2789238"/>
            <a:ext cx="241300" cy="214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800" i="0" dirty="0">
                <a:solidFill>
                  <a:srgbClr val="000000"/>
                </a:solidFill>
                <a:latin typeface="Arial" charset="0"/>
              </a:rPr>
              <a:t>7</a:t>
            </a:r>
          </a:p>
        </p:txBody>
      </p:sp>
      <p:sp>
        <p:nvSpPr>
          <p:cNvPr id="183327" name="Line 61"/>
          <p:cNvSpPr>
            <a:spLocks noChangeShapeType="1"/>
          </p:cNvSpPr>
          <p:nvPr/>
        </p:nvSpPr>
        <p:spPr bwMode="auto">
          <a:xfrm flipH="1">
            <a:off x="4889500" y="3179763"/>
            <a:ext cx="901700" cy="279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183328" name="Line 62"/>
          <p:cNvSpPr>
            <a:spLocks noChangeShapeType="1"/>
          </p:cNvSpPr>
          <p:nvPr/>
        </p:nvSpPr>
        <p:spPr bwMode="auto">
          <a:xfrm flipH="1">
            <a:off x="5275263" y="3170238"/>
            <a:ext cx="806450" cy="4191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183329" name="Line 63"/>
          <p:cNvSpPr>
            <a:spLocks noChangeShapeType="1"/>
          </p:cNvSpPr>
          <p:nvPr/>
        </p:nvSpPr>
        <p:spPr bwMode="auto">
          <a:xfrm flipH="1">
            <a:off x="5994400" y="3186113"/>
            <a:ext cx="709613" cy="3603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183330" name="Text Box 64"/>
          <p:cNvSpPr txBox="1">
            <a:spLocks noChangeArrowheads="1"/>
          </p:cNvSpPr>
          <p:nvPr/>
        </p:nvSpPr>
        <p:spPr bwMode="auto">
          <a:xfrm>
            <a:off x="7715250" y="3548063"/>
            <a:ext cx="4127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800" i="0" dirty="0">
                <a:solidFill>
                  <a:srgbClr val="000000"/>
                </a:solidFill>
                <a:latin typeface="Arial" charset="0"/>
              </a:rPr>
              <a:t>…</a:t>
            </a:r>
          </a:p>
        </p:txBody>
      </p:sp>
      <p:sp>
        <p:nvSpPr>
          <p:cNvPr id="183331" name="Line 69"/>
          <p:cNvSpPr>
            <a:spLocks noChangeShapeType="1"/>
          </p:cNvSpPr>
          <p:nvPr/>
        </p:nvSpPr>
        <p:spPr bwMode="auto">
          <a:xfrm>
            <a:off x="7002463" y="3173413"/>
            <a:ext cx="101600" cy="3778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183332" name="Line 70"/>
          <p:cNvSpPr>
            <a:spLocks noChangeShapeType="1"/>
          </p:cNvSpPr>
          <p:nvPr/>
        </p:nvSpPr>
        <p:spPr bwMode="auto">
          <a:xfrm>
            <a:off x="6992938" y="2971800"/>
            <a:ext cx="479425" cy="6032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183333" name="Line 71"/>
          <p:cNvSpPr>
            <a:spLocks noChangeShapeType="1"/>
          </p:cNvSpPr>
          <p:nvPr/>
        </p:nvSpPr>
        <p:spPr bwMode="auto">
          <a:xfrm>
            <a:off x="7848600" y="2916238"/>
            <a:ext cx="514350" cy="4841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183334" name="Text Box 72"/>
          <p:cNvSpPr txBox="1">
            <a:spLocks noChangeArrowheads="1"/>
          </p:cNvSpPr>
          <p:nvPr/>
        </p:nvSpPr>
        <p:spPr bwMode="auto">
          <a:xfrm>
            <a:off x="4879975" y="4090988"/>
            <a:ext cx="1651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 eaLnBrk="1" hangingPunct="1"/>
            <a:r>
              <a:rPr lang="en-US" sz="1200" i="0" dirty="0">
                <a:solidFill>
                  <a:srgbClr val="000000"/>
                </a:solidFill>
                <a:latin typeface="Arial" charset="0"/>
              </a:rPr>
              <a:t>Electrical Engineering</a:t>
            </a:r>
          </a:p>
          <a:p>
            <a:pPr algn="ctr" eaLnBrk="1" hangingPunct="1"/>
            <a:r>
              <a:rPr lang="en-US" sz="1200" i="0" dirty="0">
                <a:solidFill>
                  <a:srgbClr val="000000"/>
                </a:solidFill>
                <a:latin typeface="Arial" charset="0"/>
              </a:rPr>
              <a:t>(VLAN ports 1-8)</a:t>
            </a:r>
          </a:p>
        </p:txBody>
      </p:sp>
      <p:sp>
        <p:nvSpPr>
          <p:cNvPr id="183335" name="Text Box 73"/>
          <p:cNvSpPr txBox="1">
            <a:spLocks noChangeArrowheads="1"/>
          </p:cNvSpPr>
          <p:nvPr/>
        </p:nvSpPr>
        <p:spPr bwMode="auto">
          <a:xfrm>
            <a:off x="7042150" y="4078288"/>
            <a:ext cx="14335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 eaLnBrk="1" hangingPunct="1"/>
            <a:r>
              <a:rPr lang="en-US" sz="1200" i="0" dirty="0">
                <a:solidFill>
                  <a:srgbClr val="000000"/>
                </a:solidFill>
                <a:latin typeface="Arial" charset="0"/>
              </a:rPr>
              <a:t>Computer Science</a:t>
            </a:r>
          </a:p>
          <a:p>
            <a:pPr algn="ctr" eaLnBrk="1" hangingPunct="1"/>
            <a:r>
              <a:rPr lang="en-US" sz="1200" i="0" dirty="0">
                <a:solidFill>
                  <a:srgbClr val="000000"/>
                </a:solidFill>
                <a:latin typeface="Arial" charset="0"/>
              </a:rPr>
              <a:t>(VLAN ports 9-15)</a:t>
            </a:r>
          </a:p>
        </p:txBody>
      </p:sp>
      <p:sp>
        <p:nvSpPr>
          <p:cNvPr id="183336" name="Text Box 74"/>
          <p:cNvSpPr txBox="1">
            <a:spLocks noChangeArrowheads="1"/>
          </p:cNvSpPr>
          <p:nvPr/>
        </p:nvSpPr>
        <p:spPr bwMode="auto">
          <a:xfrm>
            <a:off x="7639050" y="2784475"/>
            <a:ext cx="298450" cy="214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800" i="0" dirty="0">
                <a:solidFill>
                  <a:srgbClr val="000000"/>
                </a:solidFill>
                <a:latin typeface="Arial" charset="0"/>
              </a:rPr>
              <a:t>15</a:t>
            </a:r>
          </a:p>
        </p:txBody>
      </p:sp>
      <p:sp>
        <p:nvSpPr>
          <p:cNvPr id="183337" name="Oval 81"/>
          <p:cNvSpPr>
            <a:spLocks noChangeArrowheads="1"/>
          </p:cNvSpPr>
          <p:nvPr/>
        </p:nvSpPr>
        <p:spPr bwMode="auto">
          <a:xfrm>
            <a:off x="5765800" y="3159125"/>
            <a:ext cx="42863" cy="47625"/>
          </a:xfrm>
          <a:prstGeom prst="ellipse">
            <a:avLst/>
          </a:pr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1" hangingPunct="1"/>
            <a:endParaRPr lang="en-US" i="0" dirty="0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183338" name="Oval 82"/>
          <p:cNvSpPr>
            <a:spLocks noChangeArrowheads="1"/>
          </p:cNvSpPr>
          <p:nvPr/>
        </p:nvSpPr>
        <p:spPr bwMode="auto">
          <a:xfrm>
            <a:off x="6057900" y="3146425"/>
            <a:ext cx="42863" cy="47625"/>
          </a:xfrm>
          <a:prstGeom prst="ellipse">
            <a:avLst/>
          </a:pr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1" hangingPunct="1"/>
            <a:endParaRPr lang="en-US" i="0" dirty="0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183339" name="Oval 83"/>
          <p:cNvSpPr>
            <a:spLocks noChangeArrowheads="1"/>
          </p:cNvSpPr>
          <p:nvPr/>
        </p:nvSpPr>
        <p:spPr bwMode="auto">
          <a:xfrm>
            <a:off x="6645275" y="3151188"/>
            <a:ext cx="42863" cy="47625"/>
          </a:xfrm>
          <a:prstGeom prst="ellipse">
            <a:avLst/>
          </a:pr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1" hangingPunct="1"/>
            <a:endParaRPr lang="en-US" i="0" dirty="0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183340" name="Oval 84"/>
          <p:cNvSpPr>
            <a:spLocks noChangeArrowheads="1"/>
          </p:cNvSpPr>
          <p:nvPr/>
        </p:nvSpPr>
        <p:spPr bwMode="auto">
          <a:xfrm>
            <a:off x="6977063" y="3148013"/>
            <a:ext cx="42862" cy="47625"/>
          </a:xfrm>
          <a:prstGeom prst="ellipse">
            <a:avLst/>
          </a:pr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1" hangingPunct="1"/>
            <a:endParaRPr lang="en-US" i="0" dirty="0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183341" name="Oval 85"/>
          <p:cNvSpPr>
            <a:spLocks noChangeArrowheads="1"/>
          </p:cNvSpPr>
          <p:nvPr/>
        </p:nvSpPr>
        <p:spPr bwMode="auto">
          <a:xfrm>
            <a:off x="6964363" y="2933700"/>
            <a:ext cx="42862" cy="47625"/>
          </a:xfrm>
          <a:prstGeom prst="ellipse">
            <a:avLst/>
          </a:pr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1" hangingPunct="1"/>
            <a:endParaRPr lang="en-US" i="0" dirty="0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183342" name="Oval 86"/>
          <p:cNvSpPr>
            <a:spLocks noChangeArrowheads="1"/>
          </p:cNvSpPr>
          <p:nvPr/>
        </p:nvSpPr>
        <p:spPr bwMode="auto">
          <a:xfrm>
            <a:off x="7839075" y="2930525"/>
            <a:ext cx="42863" cy="47625"/>
          </a:xfrm>
          <a:prstGeom prst="ellipse">
            <a:avLst/>
          </a:pr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1" hangingPunct="1"/>
            <a:endParaRPr lang="en-US" i="0" dirty="0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183343" name="Text Box 45"/>
          <p:cNvSpPr txBox="1">
            <a:spLocks noChangeArrowheads="1"/>
          </p:cNvSpPr>
          <p:nvPr/>
        </p:nvSpPr>
        <p:spPr bwMode="auto">
          <a:xfrm>
            <a:off x="5429250" y="3524250"/>
            <a:ext cx="4127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800" i="0" dirty="0">
                <a:solidFill>
                  <a:srgbClr val="000000"/>
                </a:solidFill>
                <a:latin typeface="Arial" charset="0"/>
              </a:rPr>
              <a:t>…</a:t>
            </a:r>
          </a:p>
        </p:txBody>
      </p:sp>
      <p:sp>
        <p:nvSpPr>
          <p:cNvPr id="74801" name="Rectangle 116"/>
          <p:cNvSpPr>
            <a:spLocks noGrp="1" noChangeArrowheads="1"/>
          </p:cNvSpPr>
          <p:nvPr>
            <p:ph type="body" idx="1"/>
          </p:nvPr>
        </p:nvSpPr>
        <p:spPr>
          <a:xfrm>
            <a:off x="312738" y="1309688"/>
            <a:ext cx="4249737" cy="1763712"/>
          </a:xfrm>
        </p:spPr>
        <p:txBody>
          <a:bodyPr/>
          <a:lstStyle/>
          <a:p>
            <a:pPr marL="231775" indent="-231775">
              <a:defRPr/>
            </a:pPr>
            <a:r>
              <a:rPr lang="en-US" sz="2400" i="1" dirty="0">
                <a:solidFill>
                  <a:srgbClr val="CC0000"/>
                </a:solidFill>
                <a:latin typeface="Gill Sans MT" charset="0"/>
                <a:cs typeface="+mn-cs"/>
              </a:rPr>
              <a:t>traffic isolation:</a:t>
            </a:r>
            <a:r>
              <a:rPr lang="en-US" sz="2400" dirty="0">
                <a:solidFill>
                  <a:srgbClr val="CC0000"/>
                </a:solidFill>
                <a:latin typeface="Gill Sans MT" charset="0"/>
                <a:cs typeface="+mn-cs"/>
              </a:rPr>
              <a:t> </a:t>
            </a:r>
            <a:r>
              <a:rPr lang="en-US" sz="2400" dirty="0">
                <a:latin typeface="Gill Sans MT" charset="0"/>
                <a:cs typeface="+mn-cs"/>
              </a:rPr>
              <a:t>frames to/from ports </a:t>
            </a:r>
            <a:r>
              <a:rPr lang="en-US" sz="2400" dirty="0">
                <a:latin typeface="Arial"/>
                <a:cs typeface="Arial"/>
              </a:rPr>
              <a:t>1</a:t>
            </a:r>
            <a:r>
              <a:rPr lang="en-US" sz="2400" dirty="0">
                <a:latin typeface="Gill Sans MT" charset="0"/>
                <a:cs typeface="+mn-cs"/>
              </a:rPr>
              <a:t>-8 can </a:t>
            </a:r>
            <a:r>
              <a:rPr lang="en-US" sz="2400" i="1" dirty="0">
                <a:latin typeface="Gill Sans MT" charset="0"/>
                <a:cs typeface="+mn-cs"/>
              </a:rPr>
              <a:t>only</a:t>
            </a:r>
            <a:r>
              <a:rPr lang="en-US" sz="2400" dirty="0">
                <a:latin typeface="Gill Sans MT" charset="0"/>
                <a:cs typeface="+mn-cs"/>
              </a:rPr>
              <a:t> reach ports </a:t>
            </a:r>
            <a:r>
              <a:rPr lang="en-US" sz="2400" dirty="0">
                <a:latin typeface="Arial"/>
                <a:cs typeface="Arial"/>
              </a:rPr>
              <a:t>1</a:t>
            </a:r>
            <a:r>
              <a:rPr lang="en-US" sz="2400" dirty="0">
                <a:latin typeface="Gill Sans MT" charset="0"/>
                <a:cs typeface="+mn-cs"/>
              </a:rPr>
              <a:t>-8</a:t>
            </a:r>
          </a:p>
          <a:p>
            <a:pPr marL="681038" lvl="1" indent="-223838">
              <a:defRPr/>
            </a:pPr>
            <a:r>
              <a:rPr lang="en-US" sz="2000" dirty="0">
                <a:latin typeface="Gill Sans MT" charset="0"/>
              </a:rPr>
              <a:t>can also define VLAN based on MAC addresses of endpoints, rather than switch port</a:t>
            </a:r>
          </a:p>
        </p:txBody>
      </p:sp>
      <p:sp>
        <p:nvSpPr>
          <p:cNvPr id="691317" name="Rectangle 117"/>
          <p:cNvSpPr>
            <a:spLocks noChangeArrowheads="1"/>
          </p:cNvSpPr>
          <p:nvPr/>
        </p:nvSpPr>
        <p:spPr bwMode="auto">
          <a:xfrm>
            <a:off x="285750" y="3286125"/>
            <a:ext cx="4060825" cy="1612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marL="231775" indent="-231775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charset="2"/>
              <a:buChar char="§"/>
              <a:defRPr/>
            </a:pPr>
            <a:r>
              <a:rPr lang="en-US" sz="2400" dirty="0">
                <a:solidFill>
                  <a:srgbClr val="CC0000"/>
                </a:solidFill>
                <a:latin typeface="Gill Sans MT" charset="0"/>
                <a:cs typeface="+mn-cs"/>
              </a:rPr>
              <a:t>dynamic membership</a:t>
            </a:r>
            <a:r>
              <a:rPr lang="en-US" sz="2400" dirty="0">
                <a:solidFill>
                  <a:srgbClr val="FF0000"/>
                </a:solidFill>
                <a:latin typeface="Gill Sans MT" charset="0"/>
                <a:cs typeface="+mn-cs"/>
              </a:rPr>
              <a:t>:</a:t>
            </a:r>
            <a:r>
              <a:rPr lang="en-US" sz="2400" i="0" dirty="0">
                <a:solidFill>
                  <a:srgbClr val="000000"/>
                </a:solidFill>
                <a:latin typeface="Gill Sans MT" charset="0"/>
                <a:cs typeface="+mn-cs"/>
              </a:rPr>
              <a:t> ports can be dynamically assigned among VLANs</a:t>
            </a:r>
          </a:p>
        </p:txBody>
      </p:sp>
      <p:sp>
        <p:nvSpPr>
          <p:cNvPr id="691342" name="Text Box 142"/>
          <p:cNvSpPr txBox="1">
            <a:spLocks noChangeArrowheads="1"/>
          </p:cNvSpPr>
          <p:nvPr/>
        </p:nvSpPr>
        <p:spPr bwMode="auto">
          <a:xfrm>
            <a:off x="6656388" y="1162050"/>
            <a:ext cx="787400" cy="369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i="0" dirty="0">
                <a:solidFill>
                  <a:srgbClr val="000000"/>
                </a:solidFill>
                <a:latin typeface="Arial" charset="0"/>
                <a:cs typeface="Arial" charset="0"/>
              </a:rPr>
              <a:t>router</a:t>
            </a:r>
          </a:p>
        </p:txBody>
      </p:sp>
      <p:grpSp>
        <p:nvGrpSpPr>
          <p:cNvPr id="691350" name="Group 150"/>
          <p:cNvGrpSpPr>
            <a:grpSpLocks/>
          </p:cNvGrpSpPr>
          <p:nvPr/>
        </p:nvGrpSpPr>
        <p:grpSpPr bwMode="auto">
          <a:xfrm>
            <a:off x="320675" y="1531938"/>
            <a:ext cx="7010400" cy="4608512"/>
            <a:chOff x="202" y="965"/>
            <a:chExt cx="4416" cy="2903"/>
          </a:xfrm>
        </p:grpSpPr>
        <p:sp>
          <p:nvSpPr>
            <p:cNvPr id="74832" name="Rectangle 124"/>
            <p:cNvSpPr>
              <a:spLocks noChangeArrowheads="1"/>
            </p:cNvSpPr>
            <p:nvPr/>
          </p:nvSpPr>
          <p:spPr bwMode="auto">
            <a:xfrm>
              <a:off x="202" y="2852"/>
              <a:ext cx="3148" cy="101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342900" indent="-34290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charset="2"/>
                <a:buChar char="§"/>
                <a:defRPr/>
              </a:pPr>
              <a:r>
                <a:rPr lang="en-US" sz="2400" dirty="0">
                  <a:solidFill>
                    <a:srgbClr val="CC0000"/>
                  </a:solidFill>
                  <a:latin typeface="Gill Sans MT" charset="0"/>
                  <a:cs typeface="+mn-cs"/>
                </a:rPr>
                <a:t>forwarding between VLANS:</a:t>
              </a:r>
              <a:r>
                <a:rPr lang="en-US" sz="2400" i="0" dirty="0">
                  <a:solidFill>
                    <a:srgbClr val="CC0000"/>
                  </a:solidFill>
                  <a:latin typeface="Gill Sans MT" charset="0"/>
                  <a:cs typeface="+mn-cs"/>
                </a:rPr>
                <a:t> </a:t>
              </a:r>
              <a:r>
                <a:rPr lang="en-US" sz="2400" i="0" dirty="0">
                  <a:solidFill>
                    <a:srgbClr val="000000"/>
                  </a:solidFill>
                  <a:latin typeface="Gill Sans MT" charset="0"/>
                  <a:cs typeface="+mn-cs"/>
                </a:rPr>
                <a:t>done via routing (just as with separate switches)</a:t>
              </a:r>
            </a:p>
            <a:p>
              <a:pPr marL="681038" lvl="1" indent="-223838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/>
                <a:buChar char="•"/>
                <a:defRPr/>
              </a:pPr>
              <a:r>
                <a:rPr lang="en-US" sz="2000" i="0" dirty="0">
                  <a:solidFill>
                    <a:srgbClr val="000000"/>
                  </a:solidFill>
                  <a:latin typeface="Gill Sans MT" charset="0"/>
                  <a:cs typeface="+mn-cs"/>
                </a:rPr>
                <a:t>in practice vendors sell combined switches plus routers</a:t>
              </a:r>
            </a:p>
          </p:txBody>
        </p:sp>
        <p:grpSp>
          <p:nvGrpSpPr>
            <p:cNvPr id="183376" name="Group 149"/>
            <p:cNvGrpSpPr>
              <a:grpSpLocks/>
            </p:cNvGrpSpPr>
            <p:nvPr/>
          </p:nvGrpSpPr>
          <p:grpSpPr bwMode="auto">
            <a:xfrm>
              <a:off x="3939" y="965"/>
              <a:ext cx="679" cy="910"/>
              <a:chOff x="3939" y="965"/>
              <a:chExt cx="679" cy="910"/>
            </a:xfrm>
          </p:grpSpPr>
          <p:grpSp>
            <p:nvGrpSpPr>
              <p:cNvPr id="183377" name="Group 126"/>
              <p:cNvGrpSpPr>
                <a:grpSpLocks/>
              </p:cNvGrpSpPr>
              <p:nvPr/>
            </p:nvGrpSpPr>
            <p:grpSpPr bwMode="auto">
              <a:xfrm>
                <a:off x="4259" y="965"/>
                <a:ext cx="359" cy="180"/>
                <a:chOff x="533" y="321"/>
                <a:chExt cx="359" cy="180"/>
              </a:xfrm>
            </p:grpSpPr>
            <p:grpSp>
              <p:nvGrpSpPr>
                <p:cNvPr id="183384" name="Group 127"/>
                <p:cNvGrpSpPr>
                  <a:grpSpLocks/>
                </p:cNvGrpSpPr>
                <p:nvPr/>
              </p:nvGrpSpPr>
              <p:grpSpPr bwMode="auto">
                <a:xfrm>
                  <a:off x="533" y="321"/>
                  <a:ext cx="359" cy="180"/>
                  <a:chOff x="1009" y="655"/>
                  <a:chExt cx="359" cy="180"/>
                </a:xfrm>
              </p:grpSpPr>
              <p:sp>
                <p:nvSpPr>
                  <p:cNvPr id="74843" name="Oval 128"/>
                  <p:cNvSpPr>
                    <a:spLocks noChangeArrowheads="1"/>
                  </p:cNvSpPr>
                  <p:nvPr/>
                </p:nvSpPr>
                <p:spPr bwMode="auto">
                  <a:xfrm>
                    <a:off x="1012" y="735"/>
                    <a:ext cx="356" cy="100"/>
                  </a:xfrm>
                  <a:prstGeom prst="ellipse">
                    <a:avLst/>
                  </a:prstGeom>
                  <a:solidFill>
                    <a:schemeClr val="hlink"/>
                  </a:solidFill>
                  <a:ln w="12700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en-US" dirty="0">
                      <a:solidFill>
                        <a:srgbClr val="000000"/>
                      </a:solidFill>
                      <a:cs typeface="+mn-cs"/>
                    </a:endParaRPr>
                  </a:p>
                </p:txBody>
              </p:sp>
              <p:sp>
                <p:nvSpPr>
                  <p:cNvPr id="74844" name="Line 129"/>
                  <p:cNvSpPr>
                    <a:spLocks noChangeShapeType="1"/>
                  </p:cNvSpPr>
                  <p:nvPr/>
                </p:nvSpPr>
                <p:spPr bwMode="auto">
                  <a:xfrm>
                    <a:off x="1012" y="727"/>
                    <a:ext cx="0" cy="62"/>
                  </a:xfrm>
                  <a:prstGeom prst="line">
                    <a:avLst/>
                  </a:prstGeom>
                  <a:noFill/>
                  <a:ln w="12700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en-US" dirty="0">
                      <a:cs typeface="+mn-cs"/>
                    </a:endParaRPr>
                  </a:p>
                </p:txBody>
              </p:sp>
              <p:sp>
                <p:nvSpPr>
                  <p:cNvPr id="74845" name="Line 130"/>
                  <p:cNvSpPr>
                    <a:spLocks noChangeShapeType="1"/>
                  </p:cNvSpPr>
                  <p:nvPr/>
                </p:nvSpPr>
                <p:spPr bwMode="auto">
                  <a:xfrm>
                    <a:off x="1368" y="727"/>
                    <a:ext cx="0" cy="62"/>
                  </a:xfrm>
                  <a:prstGeom prst="line">
                    <a:avLst/>
                  </a:prstGeom>
                  <a:noFill/>
                  <a:ln w="12700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en-US" dirty="0">
                      <a:cs typeface="+mn-cs"/>
                    </a:endParaRPr>
                  </a:p>
                </p:txBody>
              </p:sp>
              <p:sp>
                <p:nvSpPr>
                  <p:cNvPr id="74846" name="Rectangle 131"/>
                  <p:cNvSpPr>
                    <a:spLocks noChangeArrowheads="1"/>
                  </p:cNvSpPr>
                  <p:nvPr/>
                </p:nvSpPr>
                <p:spPr bwMode="auto">
                  <a:xfrm>
                    <a:off x="1012" y="727"/>
                    <a:ext cx="353" cy="61"/>
                  </a:xfrm>
                  <a:prstGeom prst="rect">
                    <a:avLst/>
                  </a:prstGeom>
                  <a:solidFill>
                    <a:schemeClr val="hlink"/>
                  </a:soli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12700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algn="ctr">
                      <a:defRPr/>
                    </a:pPr>
                    <a:endParaRPr lang="en-US" sz="2400" i="0" dirty="0">
                      <a:solidFill>
                        <a:srgbClr val="000000"/>
                      </a:solidFill>
                      <a:latin typeface="Times New Roman" charset="0"/>
                      <a:cs typeface="+mn-cs"/>
                    </a:endParaRPr>
                  </a:p>
                </p:txBody>
              </p:sp>
              <p:sp>
                <p:nvSpPr>
                  <p:cNvPr id="74847" name="Oval 132"/>
                  <p:cNvSpPr>
                    <a:spLocks noChangeArrowheads="1"/>
                  </p:cNvSpPr>
                  <p:nvPr/>
                </p:nvSpPr>
                <p:spPr bwMode="auto">
                  <a:xfrm>
                    <a:off x="1009" y="655"/>
                    <a:ext cx="356" cy="116"/>
                  </a:xfrm>
                  <a:prstGeom prst="ellipse">
                    <a:avLst/>
                  </a:prstGeom>
                  <a:solidFill>
                    <a:schemeClr val="hlink"/>
                  </a:solidFill>
                  <a:ln w="12700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en-US" dirty="0">
                      <a:solidFill>
                        <a:srgbClr val="000000"/>
                      </a:solidFill>
                      <a:cs typeface="+mn-cs"/>
                    </a:endParaRPr>
                  </a:p>
                </p:txBody>
              </p:sp>
              <p:grpSp>
                <p:nvGrpSpPr>
                  <p:cNvPr id="183391" name="Group 133"/>
                  <p:cNvGrpSpPr>
                    <a:grpSpLocks/>
                  </p:cNvGrpSpPr>
                  <p:nvPr/>
                </p:nvGrpSpPr>
                <p:grpSpPr bwMode="auto">
                  <a:xfrm>
                    <a:off x="1095" y="681"/>
                    <a:ext cx="176" cy="68"/>
                    <a:chOff x="2848" y="848"/>
                    <a:chExt cx="140" cy="98"/>
                  </a:xfrm>
                </p:grpSpPr>
                <p:sp>
                  <p:nvSpPr>
                    <p:cNvPr id="74853" name="Line 134"/>
                    <p:cNvSpPr>
                      <a:spLocks noChangeShapeType="1"/>
                    </p:cNvSpPr>
                    <p:nvPr/>
                  </p:nvSpPr>
                  <p:spPr bwMode="auto">
                    <a:xfrm flipV="1">
                      <a:off x="2848" y="848"/>
                      <a:ext cx="50" cy="1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pPr>
                        <a:defRPr/>
                      </a:pPr>
                      <a:endParaRPr lang="en-US" dirty="0">
                        <a:cs typeface="+mn-cs"/>
                      </a:endParaRPr>
                    </a:p>
                  </p:txBody>
                </p:sp>
                <p:sp>
                  <p:nvSpPr>
                    <p:cNvPr id="74854" name="Line 135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2944" y="946"/>
                      <a:ext cx="44" cy="0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pPr>
                        <a:defRPr/>
                      </a:pPr>
                      <a:endParaRPr lang="en-US" dirty="0">
                        <a:cs typeface="+mn-cs"/>
                      </a:endParaRPr>
                    </a:p>
                  </p:txBody>
                </p:sp>
                <p:sp>
                  <p:nvSpPr>
                    <p:cNvPr id="74855" name="Line 136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2894" y="849"/>
                      <a:ext cx="52" cy="97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pPr>
                        <a:defRPr/>
                      </a:pPr>
                      <a:endParaRPr lang="en-US" dirty="0">
                        <a:cs typeface="+mn-cs"/>
                      </a:endParaRPr>
                    </a:p>
                  </p:txBody>
                </p:sp>
              </p:grpSp>
              <p:grpSp>
                <p:nvGrpSpPr>
                  <p:cNvPr id="183392" name="Group 137"/>
                  <p:cNvGrpSpPr>
                    <a:grpSpLocks/>
                  </p:cNvGrpSpPr>
                  <p:nvPr/>
                </p:nvGrpSpPr>
                <p:grpSpPr bwMode="auto">
                  <a:xfrm flipV="1">
                    <a:off x="1095" y="680"/>
                    <a:ext cx="176" cy="68"/>
                    <a:chOff x="2848" y="848"/>
                    <a:chExt cx="140" cy="98"/>
                  </a:xfrm>
                </p:grpSpPr>
                <p:sp>
                  <p:nvSpPr>
                    <p:cNvPr id="74850" name="Line 138"/>
                    <p:cNvSpPr>
                      <a:spLocks noChangeShapeType="1"/>
                    </p:cNvSpPr>
                    <p:nvPr/>
                  </p:nvSpPr>
                  <p:spPr bwMode="auto">
                    <a:xfrm flipV="1">
                      <a:off x="2848" y="848"/>
                      <a:ext cx="50" cy="1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pPr>
                        <a:defRPr/>
                      </a:pPr>
                      <a:endParaRPr lang="en-US" dirty="0">
                        <a:cs typeface="+mn-cs"/>
                      </a:endParaRPr>
                    </a:p>
                  </p:txBody>
                </p:sp>
                <p:sp>
                  <p:nvSpPr>
                    <p:cNvPr id="74851" name="Line 139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2944" y="946"/>
                      <a:ext cx="44" cy="0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pPr>
                        <a:defRPr/>
                      </a:pPr>
                      <a:endParaRPr lang="en-US" dirty="0">
                        <a:cs typeface="+mn-cs"/>
                      </a:endParaRPr>
                    </a:p>
                  </p:txBody>
                </p:sp>
                <p:sp>
                  <p:nvSpPr>
                    <p:cNvPr id="74852" name="Line 140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2894" y="849"/>
                      <a:ext cx="52" cy="97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pPr>
                        <a:defRPr/>
                      </a:pPr>
                      <a:endParaRPr lang="en-US" dirty="0">
                        <a:cs typeface="+mn-cs"/>
                      </a:endParaRPr>
                    </a:p>
                  </p:txBody>
                </p:sp>
              </p:grpSp>
            </p:grpSp>
            <p:sp>
              <p:nvSpPr>
                <p:cNvPr id="74842" name="Line 141"/>
                <p:cNvSpPr>
                  <a:spLocks noChangeShapeType="1"/>
                </p:cNvSpPr>
                <p:nvPr/>
              </p:nvSpPr>
              <p:spPr bwMode="auto">
                <a:xfrm>
                  <a:off x="535" y="368"/>
                  <a:ext cx="0" cy="62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cs typeface="+mn-cs"/>
                  </a:endParaRPr>
                </a:p>
              </p:txBody>
            </p:sp>
          </p:grpSp>
          <p:sp>
            <p:nvSpPr>
              <p:cNvPr id="183378" name="Oval 85"/>
              <p:cNvSpPr>
                <a:spLocks noChangeArrowheads="1"/>
              </p:cNvSpPr>
              <p:nvPr/>
            </p:nvSpPr>
            <p:spPr bwMode="auto">
              <a:xfrm>
                <a:off x="4180" y="1845"/>
                <a:ext cx="27" cy="30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eaLnBrk="1" hangingPunct="1"/>
                <a:endParaRPr lang="en-US" i="0" dirty="0">
                  <a:solidFill>
                    <a:srgbClr val="000000"/>
                  </a:solidFill>
                  <a:latin typeface="Arial" charset="0"/>
                </a:endParaRPr>
              </a:p>
            </p:txBody>
          </p:sp>
          <p:sp>
            <p:nvSpPr>
              <p:cNvPr id="183379" name="Oval 85"/>
              <p:cNvSpPr>
                <a:spLocks noChangeArrowheads="1"/>
              </p:cNvSpPr>
              <p:nvPr/>
            </p:nvSpPr>
            <p:spPr bwMode="auto">
              <a:xfrm>
                <a:off x="4567" y="1845"/>
                <a:ext cx="27" cy="30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eaLnBrk="1" hangingPunct="1"/>
                <a:endParaRPr lang="en-US" i="0" dirty="0">
                  <a:solidFill>
                    <a:srgbClr val="000000"/>
                  </a:solidFill>
                  <a:latin typeface="Arial" charset="0"/>
                </a:endParaRPr>
              </a:p>
            </p:txBody>
          </p:sp>
          <p:sp>
            <p:nvSpPr>
              <p:cNvPr id="74837" name="Line 145"/>
              <p:cNvSpPr>
                <a:spLocks noChangeShapeType="1"/>
              </p:cNvSpPr>
              <p:nvPr/>
            </p:nvSpPr>
            <p:spPr bwMode="auto">
              <a:xfrm flipV="1">
                <a:off x="4188" y="1143"/>
                <a:ext cx="159" cy="717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74838" name="Line 146"/>
              <p:cNvSpPr>
                <a:spLocks noChangeShapeType="1"/>
              </p:cNvSpPr>
              <p:nvPr/>
            </p:nvSpPr>
            <p:spPr bwMode="auto">
              <a:xfrm flipH="1" flipV="1">
                <a:off x="4469" y="1148"/>
                <a:ext cx="112" cy="71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74839" name="Line 147"/>
              <p:cNvSpPr>
                <a:spLocks noChangeShapeType="1"/>
              </p:cNvSpPr>
              <p:nvPr/>
            </p:nvSpPr>
            <p:spPr bwMode="auto">
              <a:xfrm>
                <a:off x="4101" y="1062"/>
                <a:ext cx="159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74840" name="Line 148"/>
              <p:cNvSpPr>
                <a:spLocks noChangeShapeType="1"/>
              </p:cNvSpPr>
              <p:nvPr/>
            </p:nvSpPr>
            <p:spPr bwMode="auto">
              <a:xfrm>
                <a:off x="3939" y="1062"/>
                <a:ext cx="159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dash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</p:grpSp>
      </p:grpSp>
      <p:grpSp>
        <p:nvGrpSpPr>
          <p:cNvPr id="183348" name="Group 44"/>
          <p:cNvGrpSpPr>
            <a:grpSpLocks/>
          </p:cNvGrpSpPr>
          <p:nvPr/>
        </p:nvGrpSpPr>
        <p:grpSpPr bwMode="auto">
          <a:xfrm>
            <a:off x="4276725" y="3343275"/>
            <a:ext cx="722313" cy="598488"/>
            <a:chOff x="-44" y="1473"/>
            <a:chExt cx="981" cy="1105"/>
          </a:xfrm>
        </p:grpSpPr>
        <p:pic>
          <p:nvPicPr>
            <p:cNvPr id="183373" name="Picture 45" descr="desktop_computer_stylized_medium"/>
            <p:cNvPicPr>
              <a:picLocks noChangeAspect="1" noChangeArrowheads="1"/>
            </p:cNvPicPr>
            <p:nvPr/>
          </p:nvPicPr>
          <p:blipFill>
            <a:blip r:embed="rId2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83374" name="Freeform 46"/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 dirty="0"/>
            </a:p>
          </p:txBody>
        </p:sp>
      </p:grpSp>
      <p:grpSp>
        <p:nvGrpSpPr>
          <p:cNvPr id="183349" name="Group 44"/>
          <p:cNvGrpSpPr>
            <a:grpSpLocks/>
          </p:cNvGrpSpPr>
          <p:nvPr/>
        </p:nvGrpSpPr>
        <p:grpSpPr bwMode="auto">
          <a:xfrm>
            <a:off x="4724400" y="3495675"/>
            <a:ext cx="720725" cy="598488"/>
            <a:chOff x="-44" y="1473"/>
            <a:chExt cx="981" cy="1105"/>
          </a:xfrm>
        </p:grpSpPr>
        <p:pic>
          <p:nvPicPr>
            <p:cNvPr id="183371" name="Picture 45" descr="desktop_computer_stylized_medium"/>
            <p:cNvPicPr>
              <a:picLocks noChangeAspect="1" noChangeArrowheads="1"/>
            </p:cNvPicPr>
            <p:nvPr/>
          </p:nvPicPr>
          <p:blipFill>
            <a:blip r:embed="rId2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83372" name="Freeform 46"/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 dirty="0"/>
            </a:p>
          </p:txBody>
        </p:sp>
      </p:grpSp>
      <p:grpSp>
        <p:nvGrpSpPr>
          <p:cNvPr id="183350" name="Group 44"/>
          <p:cNvGrpSpPr>
            <a:grpSpLocks/>
          </p:cNvGrpSpPr>
          <p:nvPr/>
        </p:nvGrpSpPr>
        <p:grpSpPr bwMode="auto">
          <a:xfrm>
            <a:off x="5486400" y="3454400"/>
            <a:ext cx="720725" cy="600075"/>
            <a:chOff x="-44" y="1473"/>
            <a:chExt cx="981" cy="1105"/>
          </a:xfrm>
        </p:grpSpPr>
        <p:pic>
          <p:nvPicPr>
            <p:cNvPr id="183369" name="Picture 45" descr="desktop_computer_stylized_medium"/>
            <p:cNvPicPr>
              <a:picLocks noChangeAspect="1" noChangeArrowheads="1"/>
            </p:cNvPicPr>
            <p:nvPr/>
          </p:nvPicPr>
          <p:blipFill>
            <a:blip r:embed="rId2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83370" name="Freeform 46"/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 dirty="0"/>
            </a:p>
          </p:txBody>
        </p:sp>
      </p:grpSp>
      <p:grpSp>
        <p:nvGrpSpPr>
          <p:cNvPr id="183351" name="Group 44"/>
          <p:cNvGrpSpPr>
            <a:grpSpLocks/>
          </p:cNvGrpSpPr>
          <p:nvPr/>
        </p:nvGrpSpPr>
        <p:grpSpPr bwMode="auto">
          <a:xfrm>
            <a:off x="6492875" y="3444875"/>
            <a:ext cx="720725" cy="598488"/>
            <a:chOff x="-44" y="1473"/>
            <a:chExt cx="981" cy="1105"/>
          </a:xfrm>
        </p:grpSpPr>
        <p:pic>
          <p:nvPicPr>
            <p:cNvPr id="183367" name="Picture 45" descr="desktop_computer_stylized_medium"/>
            <p:cNvPicPr>
              <a:picLocks noChangeAspect="1" noChangeArrowheads="1"/>
            </p:cNvPicPr>
            <p:nvPr/>
          </p:nvPicPr>
          <p:blipFill>
            <a:blip r:embed="rId2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83368" name="Freeform 46"/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 dirty="0"/>
            </a:p>
          </p:txBody>
        </p:sp>
      </p:grpSp>
      <p:grpSp>
        <p:nvGrpSpPr>
          <p:cNvPr id="183352" name="Group 44"/>
          <p:cNvGrpSpPr>
            <a:grpSpLocks/>
          </p:cNvGrpSpPr>
          <p:nvPr/>
        </p:nvGrpSpPr>
        <p:grpSpPr bwMode="auto">
          <a:xfrm>
            <a:off x="7061200" y="3454400"/>
            <a:ext cx="720725" cy="600075"/>
            <a:chOff x="-44" y="1473"/>
            <a:chExt cx="981" cy="1105"/>
          </a:xfrm>
        </p:grpSpPr>
        <p:pic>
          <p:nvPicPr>
            <p:cNvPr id="183365" name="Picture 45" descr="desktop_computer_stylized_medium"/>
            <p:cNvPicPr>
              <a:picLocks noChangeAspect="1" noChangeArrowheads="1"/>
            </p:cNvPicPr>
            <p:nvPr/>
          </p:nvPicPr>
          <p:blipFill>
            <a:blip r:embed="rId2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83366" name="Freeform 46"/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 dirty="0"/>
            </a:p>
          </p:txBody>
        </p:sp>
      </p:grpSp>
      <p:grpSp>
        <p:nvGrpSpPr>
          <p:cNvPr id="183353" name="Group 44"/>
          <p:cNvGrpSpPr>
            <a:grpSpLocks/>
          </p:cNvGrpSpPr>
          <p:nvPr/>
        </p:nvGrpSpPr>
        <p:grpSpPr bwMode="auto">
          <a:xfrm>
            <a:off x="7915275" y="3302000"/>
            <a:ext cx="720725" cy="600075"/>
            <a:chOff x="-44" y="1473"/>
            <a:chExt cx="981" cy="1105"/>
          </a:xfrm>
        </p:grpSpPr>
        <p:pic>
          <p:nvPicPr>
            <p:cNvPr id="183363" name="Picture 45" descr="desktop_computer_stylized_medium"/>
            <p:cNvPicPr>
              <a:picLocks noChangeAspect="1" noChangeArrowheads="1"/>
            </p:cNvPicPr>
            <p:nvPr/>
          </p:nvPicPr>
          <p:blipFill>
            <a:blip r:embed="rId2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83364" name="Freeform 46"/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 dirty="0"/>
            </a:p>
          </p:txBody>
        </p:sp>
      </p:grpSp>
      <p:grpSp>
        <p:nvGrpSpPr>
          <p:cNvPr id="2" name="Group 1"/>
          <p:cNvGrpSpPr>
            <a:grpSpLocks/>
          </p:cNvGrpSpPr>
          <p:nvPr/>
        </p:nvGrpSpPr>
        <p:grpSpPr bwMode="auto">
          <a:xfrm>
            <a:off x="4664075" y="2549525"/>
            <a:ext cx="1550988" cy="600075"/>
            <a:chOff x="4907280" y="294640"/>
            <a:chExt cx="1551062" cy="599440"/>
          </a:xfrm>
        </p:grpSpPr>
        <p:sp>
          <p:nvSpPr>
            <p:cNvPr id="74814" name="Rectangle 118"/>
            <p:cNvSpPr>
              <a:spLocks noChangeArrowheads="1"/>
            </p:cNvSpPr>
            <p:nvPr/>
          </p:nvSpPr>
          <p:spPr bwMode="auto">
            <a:xfrm>
              <a:off x="6178929" y="589603"/>
              <a:ext cx="279413" cy="206157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cs typeface="+mn-cs"/>
              </a:endParaRPr>
            </a:p>
          </p:txBody>
        </p:sp>
        <p:sp>
          <p:nvSpPr>
            <p:cNvPr id="74815" name="Line 120"/>
            <p:cNvSpPr>
              <a:spLocks noChangeShapeType="1"/>
            </p:cNvSpPr>
            <p:nvPr/>
          </p:nvSpPr>
          <p:spPr bwMode="auto">
            <a:xfrm flipH="1" flipV="1">
              <a:off x="5507384" y="507140"/>
              <a:ext cx="793788" cy="20932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183359" name="Oval 82"/>
            <p:cNvSpPr>
              <a:spLocks noChangeArrowheads="1"/>
            </p:cNvSpPr>
            <p:nvPr/>
          </p:nvSpPr>
          <p:spPr bwMode="auto">
            <a:xfrm>
              <a:off x="6282127" y="684530"/>
              <a:ext cx="42863" cy="4762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eaLnBrk="1" hangingPunct="1"/>
              <a:endParaRPr lang="en-US" i="0" dirty="0">
                <a:solidFill>
                  <a:srgbClr val="000000"/>
                </a:solidFill>
                <a:latin typeface="Arial" charset="0"/>
              </a:endParaRPr>
            </a:p>
          </p:txBody>
        </p:sp>
        <p:grpSp>
          <p:nvGrpSpPr>
            <p:cNvPr id="183360" name="Group 44"/>
            <p:cNvGrpSpPr>
              <a:grpSpLocks/>
            </p:cNvGrpSpPr>
            <p:nvPr/>
          </p:nvGrpSpPr>
          <p:grpSpPr bwMode="auto">
            <a:xfrm>
              <a:off x="4907280" y="294640"/>
              <a:ext cx="721360" cy="599440"/>
              <a:chOff x="-44" y="1473"/>
              <a:chExt cx="981" cy="1105"/>
            </a:xfrm>
          </p:grpSpPr>
          <p:pic>
            <p:nvPicPr>
              <p:cNvPr id="183361" name="Picture 45" descr="desktop_computer_stylized_medium"/>
              <p:cNvPicPr>
                <a:picLocks noChangeAspect="1" noChangeArrowheads="1"/>
              </p:cNvPicPr>
              <p:nvPr/>
            </p:nvPicPr>
            <p:blipFill>
              <a:blip r:embed="rId2" cstate="email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83362" name="Freeform 46"/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1736 w 356"/>
                  <a:gd name="T3" fmla="*/ 95 h 368"/>
                  <a:gd name="T4" fmla="*/ 2059 w 356"/>
                  <a:gd name="T5" fmla="*/ 1990 h 368"/>
                  <a:gd name="T6" fmla="*/ 454 w 356"/>
                  <a:gd name="T7" fmla="*/ 2489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</p:grpSp>
      </p:grpSp>
      <p:pic>
        <p:nvPicPr>
          <p:cNvPr id="183356" name="Picture 23" descr="underline_base"/>
          <p:cNvPicPr>
            <a:picLocks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0713" y="1036638"/>
            <a:ext cx="4113212" cy="173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4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56154" y="6522365"/>
            <a:ext cx="548655" cy="272319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200" dirty="0">
                <a:latin typeface="Tahoma" charset="0"/>
              </a:rPr>
              <a:t>6-</a:t>
            </a:r>
            <a:fld id="{8E8C6E93-DF5B-BC4B-80F9-500DED1EEDCC}" type="slidenum">
              <a:rPr lang="en-US" sz="1200">
                <a:latin typeface="Tahoma" charset="0"/>
              </a:rPr>
              <a:pPr/>
              <a:t>15</a:t>
            </a:fld>
            <a:endParaRPr lang="en-US" sz="1200" dirty="0">
              <a:latin typeface="Tahoma" charset="0"/>
            </a:endParaRPr>
          </a:p>
        </p:txBody>
      </p:sp>
      <p:sp>
        <p:nvSpPr>
          <p:cNvPr id="105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6375496" y="6521551"/>
            <a:ext cx="2177473" cy="241541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Link Layer and LANs</a:t>
            </a:r>
          </a:p>
        </p:txBody>
      </p:sp>
      <p:grpSp>
        <p:nvGrpSpPr>
          <p:cNvPr id="106" name="Group 347"/>
          <p:cNvGrpSpPr>
            <a:grpSpLocks/>
          </p:cNvGrpSpPr>
          <p:nvPr/>
        </p:nvGrpSpPr>
        <p:grpSpPr bwMode="auto">
          <a:xfrm>
            <a:off x="6700819" y="1533219"/>
            <a:ext cx="681857" cy="351801"/>
            <a:chOff x="1871277" y="1576300"/>
            <a:chExt cx="1128371" cy="437861"/>
          </a:xfrm>
        </p:grpSpPr>
        <p:sp>
          <p:nvSpPr>
            <p:cNvPr id="107" name="Oval 106"/>
            <p:cNvSpPr/>
            <p:nvPr/>
          </p:nvSpPr>
          <p:spPr bwMode="auto">
            <a:xfrm flipV="1">
              <a:off x="1874446" y="1694641"/>
              <a:ext cx="1125202" cy="319520"/>
            </a:xfrm>
            <a:prstGeom prst="ellipse">
              <a:avLst/>
            </a:prstGeom>
            <a:gradFill flip="none" rotWithShape="1">
              <a:gsLst>
                <a:gs pos="0">
                  <a:schemeClr val="accent2">
                    <a:lumMod val="75000"/>
                  </a:schemeClr>
                </a:gs>
                <a:gs pos="53000">
                  <a:schemeClr val="accent2">
                    <a:lumMod val="60000"/>
                    <a:lumOff val="40000"/>
                  </a:schemeClr>
                </a:gs>
                <a:gs pos="100000">
                  <a:schemeClr val="accent2">
                    <a:lumMod val="75000"/>
                  </a:schemeClr>
                </a:gs>
              </a:gsLst>
              <a:lin ang="0" scaled="1"/>
              <a:tileRect/>
            </a:gradFill>
            <a:ln w="6350" cmpd="sng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>
                <a:ln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108" name="Rectangle 107"/>
            <p:cNvSpPr/>
            <p:nvPr/>
          </p:nvSpPr>
          <p:spPr bwMode="auto">
            <a:xfrm>
              <a:off x="1871277" y="1739611"/>
              <a:ext cx="1128371" cy="115973"/>
            </a:xfrm>
            <a:prstGeom prst="rect">
              <a:avLst/>
            </a:prstGeom>
            <a:gradFill>
              <a:gsLst>
                <a:gs pos="0">
                  <a:schemeClr val="accent2">
                    <a:lumMod val="75000"/>
                  </a:schemeClr>
                </a:gs>
                <a:gs pos="53000">
                  <a:schemeClr val="accent2">
                    <a:lumMod val="60000"/>
                    <a:lumOff val="40000"/>
                  </a:schemeClr>
                </a:gs>
                <a:gs pos="100000">
                  <a:schemeClr val="accent2">
                    <a:lumMod val="75000"/>
                  </a:schemeClr>
                </a:gs>
              </a:gsLst>
              <a:lin ang="10800000" scaled="0"/>
            </a:gradFill>
            <a:ln w="25400"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/>
            </a:p>
          </p:txBody>
        </p:sp>
        <p:sp>
          <p:nvSpPr>
            <p:cNvPr id="109" name="Oval 108"/>
            <p:cNvSpPr/>
            <p:nvPr/>
          </p:nvSpPr>
          <p:spPr bwMode="auto">
            <a:xfrm flipV="1">
              <a:off x="1871277" y="1576300"/>
              <a:ext cx="1125200" cy="31952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 w="6350" cmpd="sng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>
                <a:ln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110" name="Freeform 109"/>
            <p:cNvSpPr/>
            <p:nvPr/>
          </p:nvSpPr>
          <p:spPr bwMode="auto">
            <a:xfrm>
              <a:off x="2159708" y="1673340"/>
              <a:ext cx="548339" cy="160943"/>
            </a:xfrm>
            <a:custGeom>
              <a:avLst/>
              <a:gdLst>
                <a:gd name="connsiteX0" fmla="*/ 1486231 w 2944854"/>
                <a:gd name="connsiteY0" fmla="*/ 727041 h 1302232"/>
                <a:gd name="connsiteX1" fmla="*/ 257675 w 2944854"/>
                <a:gd name="connsiteY1" fmla="*/ 1302232 h 1302232"/>
                <a:gd name="connsiteX2" fmla="*/ 0 w 2944854"/>
                <a:gd name="connsiteY2" fmla="*/ 1228607 h 1302232"/>
                <a:gd name="connsiteX3" fmla="*/ 911064 w 2944854"/>
                <a:gd name="connsiteY3" fmla="*/ 837478 h 1302232"/>
                <a:gd name="connsiteX4" fmla="*/ 883456 w 2944854"/>
                <a:gd name="connsiteY4" fmla="*/ 450949 h 1302232"/>
                <a:gd name="connsiteX5" fmla="*/ 161047 w 2944854"/>
                <a:gd name="connsiteY5" fmla="*/ 119640 h 1302232"/>
                <a:gd name="connsiteX6" fmla="*/ 404917 w 2944854"/>
                <a:gd name="connsiteY6" fmla="*/ 50617 h 1302232"/>
                <a:gd name="connsiteX7" fmla="*/ 1477028 w 2944854"/>
                <a:gd name="connsiteY7" fmla="*/ 501566 h 1302232"/>
                <a:gd name="connsiteX8" fmla="*/ 2572146 w 2944854"/>
                <a:gd name="connsiteY8" fmla="*/ 0 h 1302232"/>
                <a:gd name="connsiteX9" fmla="*/ 2875834 w 2944854"/>
                <a:gd name="connsiteY9" fmla="*/ 96632 h 1302232"/>
                <a:gd name="connsiteX10" fmla="*/ 2079803 w 2944854"/>
                <a:gd name="connsiteY10" fmla="*/ 432543 h 1302232"/>
                <a:gd name="connsiteX11" fmla="*/ 2240850 w 2944854"/>
                <a:gd name="connsiteY11" fmla="*/ 920305 h 1302232"/>
                <a:gd name="connsiteX12" fmla="*/ 2944854 w 2944854"/>
                <a:gd name="connsiteY12" fmla="*/ 1228607 h 1302232"/>
                <a:gd name="connsiteX13" fmla="*/ 2733192 w 2944854"/>
                <a:gd name="connsiteY13" fmla="*/ 1297630 h 1302232"/>
                <a:gd name="connsiteX14" fmla="*/ 1486231 w 2944854"/>
                <a:gd name="connsiteY14" fmla="*/ 727041 h 1302232"/>
                <a:gd name="connsiteX0" fmla="*/ 1486231 w 2944854"/>
                <a:gd name="connsiteY0" fmla="*/ 727041 h 1316375"/>
                <a:gd name="connsiteX1" fmla="*/ 257675 w 2944854"/>
                <a:gd name="connsiteY1" fmla="*/ 1302232 h 1316375"/>
                <a:gd name="connsiteX2" fmla="*/ 0 w 2944854"/>
                <a:gd name="connsiteY2" fmla="*/ 1228607 h 1316375"/>
                <a:gd name="connsiteX3" fmla="*/ 911064 w 2944854"/>
                <a:gd name="connsiteY3" fmla="*/ 837478 h 1316375"/>
                <a:gd name="connsiteX4" fmla="*/ 883456 w 2944854"/>
                <a:gd name="connsiteY4" fmla="*/ 450949 h 1316375"/>
                <a:gd name="connsiteX5" fmla="*/ 161047 w 2944854"/>
                <a:gd name="connsiteY5" fmla="*/ 119640 h 1316375"/>
                <a:gd name="connsiteX6" fmla="*/ 404917 w 2944854"/>
                <a:gd name="connsiteY6" fmla="*/ 50617 h 1316375"/>
                <a:gd name="connsiteX7" fmla="*/ 1477028 w 2944854"/>
                <a:gd name="connsiteY7" fmla="*/ 501566 h 1316375"/>
                <a:gd name="connsiteX8" fmla="*/ 2572146 w 2944854"/>
                <a:gd name="connsiteY8" fmla="*/ 0 h 1316375"/>
                <a:gd name="connsiteX9" fmla="*/ 2875834 w 2944854"/>
                <a:gd name="connsiteY9" fmla="*/ 96632 h 1316375"/>
                <a:gd name="connsiteX10" fmla="*/ 2079803 w 2944854"/>
                <a:gd name="connsiteY10" fmla="*/ 432543 h 1316375"/>
                <a:gd name="connsiteX11" fmla="*/ 2240850 w 2944854"/>
                <a:gd name="connsiteY11" fmla="*/ 920305 h 1316375"/>
                <a:gd name="connsiteX12" fmla="*/ 2944854 w 2944854"/>
                <a:gd name="connsiteY12" fmla="*/ 1228607 h 1316375"/>
                <a:gd name="connsiteX13" fmla="*/ 2756623 w 2944854"/>
                <a:gd name="connsiteY13" fmla="*/ 1316375 h 1316375"/>
                <a:gd name="connsiteX14" fmla="*/ 1486231 w 2944854"/>
                <a:gd name="connsiteY14" fmla="*/ 727041 h 1316375"/>
                <a:gd name="connsiteX0" fmla="*/ 1486231 w 3024520"/>
                <a:gd name="connsiteY0" fmla="*/ 727041 h 1316375"/>
                <a:gd name="connsiteX1" fmla="*/ 257675 w 3024520"/>
                <a:gd name="connsiteY1" fmla="*/ 1302232 h 1316375"/>
                <a:gd name="connsiteX2" fmla="*/ 0 w 3024520"/>
                <a:gd name="connsiteY2" fmla="*/ 1228607 h 1316375"/>
                <a:gd name="connsiteX3" fmla="*/ 911064 w 3024520"/>
                <a:gd name="connsiteY3" fmla="*/ 837478 h 1316375"/>
                <a:gd name="connsiteX4" fmla="*/ 883456 w 3024520"/>
                <a:gd name="connsiteY4" fmla="*/ 450949 h 1316375"/>
                <a:gd name="connsiteX5" fmla="*/ 161047 w 3024520"/>
                <a:gd name="connsiteY5" fmla="*/ 119640 h 1316375"/>
                <a:gd name="connsiteX6" fmla="*/ 404917 w 3024520"/>
                <a:gd name="connsiteY6" fmla="*/ 50617 h 1316375"/>
                <a:gd name="connsiteX7" fmla="*/ 1477028 w 3024520"/>
                <a:gd name="connsiteY7" fmla="*/ 501566 h 1316375"/>
                <a:gd name="connsiteX8" fmla="*/ 2572146 w 3024520"/>
                <a:gd name="connsiteY8" fmla="*/ 0 h 1316375"/>
                <a:gd name="connsiteX9" fmla="*/ 2875834 w 3024520"/>
                <a:gd name="connsiteY9" fmla="*/ 96632 h 1316375"/>
                <a:gd name="connsiteX10" fmla="*/ 2079803 w 3024520"/>
                <a:gd name="connsiteY10" fmla="*/ 432543 h 1316375"/>
                <a:gd name="connsiteX11" fmla="*/ 2240850 w 3024520"/>
                <a:gd name="connsiteY11" fmla="*/ 920305 h 1316375"/>
                <a:gd name="connsiteX12" fmla="*/ 3024520 w 3024520"/>
                <a:gd name="connsiteY12" fmla="*/ 1228607 h 1316375"/>
                <a:gd name="connsiteX13" fmla="*/ 2756623 w 3024520"/>
                <a:gd name="connsiteY13" fmla="*/ 1316375 h 1316375"/>
                <a:gd name="connsiteX14" fmla="*/ 1486231 w 3024520"/>
                <a:gd name="connsiteY14" fmla="*/ 727041 h 1316375"/>
                <a:gd name="connsiteX0" fmla="*/ 1537780 w 3076069"/>
                <a:gd name="connsiteY0" fmla="*/ 727041 h 1316375"/>
                <a:gd name="connsiteX1" fmla="*/ 309224 w 3076069"/>
                <a:gd name="connsiteY1" fmla="*/ 1302232 h 1316375"/>
                <a:gd name="connsiteX2" fmla="*/ 0 w 3076069"/>
                <a:gd name="connsiteY2" fmla="*/ 1228607 h 1316375"/>
                <a:gd name="connsiteX3" fmla="*/ 962613 w 3076069"/>
                <a:gd name="connsiteY3" fmla="*/ 837478 h 1316375"/>
                <a:gd name="connsiteX4" fmla="*/ 935005 w 3076069"/>
                <a:gd name="connsiteY4" fmla="*/ 450949 h 1316375"/>
                <a:gd name="connsiteX5" fmla="*/ 212596 w 3076069"/>
                <a:gd name="connsiteY5" fmla="*/ 119640 h 1316375"/>
                <a:gd name="connsiteX6" fmla="*/ 456466 w 3076069"/>
                <a:gd name="connsiteY6" fmla="*/ 50617 h 1316375"/>
                <a:gd name="connsiteX7" fmla="*/ 1528577 w 3076069"/>
                <a:gd name="connsiteY7" fmla="*/ 501566 h 1316375"/>
                <a:gd name="connsiteX8" fmla="*/ 2623695 w 3076069"/>
                <a:gd name="connsiteY8" fmla="*/ 0 h 1316375"/>
                <a:gd name="connsiteX9" fmla="*/ 2927383 w 3076069"/>
                <a:gd name="connsiteY9" fmla="*/ 96632 h 1316375"/>
                <a:gd name="connsiteX10" fmla="*/ 2131352 w 3076069"/>
                <a:gd name="connsiteY10" fmla="*/ 432543 h 1316375"/>
                <a:gd name="connsiteX11" fmla="*/ 2292399 w 3076069"/>
                <a:gd name="connsiteY11" fmla="*/ 920305 h 1316375"/>
                <a:gd name="connsiteX12" fmla="*/ 3076069 w 3076069"/>
                <a:gd name="connsiteY12" fmla="*/ 1228607 h 1316375"/>
                <a:gd name="connsiteX13" fmla="*/ 2808172 w 3076069"/>
                <a:gd name="connsiteY13" fmla="*/ 1316375 h 1316375"/>
                <a:gd name="connsiteX14" fmla="*/ 1537780 w 3076069"/>
                <a:gd name="connsiteY14" fmla="*/ 727041 h 1316375"/>
                <a:gd name="connsiteX0" fmla="*/ 1537780 w 3076069"/>
                <a:gd name="connsiteY0" fmla="*/ 727041 h 1321259"/>
                <a:gd name="connsiteX1" fmla="*/ 313981 w 3076069"/>
                <a:gd name="connsiteY1" fmla="*/ 1321259 h 1321259"/>
                <a:gd name="connsiteX2" fmla="*/ 0 w 3076069"/>
                <a:gd name="connsiteY2" fmla="*/ 1228607 h 1321259"/>
                <a:gd name="connsiteX3" fmla="*/ 962613 w 3076069"/>
                <a:gd name="connsiteY3" fmla="*/ 837478 h 1321259"/>
                <a:gd name="connsiteX4" fmla="*/ 935005 w 3076069"/>
                <a:gd name="connsiteY4" fmla="*/ 450949 h 1321259"/>
                <a:gd name="connsiteX5" fmla="*/ 212596 w 3076069"/>
                <a:gd name="connsiteY5" fmla="*/ 119640 h 1321259"/>
                <a:gd name="connsiteX6" fmla="*/ 456466 w 3076069"/>
                <a:gd name="connsiteY6" fmla="*/ 50617 h 1321259"/>
                <a:gd name="connsiteX7" fmla="*/ 1528577 w 3076069"/>
                <a:gd name="connsiteY7" fmla="*/ 501566 h 1321259"/>
                <a:gd name="connsiteX8" fmla="*/ 2623695 w 3076069"/>
                <a:gd name="connsiteY8" fmla="*/ 0 h 1321259"/>
                <a:gd name="connsiteX9" fmla="*/ 2927383 w 3076069"/>
                <a:gd name="connsiteY9" fmla="*/ 96632 h 1321259"/>
                <a:gd name="connsiteX10" fmla="*/ 2131352 w 3076069"/>
                <a:gd name="connsiteY10" fmla="*/ 432543 h 1321259"/>
                <a:gd name="connsiteX11" fmla="*/ 2292399 w 3076069"/>
                <a:gd name="connsiteY11" fmla="*/ 920305 h 1321259"/>
                <a:gd name="connsiteX12" fmla="*/ 3076069 w 3076069"/>
                <a:gd name="connsiteY12" fmla="*/ 1228607 h 1321259"/>
                <a:gd name="connsiteX13" fmla="*/ 2808172 w 3076069"/>
                <a:gd name="connsiteY13" fmla="*/ 1316375 h 1321259"/>
                <a:gd name="connsiteX14" fmla="*/ 1537780 w 3076069"/>
                <a:gd name="connsiteY14" fmla="*/ 727041 h 1321259"/>
                <a:gd name="connsiteX0" fmla="*/ 1537780 w 3076069"/>
                <a:gd name="connsiteY0" fmla="*/ 750825 h 1321259"/>
                <a:gd name="connsiteX1" fmla="*/ 313981 w 3076069"/>
                <a:gd name="connsiteY1" fmla="*/ 1321259 h 1321259"/>
                <a:gd name="connsiteX2" fmla="*/ 0 w 3076069"/>
                <a:gd name="connsiteY2" fmla="*/ 1228607 h 1321259"/>
                <a:gd name="connsiteX3" fmla="*/ 962613 w 3076069"/>
                <a:gd name="connsiteY3" fmla="*/ 837478 h 1321259"/>
                <a:gd name="connsiteX4" fmla="*/ 935005 w 3076069"/>
                <a:gd name="connsiteY4" fmla="*/ 450949 h 1321259"/>
                <a:gd name="connsiteX5" fmla="*/ 212596 w 3076069"/>
                <a:gd name="connsiteY5" fmla="*/ 119640 h 1321259"/>
                <a:gd name="connsiteX6" fmla="*/ 456466 w 3076069"/>
                <a:gd name="connsiteY6" fmla="*/ 50617 h 1321259"/>
                <a:gd name="connsiteX7" fmla="*/ 1528577 w 3076069"/>
                <a:gd name="connsiteY7" fmla="*/ 501566 h 1321259"/>
                <a:gd name="connsiteX8" fmla="*/ 2623695 w 3076069"/>
                <a:gd name="connsiteY8" fmla="*/ 0 h 1321259"/>
                <a:gd name="connsiteX9" fmla="*/ 2927383 w 3076069"/>
                <a:gd name="connsiteY9" fmla="*/ 96632 h 1321259"/>
                <a:gd name="connsiteX10" fmla="*/ 2131352 w 3076069"/>
                <a:gd name="connsiteY10" fmla="*/ 432543 h 1321259"/>
                <a:gd name="connsiteX11" fmla="*/ 2292399 w 3076069"/>
                <a:gd name="connsiteY11" fmla="*/ 920305 h 1321259"/>
                <a:gd name="connsiteX12" fmla="*/ 3076069 w 3076069"/>
                <a:gd name="connsiteY12" fmla="*/ 1228607 h 1321259"/>
                <a:gd name="connsiteX13" fmla="*/ 2808172 w 3076069"/>
                <a:gd name="connsiteY13" fmla="*/ 1316375 h 1321259"/>
                <a:gd name="connsiteX14" fmla="*/ 1537780 w 3076069"/>
                <a:gd name="connsiteY14" fmla="*/ 750825 h 13212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076069" h="1321259">
                  <a:moveTo>
                    <a:pt x="1537780" y="750825"/>
                  </a:moveTo>
                  <a:lnTo>
                    <a:pt x="313981" y="1321259"/>
                  </a:lnTo>
                  <a:lnTo>
                    <a:pt x="0" y="1228607"/>
                  </a:lnTo>
                  <a:lnTo>
                    <a:pt x="962613" y="837478"/>
                  </a:lnTo>
                  <a:lnTo>
                    <a:pt x="935005" y="450949"/>
                  </a:lnTo>
                  <a:lnTo>
                    <a:pt x="212596" y="119640"/>
                  </a:lnTo>
                  <a:lnTo>
                    <a:pt x="456466" y="50617"/>
                  </a:lnTo>
                  <a:lnTo>
                    <a:pt x="1528577" y="501566"/>
                  </a:lnTo>
                  <a:lnTo>
                    <a:pt x="2623695" y="0"/>
                  </a:lnTo>
                  <a:lnTo>
                    <a:pt x="2927383" y="96632"/>
                  </a:lnTo>
                  <a:lnTo>
                    <a:pt x="2131352" y="432543"/>
                  </a:lnTo>
                  <a:lnTo>
                    <a:pt x="2292399" y="920305"/>
                  </a:lnTo>
                  <a:lnTo>
                    <a:pt x="3076069" y="1228607"/>
                  </a:lnTo>
                  <a:lnTo>
                    <a:pt x="2808172" y="1316375"/>
                  </a:lnTo>
                  <a:lnTo>
                    <a:pt x="1537780" y="750825"/>
                  </a:lnTo>
                  <a:close/>
                </a:path>
              </a:pathLst>
            </a:cu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/>
            </a:p>
          </p:txBody>
        </p:sp>
        <p:sp>
          <p:nvSpPr>
            <p:cNvPr id="111" name="Freeform 110"/>
            <p:cNvSpPr/>
            <p:nvPr/>
          </p:nvSpPr>
          <p:spPr bwMode="auto">
            <a:xfrm>
              <a:off x="2102655" y="1633103"/>
              <a:ext cx="662444" cy="111241"/>
            </a:xfrm>
            <a:custGeom>
              <a:avLst/>
              <a:gdLst>
                <a:gd name="connsiteX0" fmla="*/ 0 w 3645229"/>
                <a:gd name="connsiteY0" fmla="*/ 214441 h 923747"/>
                <a:gd name="connsiteX1" fmla="*/ 659770 w 3645229"/>
                <a:gd name="connsiteY1" fmla="*/ 16495 h 923747"/>
                <a:gd name="connsiteX2" fmla="*/ 1814367 w 3645229"/>
                <a:gd name="connsiteY2" fmla="*/ 511360 h 923747"/>
                <a:gd name="connsiteX3" fmla="*/ 2968965 w 3645229"/>
                <a:gd name="connsiteY3" fmla="*/ 0 h 923747"/>
                <a:gd name="connsiteX4" fmla="*/ 3645229 w 3645229"/>
                <a:gd name="connsiteY4" fmla="*/ 197946 h 923747"/>
                <a:gd name="connsiteX5" fmla="*/ 3199884 w 3645229"/>
                <a:gd name="connsiteY5" fmla="*/ 461874 h 923747"/>
                <a:gd name="connsiteX6" fmla="*/ 2985459 w 3645229"/>
                <a:gd name="connsiteY6" fmla="*/ 379396 h 923747"/>
                <a:gd name="connsiteX7" fmla="*/ 1830861 w 3645229"/>
                <a:gd name="connsiteY7" fmla="*/ 923747 h 923747"/>
                <a:gd name="connsiteX8" fmla="*/ 676264 w 3645229"/>
                <a:gd name="connsiteY8" fmla="*/ 412387 h 923747"/>
                <a:gd name="connsiteX9" fmla="*/ 527816 w 3645229"/>
                <a:gd name="connsiteY9" fmla="*/ 478369 h 923747"/>
                <a:gd name="connsiteX10" fmla="*/ 0 w 3645229"/>
                <a:gd name="connsiteY10" fmla="*/ 214441 h 923747"/>
                <a:gd name="connsiteX0" fmla="*/ 0 w 3640627"/>
                <a:gd name="connsiteY0" fmla="*/ 242051 h 923747"/>
                <a:gd name="connsiteX1" fmla="*/ 655168 w 3640627"/>
                <a:gd name="connsiteY1" fmla="*/ 16495 h 923747"/>
                <a:gd name="connsiteX2" fmla="*/ 1809765 w 3640627"/>
                <a:gd name="connsiteY2" fmla="*/ 511360 h 923747"/>
                <a:gd name="connsiteX3" fmla="*/ 2964363 w 3640627"/>
                <a:gd name="connsiteY3" fmla="*/ 0 h 923747"/>
                <a:gd name="connsiteX4" fmla="*/ 3640627 w 3640627"/>
                <a:gd name="connsiteY4" fmla="*/ 197946 h 923747"/>
                <a:gd name="connsiteX5" fmla="*/ 3195282 w 3640627"/>
                <a:gd name="connsiteY5" fmla="*/ 461874 h 923747"/>
                <a:gd name="connsiteX6" fmla="*/ 2980857 w 3640627"/>
                <a:gd name="connsiteY6" fmla="*/ 379396 h 923747"/>
                <a:gd name="connsiteX7" fmla="*/ 1826259 w 3640627"/>
                <a:gd name="connsiteY7" fmla="*/ 923747 h 923747"/>
                <a:gd name="connsiteX8" fmla="*/ 671662 w 3640627"/>
                <a:gd name="connsiteY8" fmla="*/ 412387 h 923747"/>
                <a:gd name="connsiteX9" fmla="*/ 523214 w 3640627"/>
                <a:gd name="connsiteY9" fmla="*/ 478369 h 923747"/>
                <a:gd name="connsiteX10" fmla="*/ 0 w 3640627"/>
                <a:gd name="connsiteY10" fmla="*/ 242051 h 923747"/>
                <a:gd name="connsiteX0" fmla="*/ 0 w 3640627"/>
                <a:gd name="connsiteY0" fmla="*/ 242051 h 923747"/>
                <a:gd name="connsiteX1" fmla="*/ 655168 w 3640627"/>
                <a:gd name="connsiteY1" fmla="*/ 16495 h 923747"/>
                <a:gd name="connsiteX2" fmla="*/ 1809765 w 3640627"/>
                <a:gd name="connsiteY2" fmla="*/ 511360 h 923747"/>
                <a:gd name="connsiteX3" fmla="*/ 2964363 w 3640627"/>
                <a:gd name="connsiteY3" fmla="*/ 0 h 923747"/>
                <a:gd name="connsiteX4" fmla="*/ 3640627 w 3640627"/>
                <a:gd name="connsiteY4" fmla="*/ 197946 h 923747"/>
                <a:gd name="connsiteX5" fmla="*/ 3195282 w 3640627"/>
                <a:gd name="connsiteY5" fmla="*/ 461874 h 923747"/>
                <a:gd name="connsiteX6" fmla="*/ 2980857 w 3640627"/>
                <a:gd name="connsiteY6" fmla="*/ 379396 h 923747"/>
                <a:gd name="connsiteX7" fmla="*/ 1826259 w 3640627"/>
                <a:gd name="connsiteY7" fmla="*/ 923747 h 923747"/>
                <a:gd name="connsiteX8" fmla="*/ 671662 w 3640627"/>
                <a:gd name="connsiteY8" fmla="*/ 412387 h 923747"/>
                <a:gd name="connsiteX9" fmla="*/ 523214 w 3640627"/>
                <a:gd name="connsiteY9" fmla="*/ 482971 h 923747"/>
                <a:gd name="connsiteX10" fmla="*/ 0 w 3640627"/>
                <a:gd name="connsiteY10" fmla="*/ 242051 h 923747"/>
                <a:gd name="connsiteX0" fmla="*/ 0 w 3640627"/>
                <a:gd name="connsiteY0" fmla="*/ 242051 h 923747"/>
                <a:gd name="connsiteX1" fmla="*/ 655168 w 3640627"/>
                <a:gd name="connsiteY1" fmla="*/ 16495 h 923747"/>
                <a:gd name="connsiteX2" fmla="*/ 1809765 w 3640627"/>
                <a:gd name="connsiteY2" fmla="*/ 511360 h 923747"/>
                <a:gd name="connsiteX3" fmla="*/ 2964363 w 3640627"/>
                <a:gd name="connsiteY3" fmla="*/ 0 h 923747"/>
                <a:gd name="connsiteX4" fmla="*/ 3640627 w 3640627"/>
                <a:gd name="connsiteY4" fmla="*/ 197946 h 923747"/>
                <a:gd name="connsiteX5" fmla="*/ 3195282 w 3640627"/>
                <a:gd name="connsiteY5" fmla="*/ 461874 h 923747"/>
                <a:gd name="connsiteX6" fmla="*/ 2980857 w 3640627"/>
                <a:gd name="connsiteY6" fmla="*/ 379396 h 923747"/>
                <a:gd name="connsiteX7" fmla="*/ 1826259 w 3640627"/>
                <a:gd name="connsiteY7" fmla="*/ 923747 h 923747"/>
                <a:gd name="connsiteX8" fmla="*/ 690067 w 3640627"/>
                <a:gd name="connsiteY8" fmla="*/ 412387 h 923747"/>
                <a:gd name="connsiteX9" fmla="*/ 523214 w 3640627"/>
                <a:gd name="connsiteY9" fmla="*/ 482971 h 923747"/>
                <a:gd name="connsiteX10" fmla="*/ 0 w 3640627"/>
                <a:gd name="connsiteY10" fmla="*/ 242051 h 923747"/>
                <a:gd name="connsiteX0" fmla="*/ 0 w 3640627"/>
                <a:gd name="connsiteY0" fmla="*/ 242051 h 946755"/>
                <a:gd name="connsiteX1" fmla="*/ 655168 w 3640627"/>
                <a:gd name="connsiteY1" fmla="*/ 16495 h 946755"/>
                <a:gd name="connsiteX2" fmla="*/ 1809765 w 3640627"/>
                <a:gd name="connsiteY2" fmla="*/ 511360 h 946755"/>
                <a:gd name="connsiteX3" fmla="*/ 2964363 w 3640627"/>
                <a:gd name="connsiteY3" fmla="*/ 0 h 946755"/>
                <a:gd name="connsiteX4" fmla="*/ 3640627 w 3640627"/>
                <a:gd name="connsiteY4" fmla="*/ 197946 h 946755"/>
                <a:gd name="connsiteX5" fmla="*/ 3195282 w 3640627"/>
                <a:gd name="connsiteY5" fmla="*/ 461874 h 946755"/>
                <a:gd name="connsiteX6" fmla="*/ 2980857 w 3640627"/>
                <a:gd name="connsiteY6" fmla="*/ 379396 h 946755"/>
                <a:gd name="connsiteX7" fmla="*/ 1876873 w 3640627"/>
                <a:gd name="connsiteY7" fmla="*/ 946755 h 946755"/>
                <a:gd name="connsiteX8" fmla="*/ 690067 w 3640627"/>
                <a:gd name="connsiteY8" fmla="*/ 412387 h 946755"/>
                <a:gd name="connsiteX9" fmla="*/ 523214 w 3640627"/>
                <a:gd name="connsiteY9" fmla="*/ 482971 h 946755"/>
                <a:gd name="connsiteX10" fmla="*/ 0 w 3640627"/>
                <a:gd name="connsiteY10" fmla="*/ 242051 h 946755"/>
                <a:gd name="connsiteX0" fmla="*/ 0 w 3640627"/>
                <a:gd name="connsiteY0" fmla="*/ 242051 h 946755"/>
                <a:gd name="connsiteX1" fmla="*/ 655168 w 3640627"/>
                <a:gd name="connsiteY1" fmla="*/ 16495 h 946755"/>
                <a:gd name="connsiteX2" fmla="*/ 1855778 w 3640627"/>
                <a:gd name="connsiteY2" fmla="*/ 534367 h 946755"/>
                <a:gd name="connsiteX3" fmla="*/ 2964363 w 3640627"/>
                <a:gd name="connsiteY3" fmla="*/ 0 h 946755"/>
                <a:gd name="connsiteX4" fmla="*/ 3640627 w 3640627"/>
                <a:gd name="connsiteY4" fmla="*/ 197946 h 946755"/>
                <a:gd name="connsiteX5" fmla="*/ 3195282 w 3640627"/>
                <a:gd name="connsiteY5" fmla="*/ 461874 h 946755"/>
                <a:gd name="connsiteX6" fmla="*/ 2980857 w 3640627"/>
                <a:gd name="connsiteY6" fmla="*/ 379396 h 946755"/>
                <a:gd name="connsiteX7" fmla="*/ 1876873 w 3640627"/>
                <a:gd name="connsiteY7" fmla="*/ 946755 h 946755"/>
                <a:gd name="connsiteX8" fmla="*/ 690067 w 3640627"/>
                <a:gd name="connsiteY8" fmla="*/ 412387 h 946755"/>
                <a:gd name="connsiteX9" fmla="*/ 523214 w 3640627"/>
                <a:gd name="connsiteY9" fmla="*/ 482971 h 946755"/>
                <a:gd name="connsiteX10" fmla="*/ 0 w 3640627"/>
                <a:gd name="connsiteY10" fmla="*/ 242051 h 946755"/>
                <a:gd name="connsiteX0" fmla="*/ 0 w 3640627"/>
                <a:gd name="connsiteY0" fmla="*/ 242051 h 946755"/>
                <a:gd name="connsiteX1" fmla="*/ 655168 w 3640627"/>
                <a:gd name="connsiteY1" fmla="*/ 16495 h 946755"/>
                <a:gd name="connsiteX2" fmla="*/ 1855778 w 3640627"/>
                <a:gd name="connsiteY2" fmla="*/ 534367 h 946755"/>
                <a:gd name="connsiteX3" fmla="*/ 2964363 w 3640627"/>
                <a:gd name="connsiteY3" fmla="*/ 0 h 946755"/>
                <a:gd name="connsiteX4" fmla="*/ 3640627 w 3640627"/>
                <a:gd name="connsiteY4" fmla="*/ 197946 h 946755"/>
                <a:gd name="connsiteX5" fmla="*/ 3195282 w 3640627"/>
                <a:gd name="connsiteY5" fmla="*/ 461874 h 946755"/>
                <a:gd name="connsiteX6" fmla="*/ 3008465 w 3640627"/>
                <a:gd name="connsiteY6" fmla="*/ 402404 h 946755"/>
                <a:gd name="connsiteX7" fmla="*/ 1876873 w 3640627"/>
                <a:gd name="connsiteY7" fmla="*/ 946755 h 946755"/>
                <a:gd name="connsiteX8" fmla="*/ 690067 w 3640627"/>
                <a:gd name="connsiteY8" fmla="*/ 412387 h 946755"/>
                <a:gd name="connsiteX9" fmla="*/ 523214 w 3640627"/>
                <a:gd name="connsiteY9" fmla="*/ 482971 h 946755"/>
                <a:gd name="connsiteX10" fmla="*/ 0 w 3640627"/>
                <a:gd name="connsiteY10" fmla="*/ 242051 h 946755"/>
                <a:gd name="connsiteX0" fmla="*/ 0 w 3723451"/>
                <a:gd name="connsiteY0" fmla="*/ 242051 h 946755"/>
                <a:gd name="connsiteX1" fmla="*/ 655168 w 3723451"/>
                <a:gd name="connsiteY1" fmla="*/ 16495 h 946755"/>
                <a:gd name="connsiteX2" fmla="*/ 1855778 w 3723451"/>
                <a:gd name="connsiteY2" fmla="*/ 534367 h 946755"/>
                <a:gd name="connsiteX3" fmla="*/ 2964363 w 3723451"/>
                <a:gd name="connsiteY3" fmla="*/ 0 h 946755"/>
                <a:gd name="connsiteX4" fmla="*/ 3723451 w 3723451"/>
                <a:gd name="connsiteY4" fmla="*/ 220954 h 946755"/>
                <a:gd name="connsiteX5" fmla="*/ 3195282 w 3723451"/>
                <a:gd name="connsiteY5" fmla="*/ 461874 h 946755"/>
                <a:gd name="connsiteX6" fmla="*/ 3008465 w 3723451"/>
                <a:gd name="connsiteY6" fmla="*/ 402404 h 946755"/>
                <a:gd name="connsiteX7" fmla="*/ 1876873 w 3723451"/>
                <a:gd name="connsiteY7" fmla="*/ 946755 h 946755"/>
                <a:gd name="connsiteX8" fmla="*/ 690067 w 3723451"/>
                <a:gd name="connsiteY8" fmla="*/ 412387 h 946755"/>
                <a:gd name="connsiteX9" fmla="*/ 523214 w 3723451"/>
                <a:gd name="connsiteY9" fmla="*/ 482971 h 946755"/>
                <a:gd name="connsiteX10" fmla="*/ 0 w 3723451"/>
                <a:gd name="connsiteY10" fmla="*/ 242051 h 946755"/>
                <a:gd name="connsiteX0" fmla="*/ 0 w 3723451"/>
                <a:gd name="connsiteY0" fmla="*/ 228246 h 932950"/>
                <a:gd name="connsiteX1" fmla="*/ 655168 w 3723451"/>
                <a:gd name="connsiteY1" fmla="*/ 2690 h 932950"/>
                <a:gd name="connsiteX2" fmla="*/ 1855778 w 3723451"/>
                <a:gd name="connsiteY2" fmla="*/ 520562 h 932950"/>
                <a:gd name="connsiteX3" fmla="*/ 3001174 w 3723451"/>
                <a:gd name="connsiteY3" fmla="*/ 0 h 932950"/>
                <a:gd name="connsiteX4" fmla="*/ 3723451 w 3723451"/>
                <a:gd name="connsiteY4" fmla="*/ 207149 h 932950"/>
                <a:gd name="connsiteX5" fmla="*/ 3195282 w 3723451"/>
                <a:gd name="connsiteY5" fmla="*/ 448069 h 932950"/>
                <a:gd name="connsiteX6" fmla="*/ 3008465 w 3723451"/>
                <a:gd name="connsiteY6" fmla="*/ 388599 h 932950"/>
                <a:gd name="connsiteX7" fmla="*/ 1876873 w 3723451"/>
                <a:gd name="connsiteY7" fmla="*/ 932950 h 932950"/>
                <a:gd name="connsiteX8" fmla="*/ 690067 w 3723451"/>
                <a:gd name="connsiteY8" fmla="*/ 398582 h 932950"/>
                <a:gd name="connsiteX9" fmla="*/ 523214 w 3723451"/>
                <a:gd name="connsiteY9" fmla="*/ 469166 h 932950"/>
                <a:gd name="connsiteX10" fmla="*/ 0 w 3723451"/>
                <a:gd name="connsiteY10" fmla="*/ 228246 h 932950"/>
                <a:gd name="connsiteX0" fmla="*/ 0 w 3723451"/>
                <a:gd name="connsiteY0" fmla="*/ 228246 h 932950"/>
                <a:gd name="connsiteX1" fmla="*/ 655168 w 3723451"/>
                <a:gd name="connsiteY1" fmla="*/ 2690 h 932950"/>
                <a:gd name="connsiteX2" fmla="*/ 1855778 w 3723451"/>
                <a:gd name="connsiteY2" fmla="*/ 520562 h 932950"/>
                <a:gd name="connsiteX3" fmla="*/ 3001174 w 3723451"/>
                <a:gd name="connsiteY3" fmla="*/ 0 h 932950"/>
                <a:gd name="connsiteX4" fmla="*/ 3723451 w 3723451"/>
                <a:gd name="connsiteY4" fmla="*/ 207149 h 932950"/>
                <a:gd name="connsiteX5" fmla="*/ 3195282 w 3723451"/>
                <a:gd name="connsiteY5" fmla="*/ 448069 h 932950"/>
                <a:gd name="connsiteX6" fmla="*/ 3013067 w 3723451"/>
                <a:gd name="connsiteY6" fmla="*/ 393200 h 932950"/>
                <a:gd name="connsiteX7" fmla="*/ 1876873 w 3723451"/>
                <a:gd name="connsiteY7" fmla="*/ 932950 h 932950"/>
                <a:gd name="connsiteX8" fmla="*/ 690067 w 3723451"/>
                <a:gd name="connsiteY8" fmla="*/ 398582 h 932950"/>
                <a:gd name="connsiteX9" fmla="*/ 523214 w 3723451"/>
                <a:gd name="connsiteY9" fmla="*/ 469166 h 932950"/>
                <a:gd name="connsiteX10" fmla="*/ 0 w 3723451"/>
                <a:gd name="connsiteY10" fmla="*/ 228246 h 932950"/>
                <a:gd name="connsiteX0" fmla="*/ 0 w 3723451"/>
                <a:gd name="connsiteY0" fmla="*/ 228246 h 932950"/>
                <a:gd name="connsiteX1" fmla="*/ 655168 w 3723451"/>
                <a:gd name="connsiteY1" fmla="*/ 2690 h 932950"/>
                <a:gd name="connsiteX2" fmla="*/ 1855778 w 3723451"/>
                <a:gd name="connsiteY2" fmla="*/ 520562 h 932950"/>
                <a:gd name="connsiteX3" fmla="*/ 3001174 w 3723451"/>
                <a:gd name="connsiteY3" fmla="*/ 0 h 932950"/>
                <a:gd name="connsiteX4" fmla="*/ 3723451 w 3723451"/>
                <a:gd name="connsiteY4" fmla="*/ 207149 h 932950"/>
                <a:gd name="connsiteX5" fmla="*/ 3186079 w 3723451"/>
                <a:gd name="connsiteY5" fmla="*/ 461874 h 932950"/>
                <a:gd name="connsiteX6" fmla="*/ 3013067 w 3723451"/>
                <a:gd name="connsiteY6" fmla="*/ 393200 h 932950"/>
                <a:gd name="connsiteX7" fmla="*/ 1876873 w 3723451"/>
                <a:gd name="connsiteY7" fmla="*/ 932950 h 932950"/>
                <a:gd name="connsiteX8" fmla="*/ 690067 w 3723451"/>
                <a:gd name="connsiteY8" fmla="*/ 398582 h 932950"/>
                <a:gd name="connsiteX9" fmla="*/ 523214 w 3723451"/>
                <a:gd name="connsiteY9" fmla="*/ 469166 h 932950"/>
                <a:gd name="connsiteX10" fmla="*/ 0 w 3723451"/>
                <a:gd name="connsiteY10" fmla="*/ 228246 h 932950"/>
                <a:gd name="connsiteX0" fmla="*/ 0 w 3723451"/>
                <a:gd name="connsiteY0" fmla="*/ 228246 h 932950"/>
                <a:gd name="connsiteX1" fmla="*/ 655168 w 3723451"/>
                <a:gd name="connsiteY1" fmla="*/ 2690 h 932950"/>
                <a:gd name="connsiteX2" fmla="*/ 1855778 w 3723451"/>
                <a:gd name="connsiteY2" fmla="*/ 520562 h 932950"/>
                <a:gd name="connsiteX3" fmla="*/ 3001174 w 3723451"/>
                <a:gd name="connsiteY3" fmla="*/ 0 h 932950"/>
                <a:gd name="connsiteX4" fmla="*/ 3723451 w 3723451"/>
                <a:gd name="connsiteY4" fmla="*/ 207149 h 932950"/>
                <a:gd name="connsiteX5" fmla="*/ 3186079 w 3723451"/>
                <a:gd name="connsiteY5" fmla="*/ 461874 h 932950"/>
                <a:gd name="connsiteX6" fmla="*/ 3013067 w 3723451"/>
                <a:gd name="connsiteY6" fmla="*/ 393200 h 932950"/>
                <a:gd name="connsiteX7" fmla="*/ 1876873 w 3723451"/>
                <a:gd name="connsiteY7" fmla="*/ 932950 h 932950"/>
                <a:gd name="connsiteX8" fmla="*/ 711613 w 3723451"/>
                <a:gd name="connsiteY8" fmla="*/ 413055 h 932950"/>
                <a:gd name="connsiteX9" fmla="*/ 523214 w 3723451"/>
                <a:gd name="connsiteY9" fmla="*/ 469166 h 932950"/>
                <a:gd name="connsiteX10" fmla="*/ 0 w 3723451"/>
                <a:gd name="connsiteY10" fmla="*/ 228246 h 9329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723451" h="932950">
                  <a:moveTo>
                    <a:pt x="0" y="228246"/>
                  </a:moveTo>
                  <a:lnTo>
                    <a:pt x="655168" y="2690"/>
                  </a:lnTo>
                  <a:lnTo>
                    <a:pt x="1855778" y="520562"/>
                  </a:lnTo>
                  <a:lnTo>
                    <a:pt x="3001174" y="0"/>
                  </a:lnTo>
                  <a:lnTo>
                    <a:pt x="3723451" y="207149"/>
                  </a:lnTo>
                  <a:lnTo>
                    <a:pt x="3186079" y="461874"/>
                  </a:lnTo>
                  <a:lnTo>
                    <a:pt x="3013067" y="393200"/>
                  </a:lnTo>
                  <a:lnTo>
                    <a:pt x="1876873" y="932950"/>
                  </a:lnTo>
                  <a:lnTo>
                    <a:pt x="711613" y="413055"/>
                  </a:lnTo>
                  <a:lnTo>
                    <a:pt x="523214" y="469166"/>
                  </a:lnTo>
                  <a:lnTo>
                    <a:pt x="0" y="228246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/>
            </a:p>
          </p:txBody>
        </p:sp>
        <p:sp>
          <p:nvSpPr>
            <p:cNvPr id="112" name="Freeform 111"/>
            <p:cNvSpPr/>
            <p:nvPr/>
          </p:nvSpPr>
          <p:spPr bwMode="auto">
            <a:xfrm>
              <a:off x="2536889" y="1727776"/>
              <a:ext cx="244057" cy="97040"/>
            </a:xfrm>
            <a:custGeom>
              <a:avLst/>
              <a:gdLst>
                <a:gd name="connsiteX0" fmla="*/ 55216 w 1421812"/>
                <a:gd name="connsiteY0" fmla="*/ 0 h 800665"/>
                <a:gd name="connsiteX1" fmla="*/ 1421812 w 1421812"/>
                <a:gd name="connsiteY1" fmla="*/ 625807 h 800665"/>
                <a:gd name="connsiteX2" fmla="*/ 947874 w 1421812"/>
                <a:gd name="connsiteY2" fmla="*/ 800665 h 800665"/>
                <a:gd name="connsiteX3" fmla="*/ 50614 w 1421812"/>
                <a:gd name="connsiteY3" fmla="*/ 404934 h 800665"/>
                <a:gd name="connsiteX4" fmla="*/ 0 w 1421812"/>
                <a:gd name="connsiteY4" fmla="*/ 404934 h 800665"/>
                <a:gd name="connsiteX5" fmla="*/ 55216 w 1421812"/>
                <a:gd name="connsiteY5" fmla="*/ 0 h 800665"/>
                <a:gd name="connsiteX0" fmla="*/ 4602 w 1371198"/>
                <a:gd name="connsiteY0" fmla="*/ 0 h 800665"/>
                <a:gd name="connsiteX1" fmla="*/ 1371198 w 1371198"/>
                <a:gd name="connsiteY1" fmla="*/ 625807 h 800665"/>
                <a:gd name="connsiteX2" fmla="*/ 897260 w 1371198"/>
                <a:gd name="connsiteY2" fmla="*/ 800665 h 800665"/>
                <a:gd name="connsiteX3" fmla="*/ 0 w 1371198"/>
                <a:gd name="connsiteY3" fmla="*/ 404934 h 800665"/>
                <a:gd name="connsiteX4" fmla="*/ 4602 w 1371198"/>
                <a:gd name="connsiteY4" fmla="*/ 0 h 800665"/>
                <a:gd name="connsiteX0" fmla="*/ 0 w 1366596"/>
                <a:gd name="connsiteY0" fmla="*/ 0 h 800665"/>
                <a:gd name="connsiteX1" fmla="*/ 1366596 w 1366596"/>
                <a:gd name="connsiteY1" fmla="*/ 625807 h 800665"/>
                <a:gd name="connsiteX2" fmla="*/ 892658 w 1366596"/>
                <a:gd name="connsiteY2" fmla="*/ 800665 h 800665"/>
                <a:gd name="connsiteX3" fmla="*/ 4601 w 1366596"/>
                <a:gd name="connsiteY3" fmla="*/ 427942 h 800665"/>
                <a:gd name="connsiteX4" fmla="*/ 0 w 1366596"/>
                <a:gd name="connsiteY4" fmla="*/ 0 h 800665"/>
                <a:gd name="connsiteX0" fmla="*/ 0 w 1366596"/>
                <a:gd name="connsiteY0" fmla="*/ 0 h 800665"/>
                <a:gd name="connsiteX1" fmla="*/ 1366596 w 1366596"/>
                <a:gd name="connsiteY1" fmla="*/ 625807 h 800665"/>
                <a:gd name="connsiteX2" fmla="*/ 892658 w 1366596"/>
                <a:gd name="connsiteY2" fmla="*/ 800665 h 800665"/>
                <a:gd name="connsiteX3" fmla="*/ 4601 w 1366596"/>
                <a:gd name="connsiteY3" fmla="*/ 427942 h 800665"/>
                <a:gd name="connsiteX4" fmla="*/ 0 w 1366596"/>
                <a:gd name="connsiteY4" fmla="*/ 0 h 800665"/>
                <a:gd name="connsiteX0" fmla="*/ 0 w 1366596"/>
                <a:gd name="connsiteY0" fmla="*/ 0 h 800665"/>
                <a:gd name="connsiteX1" fmla="*/ 1366596 w 1366596"/>
                <a:gd name="connsiteY1" fmla="*/ 625807 h 800665"/>
                <a:gd name="connsiteX2" fmla="*/ 892658 w 1366596"/>
                <a:gd name="connsiteY2" fmla="*/ 800665 h 800665"/>
                <a:gd name="connsiteX3" fmla="*/ 4601 w 1366596"/>
                <a:gd name="connsiteY3" fmla="*/ 427942 h 800665"/>
                <a:gd name="connsiteX4" fmla="*/ 0 w 1366596"/>
                <a:gd name="connsiteY4" fmla="*/ 0 h 800665"/>
                <a:gd name="connsiteX0" fmla="*/ 0 w 1366596"/>
                <a:gd name="connsiteY0" fmla="*/ 0 h 809868"/>
                <a:gd name="connsiteX1" fmla="*/ 1366596 w 1366596"/>
                <a:gd name="connsiteY1" fmla="*/ 625807 h 809868"/>
                <a:gd name="connsiteX2" fmla="*/ 865050 w 1366596"/>
                <a:gd name="connsiteY2" fmla="*/ 809868 h 809868"/>
                <a:gd name="connsiteX3" fmla="*/ 4601 w 1366596"/>
                <a:gd name="connsiteY3" fmla="*/ 427942 h 809868"/>
                <a:gd name="connsiteX4" fmla="*/ 0 w 1366596"/>
                <a:gd name="connsiteY4" fmla="*/ 0 h 809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66596" h="809868">
                  <a:moveTo>
                    <a:pt x="0" y="0"/>
                  </a:moveTo>
                  <a:lnTo>
                    <a:pt x="1366596" y="625807"/>
                  </a:lnTo>
                  <a:lnTo>
                    <a:pt x="865050" y="809868"/>
                  </a:lnTo>
                  <a:lnTo>
                    <a:pt x="4601" y="427942"/>
                  </a:lnTo>
                  <a:cubicBezTo>
                    <a:pt x="-1535" y="105836"/>
                    <a:pt x="1534" y="142647"/>
                    <a:pt x="0" y="0"/>
                  </a:cubicBez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/>
            </a:p>
          </p:txBody>
        </p:sp>
        <p:sp>
          <p:nvSpPr>
            <p:cNvPr id="113" name="Freeform 112"/>
            <p:cNvSpPr/>
            <p:nvPr/>
          </p:nvSpPr>
          <p:spPr bwMode="auto">
            <a:xfrm>
              <a:off x="2089977" y="1730144"/>
              <a:ext cx="240888" cy="97039"/>
            </a:xfrm>
            <a:custGeom>
              <a:avLst/>
              <a:gdLst>
                <a:gd name="connsiteX0" fmla="*/ 1329786 w 1348191"/>
                <a:gd name="connsiteY0" fmla="*/ 0 h 809869"/>
                <a:gd name="connsiteX1" fmla="*/ 1348191 w 1348191"/>
                <a:gd name="connsiteY1" fmla="*/ 400333 h 809869"/>
                <a:gd name="connsiteX2" fmla="*/ 487742 w 1348191"/>
                <a:gd name="connsiteY2" fmla="*/ 809869 h 809869"/>
                <a:gd name="connsiteX3" fmla="*/ 0 w 1348191"/>
                <a:gd name="connsiteY3" fmla="*/ 630409 h 809869"/>
                <a:gd name="connsiteX4" fmla="*/ 1329786 w 1348191"/>
                <a:gd name="connsiteY4" fmla="*/ 0 h 809869"/>
                <a:gd name="connsiteX0" fmla="*/ 1329786 w 1348191"/>
                <a:gd name="connsiteY0" fmla="*/ 0 h 791462"/>
                <a:gd name="connsiteX1" fmla="*/ 1348191 w 1348191"/>
                <a:gd name="connsiteY1" fmla="*/ 381926 h 791462"/>
                <a:gd name="connsiteX2" fmla="*/ 487742 w 1348191"/>
                <a:gd name="connsiteY2" fmla="*/ 791462 h 791462"/>
                <a:gd name="connsiteX3" fmla="*/ 0 w 1348191"/>
                <a:gd name="connsiteY3" fmla="*/ 612002 h 791462"/>
                <a:gd name="connsiteX4" fmla="*/ 1329786 w 1348191"/>
                <a:gd name="connsiteY4" fmla="*/ 0 h 7914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48191" h="791462">
                  <a:moveTo>
                    <a:pt x="1329786" y="0"/>
                  </a:moveTo>
                  <a:lnTo>
                    <a:pt x="1348191" y="381926"/>
                  </a:lnTo>
                  <a:lnTo>
                    <a:pt x="487742" y="791462"/>
                  </a:lnTo>
                  <a:lnTo>
                    <a:pt x="0" y="612002"/>
                  </a:lnTo>
                  <a:lnTo>
                    <a:pt x="1329786" y="0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/>
            </a:p>
          </p:txBody>
        </p:sp>
        <p:cxnSp>
          <p:nvCxnSpPr>
            <p:cNvPr id="114" name="Straight Connector 113"/>
            <p:cNvCxnSpPr>
              <a:endCxn id="109" idx="2"/>
            </p:cNvCxnSpPr>
            <p:nvPr/>
          </p:nvCxnSpPr>
          <p:spPr bwMode="auto">
            <a:xfrm flipH="1" flipV="1">
              <a:off x="1871277" y="1737243"/>
              <a:ext cx="3169" cy="123074"/>
            </a:xfrm>
            <a:prstGeom prst="line">
              <a:avLst/>
            </a:prstGeom>
            <a:ln w="6350" cmpd="sng">
              <a:solidFill>
                <a:schemeClr val="tx1"/>
              </a:solidFill>
            </a:ln>
            <a:effectLst>
              <a:outerShdw blurRad="40005" dist="19939" dir="5400000" algn="tl" rotWithShape="0">
                <a:srgbClr val="000000">
                  <a:alpha val="38000"/>
                </a:srgbClr>
              </a:outerShdw>
            </a:effectLst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Straight Connector 114"/>
            <p:cNvCxnSpPr/>
            <p:nvPr/>
          </p:nvCxnSpPr>
          <p:spPr bwMode="auto">
            <a:xfrm flipH="1" flipV="1">
              <a:off x="2996477" y="1734877"/>
              <a:ext cx="3171" cy="123074"/>
            </a:xfrm>
            <a:prstGeom prst="line">
              <a:avLst/>
            </a:prstGeom>
            <a:ln w="6350" cmpd="sng">
              <a:solidFill>
                <a:schemeClr val="tx1"/>
              </a:solidFill>
            </a:ln>
            <a:effectLst>
              <a:outerShdw blurRad="40005" dist="19939" dir="5400000" algn="tl" rotWithShape="0">
                <a:srgbClr val="000000">
                  <a:alpha val="38000"/>
                </a:srgbClr>
              </a:outerShdw>
            </a:effectLst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8648243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1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1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1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91317" grpId="0"/>
      <p:bldP spid="691342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80" name="Rectangle 111"/>
          <p:cNvSpPr>
            <a:spLocks noChangeArrowheads="1"/>
          </p:cNvSpPr>
          <p:nvPr/>
        </p:nvSpPr>
        <p:spPr bwMode="auto">
          <a:xfrm>
            <a:off x="3414713" y="2103438"/>
            <a:ext cx="279400" cy="2286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 dirty="0">
              <a:solidFill>
                <a:srgbClr val="000000"/>
              </a:solidFill>
              <a:cs typeface="+mn-cs"/>
            </a:endParaRPr>
          </a:p>
        </p:txBody>
      </p:sp>
      <p:sp>
        <p:nvSpPr>
          <p:cNvPr id="184324" name="Rectangle 77"/>
          <p:cNvSpPr>
            <a:spLocks noChangeArrowheads="1"/>
          </p:cNvSpPr>
          <p:nvPr/>
        </p:nvSpPr>
        <p:spPr bwMode="auto">
          <a:xfrm>
            <a:off x="6591300" y="2108200"/>
            <a:ext cx="276225" cy="233363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1" hangingPunct="1"/>
            <a:endParaRPr lang="en-US" i="0" dirty="0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184325" name="Rectangle 77"/>
          <p:cNvSpPr>
            <a:spLocks noChangeArrowheads="1"/>
          </p:cNvSpPr>
          <p:nvPr/>
        </p:nvSpPr>
        <p:spPr bwMode="auto">
          <a:xfrm>
            <a:off x="6881813" y="2108200"/>
            <a:ext cx="276225" cy="233363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1" hangingPunct="1"/>
            <a:endParaRPr lang="en-US" i="0" dirty="0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184326" name="Rectangle 77"/>
          <p:cNvSpPr>
            <a:spLocks noChangeArrowheads="1"/>
          </p:cNvSpPr>
          <p:nvPr/>
        </p:nvSpPr>
        <p:spPr bwMode="auto">
          <a:xfrm>
            <a:off x="6300788" y="2112963"/>
            <a:ext cx="276225" cy="233362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1" hangingPunct="1"/>
            <a:endParaRPr lang="en-US" i="0" dirty="0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75784" name="Rectangle 157"/>
          <p:cNvSpPr>
            <a:spLocks noChangeArrowheads="1"/>
          </p:cNvSpPr>
          <p:nvPr/>
        </p:nvSpPr>
        <p:spPr bwMode="auto">
          <a:xfrm>
            <a:off x="6300788" y="1881188"/>
            <a:ext cx="280987" cy="214312"/>
          </a:xfrm>
          <a:prstGeom prst="rect">
            <a:avLst/>
          </a:prstGeom>
          <a:solidFill>
            <a:srgbClr val="00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 dirty="0">
              <a:solidFill>
                <a:srgbClr val="000000"/>
              </a:solidFill>
              <a:cs typeface="+mn-cs"/>
            </a:endParaRPr>
          </a:p>
        </p:txBody>
      </p:sp>
      <p:sp>
        <p:nvSpPr>
          <p:cNvPr id="75785" name="Rectangle 156"/>
          <p:cNvSpPr>
            <a:spLocks noChangeArrowheads="1"/>
          </p:cNvSpPr>
          <p:nvPr/>
        </p:nvSpPr>
        <p:spPr bwMode="auto">
          <a:xfrm>
            <a:off x="5972175" y="2105025"/>
            <a:ext cx="309563" cy="233363"/>
          </a:xfrm>
          <a:prstGeom prst="rect">
            <a:avLst/>
          </a:prstGeom>
          <a:solidFill>
            <a:srgbClr val="00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 dirty="0">
              <a:solidFill>
                <a:srgbClr val="000000"/>
              </a:solidFill>
              <a:cs typeface="+mn-cs"/>
            </a:endParaRPr>
          </a:p>
        </p:txBody>
      </p:sp>
      <p:sp>
        <p:nvSpPr>
          <p:cNvPr id="757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sz="4000" dirty="0">
                <a:latin typeface="Gill Sans MT" charset="0"/>
                <a:cs typeface="+mj-cs"/>
              </a:rPr>
              <a:t>VLANS spanning multiple switches</a:t>
            </a:r>
          </a:p>
        </p:txBody>
      </p:sp>
      <p:sp>
        <p:nvSpPr>
          <p:cNvPr id="6922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11163" y="3971925"/>
            <a:ext cx="8296275" cy="2687638"/>
          </a:xfrm>
        </p:spPr>
        <p:txBody>
          <a:bodyPr/>
          <a:lstStyle/>
          <a:p>
            <a:pPr marL="231775" indent="-231775">
              <a:defRPr/>
            </a:pPr>
            <a:r>
              <a:rPr lang="en-US" sz="2400" i="1" dirty="0">
                <a:solidFill>
                  <a:srgbClr val="CC0000"/>
                </a:solidFill>
                <a:latin typeface="Gill Sans MT" charset="0"/>
                <a:cs typeface="+mn-cs"/>
              </a:rPr>
              <a:t>trunk port:</a:t>
            </a:r>
            <a:r>
              <a:rPr lang="en-US" sz="2400" dirty="0">
                <a:solidFill>
                  <a:srgbClr val="CC0000"/>
                </a:solidFill>
                <a:latin typeface="Gill Sans MT" charset="0"/>
                <a:cs typeface="+mn-cs"/>
              </a:rPr>
              <a:t> </a:t>
            </a:r>
            <a:r>
              <a:rPr lang="en-US" sz="2400" dirty="0">
                <a:latin typeface="Gill Sans MT" charset="0"/>
                <a:cs typeface="+mn-cs"/>
              </a:rPr>
              <a:t>carries frames between VLANS defined over multiple physical switches</a:t>
            </a:r>
          </a:p>
          <a:p>
            <a:pPr marL="681038" lvl="1" indent="-223838">
              <a:defRPr/>
            </a:pPr>
            <a:r>
              <a:rPr lang="en-US" sz="2000" dirty="0">
                <a:latin typeface="Gill Sans MT" charset="0"/>
              </a:rPr>
              <a:t>frames forwarded within VLAN between switches can</a:t>
            </a:r>
            <a:r>
              <a:rPr lang="ja-JP" altLang="en-US" sz="2000" dirty="0">
                <a:latin typeface="Gill Sans MT" charset="0"/>
              </a:rPr>
              <a:t>’</a:t>
            </a:r>
            <a:r>
              <a:rPr lang="en-US" sz="2000" dirty="0">
                <a:latin typeface="Gill Sans MT" charset="0"/>
              </a:rPr>
              <a:t>t be vanilla 802.1 frames (must carry VLAN ID info)</a:t>
            </a:r>
          </a:p>
          <a:p>
            <a:pPr marL="681038" lvl="1" indent="-223838">
              <a:defRPr/>
            </a:pPr>
            <a:r>
              <a:rPr lang="en-US" sz="2000" dirty="0">
                <a:latin typeface="Gill Sans MT" charset="0"/>
              </a:rPr>
              <a:t>802.1q protocol adds/removed additional header fields for frames forwarded between trunk ports</a:t>
            </a:r>
          </a:p>
        </p:txBody>
      </p:sp>
      <p:sp>
        <p:nvSpPr>
          <p:cNvPr id="75788" name="Rectangle 62"/>
          <p:cNvSpPr>
            <a:spLocks noChangeArrowheads="1"/>
          </p:cNvSpPr>
          <p:nvPr/>
        </p:nvSpPr>
        <p:spPr bwMode="auto">
          <a:xfrm>
            <a:off x="1341438" y="1887538"/>
            <a:ext cx="273050" cy="196850"/>
          </a:xfrm>
          <a:prstGeom prst="rect">
            <a:avLst/>
          </a:prstGeom>
          <a:solidFill>
            <a:srgbClr val="00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 dirty="0">
              <a:solidFill>
                <a:srgbClr val="000000"/>
              </a:solidFill>
              <a:cs typeface="+mn-cs"/>
            </a:endParaRPr>
          </a:p>
        </p:txBody>
      </p:sp>
      <p:sp>
        <p:nvSpPr>
          <p:cNvPr id="184332" name="Rectangle 80"/>
          <p:cNvSpPr>
            <a:spLocks noChangeArrowheads="1"/>
          </p:cNvSpPr>
          <p:nvPr/>
        </p:nvSpPr>
        <p:spPr bwMode="auto">
          <a:xfrm>
            <a:off x="1333500" y="2097088"/>
            <a:ext cx="290513" cy="242887"/>
          </a:xfrm>
          <a:prstGeom prst="rect">
            <a:avLst/>
          </a:prstGeom>
          <a:solidFill>
            <a:srgbClr val="00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1" hangingPunct="1"/>
            <a:endParaRPr lang="en-US" i="0" dirty="0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184333" name="Rectangle 77"/>
          <p:cNvSpPr>
            <a:spLocks noChangeArrowheads="1"/>
          </p:cNvSpPr>
          <p:nvPr/>
        </p:nvSpPr>
        <p:spPr bwMode="auto">
          <a:xfrm>
            <a:off x="3405188" y="1878013"/>
            <a:ext cx="290512" cy="209550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1" hangingPunct="1"/>
            <a:endParaRPr lang="en-US" i="0" dirty="0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184334" name="Rectangle 76"/>
          <p:cNvSpPr>
            <a:spLocks noChangeArrowheads="1"/>
          </p:cNvSpPr>
          <p:nvPr/>
        </p:nvSpPr>
        <p:spPr bwMode="auto">
          <a:xfrm>
            <a:off x="2514600" y="1882775"/>
            <a:ext cx="890588" cy="457200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1" hangingPunct="1"/>
            <a:endParaRPr lang="en-US" i="0" dirty="0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184335" name="Rectangle 75"/>
          <p:cNvSpPr>
            <a:spLocks noChangeArrowheads="1"/>
          </p:cNvSpPr>
          <p:nvPr/>
        </p:nvSpPr>
        <p:spPr bwMode="auto">
          <a:xfrm>
            <a:off x="1619250" y="1882775"/>
            <a:ext cx="900113" cy="452438"/>
          </a:xfrm>
          <a:prstGeom prst="rect">
            <a:avLst/>
          </a:prstGeom>
          <a:solidFill>
            <a:srgbClr val="00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1" hangingPunct="1"/>
            <a:endParaRPr lang="en-US" i="0" dirty="0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184336" name="Rectangle 2"/>
          <p:cNvSpPr>
            <a:spLocks noChangeArrowheads="1"/>
          </p:cNvSpPr>
          <p:nvPr/>
        </p:nvSpPr>
        <p:spPr bwMode="auto">
          <a:xfrm>
            <a:off x="1333500" y="1874838"/>
            <a:ext cx="2370138" cy="468312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eaLnBrk="1" hangingPunct="1"/>
            <a:endParaRPr lang="en-US" i="0" dirty="0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184337" name="Line 3"/>
          <p:cNvSpPr>
            <a:spLocks noChangeShapeType="1"/>
          </p:cNvSpPr>
          <p:nvPr/>
        </p:nvSpPr>
        <p:spPr bwMode="auto">
          <a:xfrm>
            <a:off x="1335088" y="2090738"/>
            <a:ext cx="2351087" cy="47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184338" name="Text Box 6"/>
          <p:cNvSpPr txBox="1">
            <a:spLocks noChangeArrowheads="1"/>
          </p:cNvSpPr>
          <p:nvPr/>
        </p:nvSpPr>
        <p:spPr bwMode="auto">
          <a:xfrm>
            <a:off x="1250950" y="1833563"/>
            <a:ext cx="241300" cy="214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800" i="0" dirty="0">
                <a:solidFill>
                  <a:srgbClr val="000000"/>
                </a:solidFill>
                <a:latin typeface="Arial" charset="0"/>
              </a:rPr>
              <a:t>1</a:t>
            </a:r>
          </a:p>
        </p:txBody>
      </p:sp>
      <p:sp>
        <p:nvSpPr>
          <p:cNvPr id="184339" name="Line 7"/>
          <p:cNvSpPr>
            <a:spLocks noChangeShapeType="1"/>
          </p:cNvSpPr>
          <p:nvPr/>
        </p:nvSpPr>
        <p:spPr bwMode="auto">
          <a:xfrm>
            <a:off x="2514600" y="1879600"/>
            <a:ext cx="0" cy="4635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184340" name="AutoShape 8"/>
          <p:cNvSpPr>
            <a:spLocks noChangeArrowheads="1"/>
          </p:cNvSpPr>
          <p:nvPr/>
        </p:nvSpPr>
        <p:spPr bwMode="auto">
          <a:xfrm>
            <a:off x="1304925" y="1616075"/>
            <a:ext cx="3176588" cy="261938"/>
          </a:xfrm>
          <a:prstGeom prst="parallelogram">
            <a:avLst>
              <a:gd name="adj" fmla="val 303181"/>
            </a:avLst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/>
            <a:endParaRPr lang="en-US" i="0" dirty="0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184341" name="Freeform 9"/>
          <p:cNvSpPr>
            <a:spLocks/>
          </p:cNvSpPr>
          <p:nvPr/>
        </p:nvSpPr>
        <p:spPr bwMode="auto">
          <a:xfrm>
            <a:off x="3708400" y="1619250"/>
            <a:ext cx="763588" cy="720725"/>
          </a:xfrm>
          <a:custGeom>
            <a:avLst/>
            <a:gdLst>
              <a:gd name="T0" fmla="*/ 0 w 232"/>
              <a:gd name="T1" fmla="*/ 2147483647 h 454"/>
              <a:gd name="T2" fmla="*/ 2147483647 w 232"/>
              <a:gd name="T3" fmla="*/ 2147483647 h 454"/>
              <a:gd name="T4" fmla="*/ 2147483647 w 232"/>
              <a:gd name="T5" fmla="*/ 0 h 454"/>
              <a:gd name="T6" fmla="*/ 0 60000 65536"/>
              <a:gd name="T7" fmla="*/ 0 60000 65536"/>
              <a:gd name="T8" fmla="*/ 0 60000 65536"/>
              <a:gd name="T9" fmla="*/ 0 w 232"/>
              <a:gd name="T10" fmla="*/ 0 h 454"/>
              <a:gd name="T11" fmla="*/ 232 w 232"/>
              <a:gd name="T12" fmla="*/ 454 h 45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32" h="454">
                <a:moveTo>
                  <a:pt x="0" y="454"/>
                </a:moveTo>
                <a:lnTo>
                  <a:pt x="232" y="274"/>
                </a:lnTo>
                <a:lnTo>
                  <a:pt x="229" y="0"/>
                </a:ln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184342" name="Freeform 10"/>
          <p:cNvSpPr>
            <a:spLocks/>
          </p:cNvSpPr>
          <p:nvPr/>
        </p:nvSpPr>
        <p:spPr bwMode="auto">
          <a:xfrm>
            <a:off x="1706563" y="1663700"/>
            <a:ext cx="2228850" cy="150813"/>
          </a:xfrm>
          <a:custGeom>
            <a:avLst/>
            <a:gdLst>
              <a:gd name="T0" fmla="*/ 0 w 678"/>
              <a:gd name="T1" fmla="*/ 2147483647 h 110"/>
              <a:gd name="T2" fmla="*/ 2147483647 w 678"/>
              <a:gd name="T3" fmla="*/ 2147483647 h 110"/>
              <a:gd name="T4" fmla="*/ 2147483647 w 678"/>
              <a:gd name="T5" fmla="*/ 0 h 110"/>
              <a:gd name="T6" fmla="*/ 2147483647 w 678"/>
              <a:gd name="T7" fmla="*/ 0 h 110"/>
              <a:gd name="T8" fmla="*/ 0 60000 65536"/>
              <a:gd name="T9" fmla="*/ 0 60000 65536"/>
              <a:gd name="T10" fmla="*/ 0 60000 65536"/>
              <a:gd name="T11" fmla="*/ 0 60000 65536"/>
              <a:gd name="T12" fmla="*/ 0 w 678"/>
              <a:gd name="T13" fmla="*/ 0 h 110"/>
              <a:gd name="T14" fmla="*/ 678 w 678"/>
              <a:gd name="T15" fmla="*/ 110 h 11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678" h="110">
                <a:moveTo>
                  <a:pt x="0" y="110"/>
                </a:moveTo>
                <a:lnTo>
                  <a:pt x="148" y="108"/>
                </a:lnTo>
                <a:lnTo>
                  <a:pt x="567" y="0"/>
                </a:lnTo>
                <a:lnTo>
                  <a:pt x="678" y="0"/>
                </a:ln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184343" name="Freeform 11"/>
          <p:cNvSpPr>
            <a:spLocks/>
          </p:cNvSpPr>
          <p:nvPr/>
        </p:nvSpPr>
        <p:spPr bwMode="auto">
          <a:xfrm>
            <a:off x="2179638" y="1663700"/>
            <a:ext cx="1420812" cy="166688"/>
          </a:xfrm>
          <a:custGeom>
            <a:avLst/>
            <a:gdLst>
              <a:gd name="T0" fmla="*/ 0 w 432"/>
              <a:gd name="T1" fmla="*/ 0 h 105"/>
              <a:gd name="T2" fmla="*/ 2147483647 w 432"/>
              <a:gd name="T3" fmla="*/ 0 h 105"/>
              <a:gd name="T4" fmla="*/ 2147483647 w 432"/>
              <a:gd name="T5" fmla="*/ 2147483647 h 105"/>
              <a:gd name="T6" fmla="*/ 2147483647 w 432"/>
              <a:gd name="T7" fmla="*/ 2147483647 h 105"/>
              <a:gd name="T8" fmla="*/ 0 60000 65536"/>
              <a:gd name="T9" fmla="*/ 0 60000 65536"/>
              <a:gd name="T10" fmla="*/ 0 60000 65536"/>
              <a:gd name="T11" fmla="*/ 0 60000 65536"/>
              <a:gd name="T12" fmla="*/ 0 w 432"/>
              <a:gd name="T13" fmla="*/ 0 h 105"/>
              <a:gd name="T14" fmla="*/ 432 w 432"/>
              <a:gd name="T15" fmla="*/ 105 h 105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432" h="105">
                <a:moveTo>
                  <a:pt x="0" y="0"/>
                </a:moveTo>
                <a:lnTo>
                  <a:pt x="85" y="0"/>
                </a:lnTo>
                <a:lnTo>
                  <a:pt x="307" y="105"/>
                </a:lnTo>
                <a:lnTo>
                  <a:pt x="432" y="105"/>
                </a:ln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184344" name="Line 17"/>
          <p:cNvSpPr>
            <a:spLocks noChangeShapeType="1"/>
          </p:cNvSpPr>
          <p:nvPr/>
        </p:nvSpPr>
        <p:spPr bwMode="auto">
          <a:xfrm>
            <a:off x="3114675" y="1884363"/>
            <a:ext cx="0" cy="4635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184345" name="Line 18"/>
          <p:cNvSpPr>
            <a:spLocks noChangeShapeType="1"/>
          </p:cNvSpPr>
          <p:nvPr/>
        </p:nvSpPr>
        <p:spPr bwMode="auto">
          <a:xfrm>
            <a:off x="1914525" y="1879600"/>
            <a:ext cx="0" cy="4635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184346" name="Line 21"/>
          <p:cNvSpPr>
            <a:spLocks noChangeShapeType="1"/>
          </p:cNvSpPr>
          <p:nvPr/>
        </p:nvSpPr>
        <p:spPr bwMode="auto">
          <a:xfrm>
            <a:off x="1624013" y="1876425"/>
            <a:ext cx="0" cy="4635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184347" name="Line 22"/>
          <p:cNvSpPr>
            <a:spLocks noChangeShapeType="1"/>
          </p:cNvSpPr>
          <p:nvPr/>
        </p:nvSpPr>
        <p:spPr bwMode="auto">
          <a:xfrm>
            <a:off x="1333500" y="1889125"/>
            <a:ext cx="0" cy="4635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184348" name="Line 23"/>
          <p:cNvSpPr>
            <a:spLocks noChangeShapeType="1"/>
          </p:cNvSpPr>
          <p:nvPr/>
        </p:nvSpPr>
        <p:spPr bwMode="auto">
          <a:xfrm>
            <a:off x="2195513" y="1884363"/>
            <a:ext cx="0" cy="4635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184349" name="Line 24"/>
          <p:cNvSpPr>
            <a:spLocks noChangeShapeType="1"/>
          </p:cNvSpPr>
          <p:nvPr/>
        </p:nvSpPr>
        <p:spPr bwMode="auto">
          <a:xfrm>
            <a:off x="2819400" y="1879600"/>
            <a:ext cx="0" cy="4635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184350" name="Line 25"/>
          <p:cNvSpPr>
            <a:spLocks noChangeShapeType="1"/>
          </p:cNvSpPr>
          <p:nvPr/>
        </p:nvSpPr>
        <p:spPr bwMode="auto">
          <a:xfrm>
            <a:off x="3409950" y="1874838"/>
            <a:ext cx="0" cy="4635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184351" name="Text Box 26"/>
          <p:cNvSpPr txBox="1">
            <a:spLocks noChangeArrowheads="1"/>
          </p:cNvSpPr>
          <p:nvPr/>
        </p:nvSpPr>
        <p:spPr bwMode="auto">
          <a:xfrm>
            <a:off x="2132013" y="2043113"/>
            <a:ext cx="241300" cy="214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800" i="0" dirty="0">
                <a:solidFill>
                  <a:srgbClr val="000000"/>
                </a:solidFill>
                <a:latin typeface="Arial" charset="0"/>
              </a:rPr>
              <a:t>8</a:t>
            </a:r>
          </a:p>
        </p:txBody>
      </p:sp>
      <p:sp>
        <p:nvSpPr>
          <p:cNvPr id="184352" name="Text Box 27"/>
          <p:cNvSpPr txBox="1">
            <a:spLocks noChangeArrowheads="1"/>
          </p:cNvSpPr>
          <p:nvPr/>
        </p:nvSpPr>
        <p:spPr bwMode="auto">
          <a:xfrm>
            <a:off x="2451100" y="1828800"/>
            <a:ext cx="241300" cy="214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800" i="0" dirty="0">
                <a:solidFill>
                  <a:srgbClr val="000000"/>
                </a:solidFill>
                <a:latin typeface="Arial" charset="0"/>
              </a:rPr>
              <a:t>9</a:t>
            </a:r>
          </a:p>
        </p:txBody>
      </p:sp>
      <p:sp>
        <p:nvSpPr>
          <p:cNvPr id="184353" name="Text Box 29"/>
          <p:cNvSpPr txBox="1">
            <a:spLocks noChangeArrowheads="1"/>
          </p:cNvSpPr>
          <p:nvPr/>
        </p:nvSpPr>
        <p:spPr bwMode="auto">
          <a:xfrm>
            <a:off x="2432050" y="2047875"/>
            <a:ext cx="298450" cy="214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800" i="0" dirty="0">
                <a:solidFill>
                  <a:srgbClr val="000000"/>
                </a:solidFill>
                <a:latin typeface="Arial" charset="0"/>
              </a:rPr>
              <a:t>10</a:t>
            </a:r>
          </a:p>
        </p:txBody>
      </p:sp>
      <p:sp>
        <p:nvSpPr>
          <p:cNvPr id="184354" name="Text Box 30"/>
          <p:cNvSpPr txBox="1">
            <a:spLocks noChangeArrowheads="1"/>
          </p:cNvSpPr>
          <p:nvPr/>
        </p:nvSpPr>
        <p:spPr bwMode="auto">
          <a:xfrm>
            <a:off x="1260475" y="2033588"/>
            <a:ext cx="241300" cy="214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800" i="0" dirty="0">
                <a:solidFill>
                  <a:srgbClr val="000000"/>
                </a:solidFill>
                <a:latin typeface="Arial" charset="0"/>
              </a:rPr>
              <a:t>2</a:t>
            </a:r>
          </a:p>
        </p:txBody>
      </p:sp>
      <p:sp>
        <p:nvSpPr>
          <p:cNvPr id="184355" name="Text Box 57"/>
          <p:cNvSpPr txBox="1">
            <a:spLocks noChangeArrowheads="1"/>
          </p:cNvSpPr>
          <p:nvPr/>
        </p:nvSpPr>
        <p:spPr bwMode="auto">
          <a:xfrm>
            <a:off x="2127250" y="1828800"/>
            <a:ext cx="241300" cy="214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800" i="0" dirty="0">
                <a:solidFill>
                  <a:srgbClr val="000000"/>
                </a:solidFill>
                <a:latin typeface="Arial" charset="0"/>
              </a:rPr>
              <a:t>7</a:t>
            </a:r>
          </a:p>
        </p:txBody>
      </p:sp>
      <p:sp>
        <p:nvSpPr>
          <p:cNvPr id="184356" name="Line 61"/>
          <p:cNvSpPr>
            <a:spLocks noChangeShapeType="1"/>
          </p:cNvSpPr>
          <p:nvPr/>
        </p:nvSpPr>
        <p:spPr bwMode="auto">
          <a:xfrm flipH="1">
            <a:off x="573088" y="2209800"/>
            <a:ext cx="901700" cy="279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184357" name="Line 62"/>
          <p:cNvSpPr>
            <a:spLocks noChangeShapeType="1"/>
          </p:cNvSpPr>
          <p:nvPr/>
        </p:nvSpPr>
        <p:spPr bwMode="auto">
          <a:xfrm flipH="1">
            <a:off x="958850" y="2209800"/>
            <a:ext cx="806450" cy="4191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184358" name="Line 63"/>
          <p:cNvSpPr>
            <a:spLocks noChangeShapeType="1"/>
          </p:cNvSpPr>
          <p:nvPr/>
        </p:nvSpPr>
        <p:spPr bwMode="auto">
          <a:xfrm flipH="1">
            <a:off x="1677988" y="2225675"/>
            <a:ext cx="709612" cy="3603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184359" name="Text Box 64"/>
          <p:cNvSpPr txBox="1">
            <a:spLocks noChangeArrowheads="1"/>
          </p:cNvSpPr>
          <p:nvPr/>
        </p:nvSpPr>
        <p:spPr bwMode="auto">
          <a:xfrm>
            <a:off x="3398838" y="2587625"/>
            <a:ext cx="4127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800" i="0" dirty="0">
                <a:solidFill>
                  <a:srgbClr val="000000"/>
                </a:solidFill>
                <a:latin typeface="Arial" charset="0"/>
              </a:rPr>
              <a:t>…</a:t>
            </a:r>
          </a:p>
        </p:txBody>
      </p:sp>
      <p:sp>
        <p:nvSpPr>
          <p:cNvPr id="184360" name="Line 69"/>
          <p:cNvSpPr>
            <a:spLocks noChangeShapeType="1"/>
          </p:cNvSpPr>
          <p:nvPr/>
        </p:nvSpPr>
        <p:spPr bwMode="auto">
          <a:xfrm>
            <a:off x="2686050" y="2212975"/>
            <a:ext cx="101600" cy="3778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184361" name="Line 70"/>
          <p:cNvSpPr>
            <a:spLocks noChangeShapeType="1"/>
          </p:cNvSpPr>
          <p:nvPr/>
        </p:nvSpPr>
        <p:spPr bwMode="auto">
          <a:xfrm>
            <a:off x="2676525" y="2011363"/>
            <a:ext cx="479425" cy="6032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184362" name="Line 71"/>
          <p:cNvSpPr>
            <a:spLocks noChangeShapeType="1"/>
          </p:cNvSpPr>
          <p:nvPr/>
        </p:nvSpPr>
        <p:spPr bwMode="auto">
          <a:xfrm>
            <a:off x="3532188" y="1955800"/>
            <a:ext cx="514350" cy="4841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184363" name="Text Box 72"/>
          <p:cNvSpPr txBox="1">
            <a:spLocks noChangeArrowheads="1"/>
          </p:cNvSpPr>
          <p:nvPr/>
        </p:nvSpPr>
        <p:spPr bwMode="auto">
          <a:xfrm>
            <a:off x="563563" y="3130550"/>
            <a:ext cx="1651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 eaLnBrk="1" hangingPunct="1"/>
            <a:r>
              <a:rPr lang="en-US" sz="1200" i="0" dirty="0">
                <a:solidFill>
                  <a:srgbClr val="000000"/>
                </a:solidFill>
                <a:latin typeface="Arial" charset="0"/>
              </a:rPr>
              <a:t>Electrical Engineering</a:t>
            </a:r>
          </a:p>
          <a:p>
            <a:pPr algn="ctr" eaLnBrk="1" hangingPunct="1"/>
            <a:r>
              <a:rPr lang="en-US" sz="1200" i="0" dirty="0">
                <a:solidFill>
                  <a:srgbClr val="000000"/>
                </a:solidFill>
                <a:latin typeface="Arial" charset="0"/>
              </a:rPr>
              <a:t>(VLAN ports 1-8)</a:t>
            </a:r>
          </a:p>
        </p:txBody>
      </p:sp>
      <p:sp>
        <p:nvSpPr>
          <p:cNvPr id="184364" name="Text Box 73"/>
          <p:cNvSpPr txBox="1">
            <a:spLocks noChangeArrowheads="1"/>
          </p:cNvSpPr>
          <p:nvPr/>
        </p:nvSpPr>
        <p:spPr bwMode="auto">
          <a:xfrm>
            <a:off x="2725738" y="3117850"/>
            <a:ext cx="143351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 eaLnBrk="1" hangingPunct="1"/>
            <a:r>
              <a:rPr lang="en-US" sz="1200" i="0" dirty="0">
                <a:solidFill>
                  <a:srgbClr val="000000"/>
                </a:solidFill>
                <a:latin typeface="Arial" charset="0"/>
              </a:rPr>
              <a:t>Computer Science</a:t>
            </a:r>
          </a:p>
          <a:p>
            <a:pPr algn="ctr" eaLnBrk="1" hangingPunct="1"/>
            <a:r>
              <a:rPr lang="en-US" sz="1200" i="0" dirty="0">
                <a:solidFill>
                  <a:srgbClr val="000000"/>
                </a:solidFill>
                <a:latin typeface="Arial" charset="0"/>
              </a:rPr>
              <a:t>(VLAN ports 9-15)</a:t>
            </a:r>
          </a:p>
        </p:txBody>
      </p:sp>
      <p:sp>
        <p:nvSpPr>
          <p:cNvPr id="184365" name="Text Box 74"/>
          <p:cNvSpPr txBox="1">
            <a:spLocks noChangeArrowheads="1"/>
          </p:cNvSpPr>
          <p:nvPr/>
        </p:nvSpPr>
        <p:spPr bwMode="auto">
          <a:xfrm>
            <a:off x="3322638" y="1824038"/>
            <a:ext cx="298450" cy="214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800" i="0" dirty="0">
                <a:solidFill>
                  <a:srgbClr val="000000"/>
                </a:solidFill>
                <a:latin typeface="Arial" charset="0"/>
              </a:rPr>
              <a:t>15</a:t>
            </a:r>
          </a:p>
        </p:txBody>
      </p:sp>
      <p:sp>
        <p:nvSpPr>
          <p:cNvPr id="184366" name="Oval 81"/>
          <p:cNvSpPr>
            <a:spLocks noChangeArrowheads="1"/>
          </p:cNvSpPr>
          <p:nvPr/>
        </p:nvSpPr>
        <p:spPr bwMode="auto">
          <a:xfrm>
            <a:off x="1449388" y="2189163"/>
            <a:ext cx="42862" cy="47625"/>
          </a:xfrm>
          <a:prstGeom prst="ellipse">
            <a:avLst/>
          </a:pr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1" hangingPunct="1"/>
            <a:endParaRPr lang="en-US" i="0" dirty="0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184367" name="Oval 82"/>
          <p:cNvSpPr>
            <a:spLocks noChangeArrowheads="1"/>
          </p:cNvSpPr>
          <p:nvPr/>
        </p:nvSpPr>
        <p:spPr bwMode="auto">
          <a:xfrm>
            <a:off x="1741488" y="2185988"/>
            <a:ext cx="42862" cy="47625"/>
          </a:xfrm>
          <a:prstGeom prst="ellipse">
            <a:avLst/>
          </a:pr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1" hangingPunct="1"/>
            <a:endParaRPr lang="en-US" i="0" dirty="0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184368" name="Oval 83"/>
          <p:cNvSpPr>
            <a:spLocks noChangeArrowheads="1"/>
          </p:cNvSpPr>
          <p:nvPr/>
        </p:nvSpPr>
        <p:spPr bwMode="auto">
          <a:xfrm>
            <a:off x="2328863" y="2190750"/>
            <a:ext cx="42862" cy="47625"/>
          </a:xfrm>
          <a:prstGeom prst="ellipse">
            <a:avLst/>
          </a:pr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1" hangingPunct="1"/>
            <a:endParaRPr lang="en-US" i="0" dirty="0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184369" name="Oval 84"/>
          <p:cNvSpPr>
            <a:spLocks noChangeArrowheads="1"/>
          </p:cNvSpPr>
          <p:nvPr/>
        </p:nvSpPr>
        <p:spPr bwMode="auto">
          <a:xfrm>
            <a:off x="2660650" y="2187575"/>
            <a:ext cx="42863" cy="47625"/>
          </a:xfrm>
          <a:prstGeom prst="ellipse">
            <a:avLst/>
          </a:pr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1" hangingPunct="1"/>
            <a:endParaRPr lang="en-US" i="0" dirty="0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184370" name="Oval 85"/>
          <p:cNvSpPr>
            <a:spLocks noChangeArrowheads="1"/>
          </p:cNvSpPr>
          <p:nvPr/>
        </p:nvSpPr>
        <p:spPr bwMode="auto">
          <a:xfrm>
            <a:off x="2647950" y="1973263"/>
            <a:ext cx="42863" cy="47625"/>
          </a:xfrm>
          <a:prstGeom prst="ellipse">
            <a:avLst/>
          </a:pr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1" hangingPunct="1"/>
            <a:endParaRPr lang="en-US" i="0" dirty="0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184371" name="Oval 86"/>
          <p:cNvSpPr>
            <a:spLocks noChangeArrowheads="1"/>
          </p:cNvSpPr>
          <p:nvPr/>
        </p:nvSpPr>
        <p:spPr bwMode="auto">
          <a:xfrm>
            <a:off x="3522663" y="1970088"/>
            <a:ext cx="42862" cy="47625"/>
          </a:xfrm>
          <a:prstGeom prst="ellipse">
            <a:avLst/>
          </a:pr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1" hangingPunct="1"/>
            <a:endParaRPr lang="en-US" i="0" dirty="0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184372" name="Text Box 45"/>
          <p:cNvSpPr txBox="1">
            <a:spLocks noChangeArrowheads="1"/>
          </p:cNvSpPr>
          <p:nvPr/>
        </p:nvSpPr>
        <p:spPr bwMode="auto">
          <a:xfrm>
            <a:off x="1112838" y="2554288"/>
            <a:ext cx="4127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800" i="0" dirty="0">
                <a:solidFill>
                  <a:srgbClr val="000000"/>
                </a:solidFill>
                <a:latin typeface="Arial" charset="0"/>
              </a:rPr>
              <a:t>…</a:t>
            </a:r>
          </a:p>
        </p:txBody>
      </p:sp>
      <p:sp>
        <p:nvSpPr>
          <p:cNvPr id="75830" name="Rectangle 113"/>
          <p:cNvSpPr>
            <a:spLocks noChangeArrowheads="1"/>
          </p:cNvSpPr>
          <p:nvPr/>
        </p:nvSpPr>
        <p:spPr bwMode="auto">
          <a:xfrm>
            <a:off x="6888163" y="2105025"/>
            <a:ext cx="279400" cy="238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 dirty="0">
              <a:solidFill>
                <a:srgbClr val="000000"/>
              </a:solidFill>
              <a:cs typeface="+mn-cs"/>
            </a:endParaRPr>
          </a:p>
        </p:txBody>
      </p:sp>
      <p:sp>
        <p:nvSpPr>
          <p:cNvPr id="184374" name="Rectangle 77"/>
          <p:cNvSpPr>
            <a:spLocks noChangeArrowheads="1"/>
          </p:cNvSpPr>
          <p:nvPr/>
        </p:nvSpPr>
        <p:spPr bwMode="auto">
          <a:xfrm>
            <a:off x="6877050" y="1884363"/>
            <a:ext cx="290513" cy="209550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1" hangingPunct="1"/>
            <a:endParaRPr lang="en-US" i="0" dirty="0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184375" name="Rectangle 76"/>
          <p:cNvSpPr>
            <a:spLocks noChangeArrowheads="1"/>
          </p:cNvSpPr>
          <p:nvPr/>
        </p:nvSpPr>
        <p:spPr bwMode="auto">
          <a:xfrm>
            <a:off x="5986463" y="1889125"/>
            <a:ext cx="89058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1" hangingPunct="1"/>
            <a:endParaRPr lang="en-US" i="0" dirty="0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184376" name="Line 17"/>
          <p:cNvSpPr>
            <a:spLocks noChangeShapeType="1"/>
          </p:cNvSpPr>
          <p:nvPr/>
        </p:nvSpPr>
        <p:spPr bwMode="auto">
          <a:xfrm>
            <a:off x="6586538" y="1890713"/>
            <a:ext cx="0" cy="4635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184377" name="Line 24"/>
          <p:cNvSpPr>
            <a:spLocks noChangeShapeType="1"/>
          </p:cNvSpPr>
          <p:nvPr/>
        </p:nvSpPr>
        <p:spPr bwMode="auto">
          <a:xfrm>
            <a:off x="6291263" y="1885950"/>
            <a:ext cx="0" cy="4635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184378" name="Line 25"/>
          <p:cNvSpPr>
            <a:spLocks noChangeShapeType="1"/>
          </p:cNvSpPr>
          <p:nvPr/>
        </p:nvSpPr>
        <p:spPr bwMode="auto">
          <a:xfrm>
            <a:off x="6881813" y="1881188"/>
            <a:ext cx="0" cy="4635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184379" name="Text Box 29"/>
          <p:cNvSpPr txBox="1">
            <a:spLocks noChangeArrowheads="1"/>
          </p:cNvSpPr>
          <p:nvPr/>
        </p:nvSpPr>
        <p:spPr bwMode="auto">
          <a:xfrm>
            <a:off x="5903913" y="2054225"/>
            <a:ext cx="241300" cy="214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800" i="0" dirty="0">
                <a:solidFill>
                  <a:srgbClr val="000000"/>
                </a:solidFill>
                <a:latin typeface="Arial" charset="0"/>
              </a:rPr>
              <a:t>2</a:t>
            </a:r>
          </a:p>
        </p:txBody>
      </p:sp>
      <p:sp>
        <p:nvSpPr>
          <p:cNvPr id="184380" name="Text Box 74"/>
          <p:cNvSpPr txBox="1">
            <a:spLocks noChangeArrowheads="1"/>
          </p:cNvSpPr>
          <p:nvPr/>
        </p:nvSpPr>
        <p:spPr bwMode="auto">
          <a:xfrm>
            <a:off x="6794500" y="1830388"/>
            <a:ext cx="241300" cy="214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800" i="0" dirty="0">
                <a:solidFill>
                  <a:srgbClr val="000000"/>
                </a:solidFill>
                <a:latin typeface="Arial" charset="0"/>
              </a:rPr>
              <a:t>7</a:t>
            </a:r>
          </a:p>
        </p:txBody>
      </p:sp>
      <p:sp>
        <p:nvSpPr>
          <p:cNvPr id="184381" name="Oval 84"/>
          <p:cNvSpPr>
            <a:spLocks noChangeArrowheads="1"/>
          </p:cNvSpPr>
          <p:nvPr/>
        </p:nvSpPr>
        <p:spPr bwMode="auto">
          <a:xfrm>
            <a:off x="6132513" y="2193925"/>
            <a:ext cx="42862" cy="47625"/>
          </a:xfrm>
          <a:prstGeom prst="ellipse">
            <a:avLst/>
          </a:pr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1" hangingPunct="1"/>
            <a:endParaRPr lang="en-US" i="0" dirty="0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184382" name="Oval 86"/>
          <p:cNvSpPr>
            <a:spLocks noChangeArrowheads="1"/>
          </p:cNvSpPr>
          <p:nvPr/>
        </p:nvSpPr>
        <p:spPr bwMode="auto">
          <a:xfrm>
            <a:off x="6994525" y="1976438"/>
            <a:ext cx="42863" cy="47625"/>
          </a:xfrm>
          <a:prstGeom prst="ellipse">
            <a:avLst/>
          </a:pr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1" hangingPunct="1"/>
            <a:endParaRPr lang="en-US" i="0" dirty="0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184383" name="AutoShape 8"/>
          <p:cNvSpPr>
            <a:spLocks noChangeArrowheads="1"/>
          </p:cNvSpPr>
          <p:nvPr/>
        </p:nvSpPr>
        <p:spPr bwMode="auto">
          <a:xfrm>
            <a:off x="5972175" y="1612900"/>
            <a:ext cx="1630363" cy="261938"/>
          </a:xfrm>
          <a:prstGeom prst="parallelogram">
            <a:avLst>
              <a:gd name="adj" fmla="val 155606"/>
            </a:avLst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/>
            <a:endParaRPr lang="en-US" i="0" dirty="0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184384" name="Freeform 10"/>
          <p:cNvSpPr>
            <a:spLocks/>
          </p:cNvSpPr>
          <p:nvPr/>
        </p:nvSpPr>
        <p:spPr bwMode="auto">
          <a:xfrm>
            <a:off x="6154738" y="1657350"/>
            <a:ext cx="1184275" cy="166688"/>
          </a:xfrm>
          <a:custGeom>
            <a:avLst/>
            <a:gdLst>
              <a:gd name="T0" fmla="*/ 0 w 678"/>
              <a:gd name="T1" fmla="*/ 2147483647 h 110"/>
              <a:gd name="T2" fmla="*/ 2147483647 w 678"/>
              <a:gd name="T3" fmla="*/ 2147483647 h 110"/>
              <a:gd name="T4" fmla="*/ 2147483647 w 678"/>
              <a:gd name="T5" fmla="*/ 0 h 110"/>
              <a:gd name="T6" fmla="*/ 2147483647 w 678"/>
              <a:gd name="T7" fmla="*/ 0 h 110"/>
              <a:gd name="T8" fmla="*/ 0 60000 65536"/>
              <a:gd name="T9" fmla="*/ 0 60000 65536"/>
              <a:gd name="T10" fmla="*/ 0 60000 65536"/>
              <a:gd name="T11" fmla="*/ 0 60000 65536"/>
              <a:gd name="T12" fmla="*/ 0 w 678"/>
              <a:gd name="T13" fmla="*/ 0 h 110"/>
              <a:gd name="T14" fmla="*/ 678 w 678"/>
              <a:gd name="T15" fmla="*/ 110 h 11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678" h="110">
                <a:moveTo>
                  <a:pt x="0" y="110"/>
                </a:moveTo>
                <a:lnTo>
                  <a:pt x="148" y="108"/>
                </a:lnTo>
                <a:lnTo>
                  <a:pt x="567" y="0"/>
                </a:lnTo>
                <a:lnTo>
                  <a:pt x="678" y="0"/>
                </a:ln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184385" name="Freeform 10"/>
          <p:cNvSpPr>
            <a:spLocks/>
          </p:cNvSpPr>
          <p:nvPr/>
        </p:nvSpPr>
        <p:spPr bwMode="auto">
          <a:xfrm flipV="1">
            <a:off x="6354763" y="1657350"/>
            <a:ext cx="873125" cy="166688"/>
          </a:xfrm>
          <a:custGeom>
            <a:avLst/>
            <a:gdLst>
              <a:gd name="T0" fmla="*/ 0 w 678"/>
              <a:gd name="T1" fmla="*/ 2147483647 h 110"/>
              <a:gd name="T2" fmla="*/ 2147483647 w 678"/>
              <a:gd name="T3" fmla="*/ 2147483647 h 110"/>
              <a:gd name="T4" fmla="*/ 2147483647 w 678"/>
              <a:gd name="T5" fmla="*/ 0 h 110"/>
              <a:gd name="T6" fmla="*/ 2147483647 w 678"/>
              <a:gd name="T7" fmla="*/ 0 h 110"/>
              <a:gd name="T8" fmla="*/ 0 60000 65536"/>
              <a:gd name="T9" fmla="*/ 0 60000 65536"/>
              <a:gd name="T10" fmla="*/ 0 60000 65536"/>
              <a:gd name="T11" fmla="*/ 0 60000 65536"/>
              <a:gd name="T12" fmla="*/ 0 w 678"/>
              <a:gd name="T13" fmla="*/ 0 h 110"/>
              <a:gd name="T14" fmla="*/ 678 w 678"/>
              <a:gd name="T15" fmla="*/ 110 h 11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678" h="110">
                <a:moveTo>
                  <a:pt x="0" y="110"/>
                </a:moveTo>
                <a:lnTo>
                  <a:pt x="148" y="108"/>
                </a:lnTo>
                <a:lnTo>
                  <a:pt x="567" y="0"/>
                </a:lnTo>
                <a:lnTo>
                  <a:pt x="678" y="0"/>
                </a:ln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rot="10800000"/>
          <a:lstStyle/>
          <a:p>
            <a:endParaRPr lang="en-US" dirty="0"/>
          </a:p>
        </p:txBody>
      </p:sp>
      <p:sp>
        <p:nvSpPr>
          <p:cNvPr id="184386" name="Freeform 131"/>
          <p:cNvSpPr>
            <a:spLocks/>
          </p:cNvSpPr>
          <p:nvPr/>
        </p:nvSpPr>
        <p:spPr bwMode="auto">
          <a:xfrm>
            <a:off x="7180263" y="1611313"/>
            <a:ext cx="419100" cy="723900"/>
          </a:xfrm>
          <a:custGeom>
            <a:avLst/>
            <a:gdLst>
              <a:gd name="T0" fmla="*/ 2147483647 w 264"/>
              <a:gd name="T1" fmla="*/ 0 h 456"/>
              <a:gd name="T2" fmla="*/ 2147483647 w 264"/>
              <a:gd name="T3" fmla="*/ 2147483647 h 456"/>
              <a:gd name="T4" fmla="*/ 0 w 264"/>
              <a:gd name="T5" fmla="*/ 2147483647 h 456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64" h="456">
                <a:moveTo>
                  <a:pt x="264" y="0"/>
                </a:moveTo>
                <a:lnTo>
                  <a:pt x="262" y="248"/>
                </a:lnTo>
                <a:lnTo>
                  <a:pt x="0" y="456"/>
                </a:ln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 dirty="0"/>
          </a:p>
        </p:txBody>
      </p:sp>
      <p:sp>
        <p:nvSpPr>
          <p:cNvPr id="184387" name="Freeform 132"/>
          <p:cNvSpPr>
            <a:spLocks/>
          </p:cNvSpPr>
          <p:nvPr/>
        </p:nvSpPr>
        <p:spPr bwMode="auto">
          <a:xfrm>
            <a:off x="5969000" y="1868488"/>
            <a:ext cx="1209675" cy="481012"/>
          </a:xfrm>
          <a:custGeom>
            <a:avLst/>
            <a:gdLst>
              <a:gd name="T0" fmla="*/ 0 w 762"/>
              <a:gd name="T1" fmla="*/ 2147483647 h 303"/>
              <a:gd name="T2" fmla="*/ 0 w 762"/>
              <a:gd name="T3" fmla="*/ 2147483647 h 303"/>
              <a:gd name="T4" fmla="*/ 2147483647 w 762"/>
              <a:gd name="T5" fmla="*/ 2147483647 h 303"/>
              <a:gd name="T6" fmla="*/ 2147483647 w 762"/>
              <a:gd name="T7" fmla="*/ 0 h 303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762" h="303">
                <a:moveTo>
                  <a:pt x="0" y="3"/>
                </a:moveTo>
                <a:lnTo>
                  <a:pt x="0" y="303"/>
                </a:lnTo>
                <a:lnTo>
                  <a:pt x="762" y="303"/>
                </a:lnTo>
                <a:lnTo>
                  <a:pt x="762" y="0"/>
                </a:ln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 dirty="0"/>
          </a:p>
        </p:txBody>
      </p:sp>
      <p:sp>
        <p:nvSpPr>
          <p:cNvPr id="75845" name="Line 133"/>
          <p:cNvSpPr>
            <a:spLocks noChangeShapeType="1"/>
          </p:cNvSpPr>
          <p:nvPr/>
        </p:nvSpPr>
        <p:spPr bwMode="auto">
          <a:xfrm flipV="1">
            <a:off x="5969000" y="2092325"/>
            <a:ext cx="1219200" cy="47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184389" name="Line 69"/>
          <p:cNvSpPr>
            <a:spLocks noChangeShapeType="1"/>
          </p:cNvSpPr>
          <p:nvPr/>
        </p:nvSpPr>
        <p:spPr bwMode="auto">
          <a:xfrm flipH="1">
            <a:off x="5983288" y="2216150"/>
            <a:ext cx="165100" cy="3016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184390" name="Line 70"/>
          <p:cNvSpPr>
            <a:spLocks noChangeShapeType="1"/>
          </p:cNvSpPr>
          <p:nvPr/>
        </p:nvSpPr>
        <p:spPr bwMode="auto">
          <a:xfrm>
            <a:off x="6438900" y="1990725"/>
            <a:ext cx="179388" cy="6270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184391" name="Line 71"/>
          <p:cNvSpPr>
            <a:spLocks noChangeShapeType="1"/>
          </p:cNvSpPr>
          <p:nvPr/>
        </p:nvSpPr>
        <p:spPr bwMode="auto">
          <a:xfrm>
            <a:off x="6999288" y="1987550"/>
            <a:ext cx="509587" cy="45561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184392" name="Oval 85"/>
          <p:cNvSpPr>
            <a:spLocks noChangeArrowheads="1"/>
          </p:cNvSpPr>
          <p:nvPr/>
        </p:nvSpPr>
        <p:spPr bwMode="auto">
          <a:xfrm>
            <a:off x="6424613" y="1970088"/>
            <a:ext cx="42862" cy="47625"/>
          </a:xfrm>
          <a:prstGeom prst="ellipse">
            <a:avLst/>
          </a:pr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1" hangingPunct="1"/>
            <a:endParaRPr lang="en-US" i="0" dirty="0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184393" name="Text Box 27"/>
          <p:cNvSpPr txBox="1">
            <a:spLocks noChangeArrowheads="1"/>
          </p:cNvSpPr>
          <p:nvPr/>
        </p:nvSpPr>
        <p:spPr bwMode="auto">
          <a:xfrm>
            <a:off x="6232525" y="1835150"/>
            <a:ext cx="241300" cy="214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800" i="0" dirty="0">
                <a:solidFill>
                  <a:srgbClr val="000000"/>
                </a:solidFill>
                <a:latin typeface="Arial" charset="0"/>
              </a:rPr>
              <a:t>3</a:t>
            </a:r>
          </a:p>
        </p:txBody>
      </p:sp>
      <p:sp>
        <p:nvSpPr>
          <p:cNvPr id="75851" name="Rectangle 158"/>
          <p:cNvSpPr>
            <a:spLocks noChangeArrowheads="1"/>
          </p:cNvSpPr>
          <p:nvPr/>
        </p:nvSpPr>
        <p:spPr bwMode="auto">
          <a:xfrm>
            <a:off x="6591300" y="1885950"/>
            <a:ext cx="280988" cy="204788"/>
          </a:xfrm>
          <a:prstGeom prst="rect">
            <a:avLst/>
          </a:prstGeom>
          <a:solidFill>
            <a:srgbClr val="00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 dirty="0">
              <a:solidFill>
                <a:srgbClr val="000000"/>
              </a:solidFill>
              <a:cs typeface="+mn-cs"/>
            </a:endParaRPr>
          </a:p>
        </p:txBody>
      </p:sp>
      <p:sp>
        <p:nvSpPr>
          <p:cNvPr id="184395" name="Text Box 73"/>
          <p:cNvSpPr txBox="1">
            <a:spLocks noChangeArrowheads="1"/>
          </p:cNvSpPr>
          <p:nvPr/>
        </p:nvSpPr>
        <p:spPr bwMode="auto">
          <a:xfrm>
            <a:off x="5648325" y="3124200"/>
            <a:ext cx="240823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 eaLnBrk="1" hangingPunct="1"/>
            <a:r>
              <a:rPr lang="en-US" sz="1200" i="0" dirty="0">
                <a:solidFill>
                  <a:srgbClr val="000000"/>
                </a:solidFill>
                <a:latin typeface="Arial" charset="0"/>
              </a:rPr>
              <a:t>Ports 2,3,5 belong to EE VLAN</a:t>
            </a:r>
          </a:p>
          <a:p>
            <a:pPr algn="ctr" eaLnBrk="1" hangingPunct="1"/>
            <a:r>
              <a:rPr lang="en-US" sz="1200" i="0" dirty="0">
                <a:solidFill>
                  <a:srgbClr val="000000"/>
                </a:solidFill>
                <a:latin typeface="Arial" charset="0"/>
              </a:rPr>
              <a:t>Ports 4,6,7,8 belong to CS VLAN</a:t>
            </a:r>
          </a:p>
        </p:txBody>
      </p:sp>
      <p:sp>
        <p:nvSpPr>
          <p:cNvPr id="184396" name="Text Box 27"/>
          <p:cNvSpPr txBox="1">
            <a:spLocks noChangeArrowheads="1"/>
          </p:cNvSpPr>
          <p:nvPr/>
        </p:nvSpPr>
        <p:spPr bwMode="auto">
          <a:xfrm>
            <a:off x="6513513" y="1835150"/>
            <a:ext cx="241300" cy="214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800" i="0" dirty="0">
                <a:solidFill>
                  <a:srgbClr val="000000"/>
                </a:solidFill>
                <a:latin typeface="Arial" charset="0"/>
              </a:rPr>
              <a:t>5</a:t>
            </a:r>
          </a:p>
        </p:txBody>
      </p:sp>
      <p:sp>
        <p:nvSpPr>
          <p:cNvPr id="184397" name="Text Box 27"/>
          <p:cNvSpPr txBox="1">
            <a:spLocks noChangeArrowheads="1"/>
          </p:cNvSpPr>
          <p:nvPr/>
        </p:nvSpPr>
        <p:spPr bwMode="auto">
          <a:xfrm>
            <a:off x="6237288" y="2049463"/>
            <a:ext cx="241300" cy="214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800" i="0" dirty="0">
                <a:solidFill>
                  <a:srgbClr val="000000"/>
                </a:solidFill>
                <a:latin typeface="Arial" charset="0"/>
              </a:rPr>
              <a:t>4</a:t>
            </a:r>
          </a:p>
        </p:txBody>
      </p:sp>
      <p:sp>
        <p:nvSpPr>
          <p:cNvPr id="184398" name="Text Box 27"/>
          <p:cNvSpPr txBox="1">
            <a:spLocks noChangeArrowheads="1"/>
          </p:cNvSpPr>
          <p:nvPr/>
        </p:nvSpPr>
        <p:spPr bwMode="auto">
          <a:xfrm>
            <a:off x="6513513" y="2049463"/>
            <a:ext cx="241300" cy="214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800" i="0" dirty="0">
                <a:solidFill>
                  <a:srgbClr val="000000"/>
                </a:solidFill>
                <a:latin typeface="Arial" charset="0"/>
              </a:rPr>
              <a:t>6</a:t>
            </a:r>
          </a:p>
        </p:txBody>
      </p:sp>
      <p:sp>
        <p:nvSpPr>
          <p:cNvPr id="184399" name="Text Box 27"/>
          <p:cNvSpPr txBox="1">
            <a:spLocks noChangeArrowheads="1"/>
          </p:cNvSpPr>
          <p:nvPr/>
        </p:nvSpPr>
        <p:spPr bwMode="auto">
          <a:xfrm>
            <a:off x="6813550" y="2054225"/>
            <a:ext cx="241300" cy="214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800" i="0" dirty="0">
                <a:solidFill>
                  <a:srgbClr val="000000"/>
                </a:solidFill>
                <a:latin typeface="Arial" charset="0"/>
              </a:rPr>
              <a:t>8</a:t>
            </a:r>
          </a:p>
        </p:txBody>
      </p:sp>
      <p:grpSp>
        <p:nvGrpSpPr>
          <p:cNvPr id="692394" name="Group 170"/>
          <p:cNvGrpSpPr>
            <a:grpSpLocks/>
          </p:cNvGrpSpPr>
          <p:nvPr/>
        </p:nvGrpSpPr>
        <p:grpSpPr bwMode="auto">
          <a:xfrm>
            <a:off x="3327400" y="1835150"/>
            <a:ext cx="2836863" cy="427038"/>
            <a:chOff x="2096" y="1156"/>
            <a:chExt cx="1787" cy="269"/>
          </a:xfrm>
        </p:grpSpPr>
        <p:sp>
          <p:nvSpPr>
            <p:cNvPr id="184429" name="Oval 85"/>
            <p:cNvSpPr>
              <a:spLocks noChangeArrowheads="1"/>
            </p:cNvSpPr>
            <p:nvPr/>
          </p:nvSpPr>
          <p:spPr bwMode="auto">
            <a:xfrm>
              <a:off x="2215" y="1381"/>
              <a:ext cx="27" cy="3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eaLnBrk="1" hangingPunct="1"/>
              <a:endParaRPr lang="en-US" i="0" dirty="0">
                <a:solidFill>
                  <a:srgbClr val="000000"/>
                </a:solidFill>
                <a:latin typeface="Arial" charset="0"/>
              </a:endParaRPr>
            </a:p>
          </p:txBody>
        </p:sp>
        <p:grpSp>
          <p:nvGrpSpPr>
            <p:cNvPr id="184430" name="Group 169"/>
            <p:cNvGrpSpPr>
              <a:grpSpLocks/>
            </p:cNvGrpSpPr>
            <p:nvPr/>
          </p:nvGrpSpPr>
          <p:grpSpPr bwMode="auto">
            <a:xfrm>
              <a:off x="2096" y="1156"/>
              <a:ext cx="1787" cy="269"/>
              <a:chOff x="2096" y="1156"/>
              <a:chExt cx="1787" cy="269"/>
            </a:xfrm>
          </p:grpSpPr>
          <p:sp>
            <p:nvSpPr>
              <p:cNvPr id="184431" name="Text Box 28"/>
              <p:cNvSpPr txBox="1">
                <a:spLocks noChangeArrowheads="1"/>
              </p:cNvSpPr>
              <p:nvPr/>
            </p:nvSpPr>
            <p:spPr bwMode="auto">
              <a:xfrm>
                <a:off x="2096" y="1290"/>
                <a:ext cx="188" cy="13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400"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400"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400"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eaLnBrk="1" hangingPunct="1"/>
                <a:r>
                  <a:rPr lang="en-US" sz="800" i="0" dirty="0">
                    <a:solidFill>
                      <a:srgbClr val="FF0000"/>
                    </a:solidFill>
                    <a:latin typeface="Arial" charset="0"/>
                  </a:rPr>
                  <a:t>16</a:t>
                </a:r>
              </a:p>
            </p:txBody>
          </p:sp>
          <p:sp>
            <p:nvSpPr>
              <p:cNvPr id="184432" name="Text Box 27"/>
              <p:cNvSpPr txBox="1">
                <a:spLocks noChangeArrowheads="1"/>
              </p:cNvSpPr>
              <p:nvPr/>
            </p:nvSpPr>
            <p:spPr bwMode="auto">
              <a:xfrm>
                <a:off x="3731" y="1156"/>
                <a:ext cx="152" cy="13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400"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400"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400"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eaLnBrk="1" hangingPunct="1"/>
                <a:r>
                  <a:rPr lang="en-US" sz="800" i="0" dirty="0">
                    <a:solidFill>
                      <a:srgbClr val="FF0000"/>
                    </a:solidFill>
                    <a:latin typeface="Arial" charset="0"/>
                  </a:rPr>
                  <a:t>1</a:t>
                </a:r>
              </a:p>
            </p:txBody>
          </p:sp>
          <p:sp>
            <p:nvSpPr>
              <p:cNvPr id="184433" name="Oval 85"/>
              <p:cNvSpPr>
                <a:spLocks noChangeArrowheads="1"/>
              </p:cNvSpPr>
              <p:nvPr/>
            </p:nvSpPr>
            <p:spPr bwMode="auto">
              <a:xfrm>
                <a:off x="3855" y="1247"/>
                <a:ext cx="27" cy="30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eaLnBrk="1" hangingPunct="1"/>
                <a:endParaRPr lang="en-US" i="0" dirty="0">
                  <a:solidFill>
                    <a:srgbClr val="000000"/>
                  </a:solidFill>
                  <a:latin typeface="Arial" charset="0"/>
                </a:endParaRPr>
              </a:p>
            </p:txBody>
          </p:sp>
          <p:sp>
            <p:nvSpPr>
              <p:cNvPr id="184434" name="Freeform 168"/>
              <p:cNvSpPr>
                <a:spLocks/>
              </p:cNvSpPr>
              <p:nvPr/>
            </p:nvSpPr>
            <p:spPr bwMode="auto">
              <a:xfrm>
                <a:off x="2226" y="1260"/>
                <a:ext cx="1644" cy="135"/>
              </a:xfrm>
              <a:custGeom>
                <a:avLst/>
                <a:gdLst>
                  <a:gd name="T0" fmla="*/ 0 w 1644"/>
                  <a:gd name="T1" fmla="*/ 135 h 135"/>
                  <a:gd name="T2" fmla="*/ 852 w 1644"/>
                  <a:gd name="T3" fmla="*/ 132 h 135"/>
                  <a:gd name="T4" fmla="*/ 1050 w 1644"/>
                  <a:gd name="T5" fmla="*/ 0 h 135"/>
                  <a:gd name="T6" fmla="*/ 1644 w 1644"/>
                  <a:gd name="T7" fmla="*/ 0 h 135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644" h="135">
                    <a:moveTo>
                      <a:pt x="0" y="135"/>
                    </a:moveTo>
                    <a:lnTo>
                      <a:pt x="852" y="132"/>
                    </a:lnTo>
                    <a:lnTo>
                      <a:pt x="1050" y="0"/>
                    </a:lnTo>
                    <a:lnTo>
                      <a:pt x="1644" y="0"/>
                    </a:lnTo>
                  </a:path>
                </a:pathLst>
              </a:custGeom>
              <a:noFill/>
              <a:ln w="28575" cap="flat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</p:grpSp>
      </p:grpSp>
      <p:grpSp>
        <p:nvGrpSpPr>
          <p:cNvPr id="184401" name="Group 44"/>
          <p:cNvGrpSpPr>
            <a:grpSpLocks/>
          </p:cNvGrpSpPr>
          <p:nvPr/>
        </p:nvGrpSpPr>
        <p:grpSpPr bwMode="auto">
          <a:xfrm>
            <a:off x="254000" y="2316163"/>
            <a:ext cx="538163" cy="558800"/>
            <a:chOff x="-44" y="1473"/>
            <a:chExt cx="981" cy="1105"/>
          </a:xfrm>
        </p:grpSpPr>
        <p:pic>
          <p:nvPicPr>
            <p:cNvPr id="184427" name="Picture 45" descr="desktop_computer_stylized_medium"/>
            <p:cNvPicPr>
              <a:picLocks noChangeAspect="1" noChangeArrowheads="1"/>
            </p:cNvPicPr>
            <p:nvPr/>
          </p:nvPicPr>
          <p:blipFill>
            <a:blip r:embed="rId2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84428" name="Freeform 46"/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 dirty="0"/>
            </a:p>
          </p:txBody>
        </p:sp>
      </p:grpSp>
      <p:grpSp>
        <p:nvGrpSpPr>
          <p:cNvPr id="184402" name="Group 44"/>
          <p:cNvGrpSpPr>
            <a:grpSpLocks/>
          </p:cNvGrpSpPr>
          <p:nvPr/>
        </p:nvGrpSpPr>
        <p:grpSpPr bwMode="auto">
          <a:xfrm>
            <a:off x="619125" y="2519363"/>
            <a:ext cx="539750" cy="558800"/>
            <a:chOff x="-44" y="1473"/>
            <a:chExt cx="981" cy="1105"/>
          </a:xfrm>
        </p:grpSpPr>
        <p:pic>
          <p:nvPicPr>
            <p:cNvPr id="184425" name="Picture 45" descr="desktop_computer_stylized_medium"/>
            <p:cNvPicPr>
              <a:picLocks noChangeAspect="1" noChangeArrowheads="1"/>
            </p:cNvPicPr>
            <p:nvPr/>
          </p:nvPicPr>
          <p:blipFill>
            <a:blip r:embed="rId3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84426" name="Freeform 46"/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 dirty="0"/>
            </a:p>
          </p:txBody>
        </p:sp>
      </p:grpSp>
      <p:grpSp>
        <p:nvGrpSpPr>
          <p:cNvPr id="184403" name="Group 44"/>
          <p:cNvGrpSpPr>
            <a:grpSpLocks/>
          </p:cNvGrpSpPr>
          <p:nvPr/>
        </p:nvGrpSpPr>
        <p:grpSpPr bwMode="auto">
          <a:xfrm>
            <a:off x="1290638" y="2479675"/>
            <a:ext cx="538162" cy="558800"/>
            <a:chOff x="-44" y="1473"/>
            <a:chExt cx="981" cy="1105"/>
          </a:xfrm>
        </p:grpSpPr>
        <p:pic>
          <p:nvPicPr>
            <p:cNvPr id="184423" name="Picture 45" descr="desktop_computer_stylized_medium"/>
            <p:cNvPicPr>
              <a:picLocks noChangeAspect="1" noChangeArrowheads="1"/>
            </p:cNvPicPr>
            <p:nvPr/>
          </p:nvPicPr>
          <p:blipFill>
            <a:blip r:embed="rId2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84424" name="Freeform 46"/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 dirty="0"/>
            </a:p>
          </p:txBody>
        </p:sp>
      </p:grpSp>
      <p:grpSp>
        <p:nvGrpSpPr>
          <p:cNvPr id="184404" name="Group 44"/>
          <p:cNvGrpSpPr>
            <a:grpSpLocks/>
          </p:cNvGrpSpPr>
          <p:nvPr/>
        </p:nvGrpSpPr>
        <p:grpSpPr bwMode="auto">
          <a:xfrm>
            <a:off x="2417763" y="2498725"/>
            <a:ext cx="538162" cy="558800"/>
            <a:chOff x="-44" y="1473"/>
            <a:chExt cx="981" cy="1105"/>
          </a:xfrm>
        </p:grpSpPr>
        <p:pic>
          <p:nvPicPr>
            <p:cNvPr id="184421" name="Picture 45" descr="desktop_computer_stylized_medium"/>
            <p:cNvPicPr>
              <a:picLocks noChangeAspect="1" noChangeArrowheads="1"/>
            </p:cNvPicPr>
            <p:nvPr/>
          </p:nvPicPr>
          <p:blipFill>
            <a:blip r:embed="rId2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84422" name="Freeform 46"/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 dirty="0"/>
            </a:p>
          </p:txBody>
        </p:sp>
      </p:grpSp>
      <p:grpSp>
        <p:nvGrpSpPr>
          <p:cNvPr id="184405" name="Group 44"/>
          <p:cNvGrpSpPr>
            <a:grpSpLocks/>
          </p:cNvGrpSpPr>
          <p:nvPr/>
        </p:nvGrpSpPr>
        <p:grpSpPr bwMode="auto">
          <a:xfrm>
            <a:off x="2854325" y="2479675"/>
            <a:ext cx="539750" cy="558800"/>
            <a:chOff x="-44" y="1473"/>
            <a:chExt cx="981" cy="1105"/>
          </a:xfrm>
        </p:grpSpPr>
        <p:pic>
          <p:nvPicPr>
            <p:cNvPr id="184419" name="Picture 45" descr="desktop_computer_stylized_medium"/>
            <p:cNvPicPr>
              <a:picLocks noChangeAspect="1" noChangeArrowheads="1"/>
            </p:cNvPicPr>
            <p:nvPr/>
          </p:nvPicPr>
          <p:blipFill>
            <a:blip r:embed="rId3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84420" name="Freeform 46"/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 dirty="0"/>
            </a:p>
          </p:txBody>
        </p:sp>
      </p:grpSp>
      <p:grpSp>
        <p:nvGrpSpPr>
          <p:cNvPr id="184406" name="Group 44"/>
          <p:cNvGrpSpPr>
            <a:grpSpLocks/>
          </p:cNvGrpSpPr>
          <p:nvPr/>
        </p:nvGrpSpPr>
        <p:grpSpPr bwMode="auto">
          <a:xfrm>
            <a:off x="3708400" y="2327275"/>
            <a:ext cx="538163" cy="558800"/>
            <a:chOff x="-44" y="1473"/>
            <a:chExt cx="981" cy="1105"/>
          </a:xfrm>
        </p:grpSpPr>
        <p:pic>
          <p:nvPicPr>
            <p:cNvPr id="184417" name="Picture 45" descr="desktop_computer_stylized_medium"/>
            <p:cNvPicPr>
              <a:picLocks noChangeAspect="1" noChangeArrowheads="1"/>
            </p:cNvPicPr>
            <p:nvPr/>
          </p:nvPicPr>
          <p:blipFill>
            <a:blip r:embed="rId2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84418" name="Freeform 46"/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 dirty="0"/>
            </a:p>
          </p:txBody>
        </p:sp>
      </p:grpSp>
      <p:grpSp>
        <p:nvGrpSpPr>
          <p:cNvPr id="184407" name="Group 44"/>
          <p:cNvGrpSpPr>
            <a:grpSpLocks/>
          </p:cNvGrpSpPr>
          <p:nvPr/>
        </p:nvGrpSpPr>
        <p:grpSpPr bwMode="auto">
          <a:xfrm>
            <a:off x="5557838" y="2428875"/>
            <a:ext cx="538162" cy="558800"/>
            <a:chOff x="-44" y="1473"/>
            <a:chExt cx="981" cy="1105"/>
          </a:xfrm>
        </p:grpSpPr>
        <p:pic>
          <p:nvPicPr>
            <p:cNvPr id="184415" name="Picture 45" descr="desktop_computer_stylized_medium"/>
            <p:cNvPicPr>
              <a:picLocks noChangeAspect="1" noChangeArrowheads="1"/>
            </p:cNvPicPr>
            <p:nvPr/>
          </p:nvPicPr>
          <p:blipFill>
            <a:blip r:embed="rId2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84416" name="Freeform 46"/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 dirty="0"/>
            </a:p>
          </p:txBody>
        </p:sp>
      </p:grpSp>
      <p:grpSp>
        <p:nvGrpSpPr>
          <p:cNvPr id="184408" name="Group 44"/>
          <p:cNvGrpSpPr>
            <a:grpSpLocks/>
          </p:cNvGrpSpPr>
          <p:nvPr/>
        </p:nvGrpSpPr>
        <p:grpSpPr bwMode="auto">
          <a:xfrm>
            <a:off x="7183438" y="2357438"/>
            <a:ext cx="538162" cy="558800"/>
            <a:chOff x="-44" y="1473"/>
            <a:chExt cx="981" cy="1105"/>
          </a:xfrm>
        </p:grpSpPr>
        <p:pic>
          <p:nvPicPr>
            <p:cNvPr id="184413" name="Picture 45" descr="desktop_computer_stylized_medium"/>
            <p:cNvPicPr>
              <a:picLocks noChangeAspect="1" noChangeArrowheads="1"/>
            </p:cNvPicPr>
            <p:nvPr/>
          </p:nvPicPr>
          <p:blipFill>
            <a:blip r:embed="rId2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84414" name="Freeform 46"/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 dirty="0"/>
            </a:p>
          </p:txBody>
        </p:sp>
      </p:grpSp>
      <p:grpSp>
        <p:nvGrpSpPr>
          <p:cNvPr id="184409" name="Group 44"/>
          <p:cNvGrpSpPr>
            <a:grpSpLocks/>
          </p:cNvGrpSpPr>
          <p:nvPr/>
        </p:nvGrpSpPr>
        <p:grpSpPr bwMode="auto">
          <a:xfrm>
            <a:off x="6257925" y="2438400"/>
            <a:ext cx="539750" cy="558800"/>
            <a:chOff x="-44" y="1473"/>
            <a:chExt cx="981" cy="1105"/>
          </a:xfrm>
        </p:grpSpPr>
        <p:pic>
          <p:nvPicPr>
            <p:cNvPr id="184411" name="Picture 45" descr="desktop_computer_stylized_medium"/>
            <p:cNvPicPr>
              <a:picLocks noChangeAspect="1" noChangeArrowheads="1"/>
            </p:cNvPicPr>
            <p:nvPr/>
          </p:nvPicPr>
          <p:blipFill>
            <a:blip r:embed="rId3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84412" name="Freeform 46"/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 dirty="0"/>
            </a:p>
          </p:txBody>
        </p:sp>
      </p:grpSp>
      <p:pic>
        <p:nvPicPr>
          <p:cNvPr id="184410" name="Picture 15" descr="underline_base"/>
          <p:cNvPicPr>
            <a:picLocks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5788" y="1030288"/>
            <a:ext cx="7415212" cy="155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56154" y="6522365"/>
            <a:ext cx="548655" cy="272319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200" dirty="0">
                <a:latin typeface="Tahoma" charset="0"/>
              </a:rPr>
              <a:t>6-</a:t>
            </a:r>
            <a:fld id="{8E8C6E93-DF5B-BC4B-80F9-500DED1EEDCC}" type="slidenum">
              <a:rPr lang="en-US" sz="1200">
                <a:latin typeface="Tahoma" charset="0"/>
              </a:rPr>
              <a:pPr/>
              <a:t>16</a:t>
            </a:fld>
            <a:endParaRPr lang="en-US" sz="1200" dirty="0">
              <a:latin typeface="Tahoma" charset="0"/>
            </a:endParaRPr>
          </a:p>
        </p:txBody>
      </p:sp>
      <p:sp>
        <p:nvSpPr>
          <p:cNvPr id="117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6375496" y="6521551"/>
            <a:ext cx="2177473" cy="241541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Link Layer and LANs</a:t>
            </a:r>
          </a:p>
        </p:txBody>
      </p:sp>
    </p:spTree>
    <p:extLst>
      <p:ext uri="{BB962C8B-B14F-4D97-AF65-F5344CB8AC3E}">
        <p14:creationId xmlns:p14="http://schemas.microsoft.com/office/powerpoint/2010/main" val="13930363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2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22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22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22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92227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347" name="Text Box 9"/>
          <p:cNvSpPr txBox="1">
            <a:spLocks noChangeArrowheads="1"/>
          </p:cNvSpPr>
          <p:nvPr/>
        </p:nvSpPr>
        <p:spPr bwMode="auto">
          <a:xfrm>
            <a:off x="3384550" y="1428750"/>
            <a:ext cx="474663" cy="277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200" i="0" dirty="0">
                <a:solidFill>
                  <a:srgbClr val="000000"/>
                </a:solidFill>
                <a:latin typeface="Arial" charset="0"/>
              </a:rPr>
              <a:t>type</a:t>
            </a:r>
          </a:p>
        </p:txBody>
      </p:sp>
      <p:sp>
        <p:nvSpPr>
          <p:cNvPr id="185348" name="Line 10"/>
          <p:cNvSpPr>
            <a:spLocks noChangeShapeType="1"/>
          </p:cNvSpPr>
          <p:nvPr/>
        </p:nvSpPr>
        <p:spPr bwMode="auto">
          <a:xfrm>
            <a:off x="3559175" y="1636713"/>
            <a:ext cx="0" cy="177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185349" name="Line 31"/>
          <p:cNvSpPr>
            <a:spLocks noChangeShapeType="1"/>
          </p:cNvSpPr>
          <p:nvPr/>
        </p:nvSpPr>
        <p:spPr bwMode="auto">
          <a:xfrm>
            <a:off x="1000125" y="2200275"/>
            <a:ext cx="0" cy="771525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185350" name="Line 34"/>
          <p:cNvSpPr>
            <a:spLocks noChangeShapeType="1"/>
          </p:cNvSpPr>
          <p:nvPr/>
        </p:nvSpPr>
        <p:spPr bwMode="auto">
          <a:xfrm>
            <a:off x="3424238" y="2171700"/>
            <a:ext cx="0" cy="771525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185351" name="Line 36"/>
          <p:cNvSpPr>
            <a:spLocks noChangeShapeType="1"/>
          </p:cNvSpPr>
          <p:nvPr/>
        </p:nvSpPr>
        <p:spPr bwMode="auto">
          <a:xfrm>
            <a:off x="3457575" y="2176463"/>
            <a:ext cx="742950" cy="809625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185352" name="Line 37"/>
          <p:cNvSpPr>
            <a:spLocks noChangeShapeType="1"/>
          </p:cNvSpPr>
          <p:nvPr/>
        </p:nvSpPr>
        <p:spPr bwMode="auto">
          <a:xfrm>
            <a:off x="6167438" y="2185988"/>
            <a:ext cx="700087" cy="795337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185353" name="Line 40"/>
          <p:cNvSpPr>
            <a:spLocks noChangeShapeType="1"/>
          </p:cNvSpPr>
          <p:nvPr/>
        </p:nvSpPr>
        <p:spPr bwMode="auto">
          <a:xfrm>
            <a:off x="3600450" y="3328988"/>
            <a:ext cx="0" cy="8572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185354" name="Rectangle 41"/>
          <p:cNvSpPr>
            <a:spLocks noChangeArrowheads="1"/>
          </p:cNvSpPr>
          <p:nvPr/>
        </p:nvSpPr>
        <p:spPr bwMode="auto">
          <a:xfrm>
            <a:off x="3476625" y="4057650"/>
            <a:ext cx="2506663" cy="517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 eaLnBrk="1" hangingPunct="1"/>
            <a:r>
              <a:rPr lang="en-US" altLang="ko-KR" sz="1400" i="0" dirty="0">
                <a:solidFill>
                  <a:srgbClr val="000000"/>
                </a:solidFill>
                <a:latin typeface="Arial" charset="0"/>
                <a:ea typeface="Gulim" charset="0"/>
                <a:cs typeface="Gulim" charset="0"/>
              </a:rPr>
              <a:t>2-byte Tag Protocol Identifier</a:t>
            </a:r>
          </a:p>
          <a:p>
            <a:pPr eaLnBrk="1" hangingPunct="1"/>
            <a:r>
              <a:rPr lang="en-US" altLang="ko-KR" sz="1400" i="0" dirty="0">
                <a:solidFill>
                  <a:srgbClr val="000000"/>
                </a:solidFill>
                <a:latin typeface="Arial" charset="0"/>
                <a:ea typeface="Gulim" charset="0"/>
                <a:cs typeface="Gulim" charset="0"/>
              </a:rPr>
              <a:t>                        (value: 81-00) </a:t>
            </a:r>
          </a:p>
        </p:txBody>
      </p:sp>
      <p:sp>
        <p:nvSpPr>
          <p:cNvPr id="185355" name="Rectangle 42"/>
          <p:cNvSpPr>
            <a:spLocks noChangeArrowheads="1"/>
          </p:cNvSpPr>
          <p:nvPr/>
        </p:nvSpPr>
        <p:spPr bwMode="auto">
          <a:xfrm>
            <a:off x="3814763" y="5203825"/>
            <a:ext cx="3824287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 eaLnBrk="1" hangingPunct="1"/>
            <a:r>
              <a:rPr lang="en-US" altLang="ko-KR" sz="1400" i="0" dirty="0">
                <a:solidFill>
                  <a:srgbClr val="000000"/>
                </a:solidFill>
                <a:latin typeface="Arial" charset="0"/>
                <a:ea typeface="Gulim" charset="0"/>
                <a:cs typeface="Gulim" charset="0"/>
              </a:rPr>
              <a:t>Tag Control Information (12 bit VLAN ID field, </a:t>
            </a:r>
          </a:p>
          <a:p>
            <a:pPr eaLnBrk="1" hangingPunct="1"/>
            <a:r>
              <a:rPr lang="en-US" altLang="ko-KR" sz="1400" i="0" dirty="0">
                <a:solidFill>
                  <a:srgbClr val="000000"/>
                </a:solidFill>
                <a:latin typeface="Arial" charset="0"/>
                <a:ea typeface="Gulim" charset="0"/>
                <a:cs typeface="Gulim" charset="0"/>
              </a:rPr>
              <a:t>                          3 bit priority field like IP TOS)</a:t>
            </a:r>
            <a:r>
              <a:rPr lang="en-US" altLang="ko-KR" i="0" dirty="0">
                <a:solidFill>
                  <a:srgbClr val="000000"/>
                </a:solidFill>
                <a:latin typeface="Arial" charset="0"/>
                <a:ea typeface="Gulim" charset="0"/>
                <a:cs typeface="Gulim" charset="0"/>
              </a:rPr>
              <a:t> </a:t>
            </a:r>
          </a:p>
        </p:txBody>
      </p:sp>
      <p:sp>
        <p:nvSpPr>
          <p:cNvPr id="185356" name="Line 43"/>
          <p:cNvSpPr>
            <a:spLocks noChangeShapeType="1"/>
          </p:cNvSpPr>
          <p:nvPr/>
        </p:nvSpPr>
        <p:spPr bwMode="auto">
          <a:xfrm>
            <a:off x="3963988" y="3419475"/>
            <a:ext cx="9525" cy="17414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185357" name="Line 44"/>
          <p:cNvSpPr>
            <a:spLocks noChangeShapeType="1"/>
          </p:cNvSpPr>
          <p:nvPr/>
        </p:nvSpPr>
        <p:spPr bwMode="auto">
          <a:xfrm>
            <a:off x="6562725" y="3319463"/>
            <a:ext cx="0" cy="8572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185358" name="Line 47"/>
          <p:cNvSpPr>
            <a:spLocks noChangeShapeType="1"/>
          </p:cNvSpPr>
          <p:nvPr/>
        </p:nvSpPr>
        <p:spPr bwMode="auto">
          <a:xfrm flipH="1">
            <a:off x="6767513" y="3076575"/>
            <a:ext cx="14287" cy="523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185359" name="Rectangle 48"/>
          <p:cNvSpPr>
            <a:spLocks noChangeArrowheads="1"/>
          </p:cNvSpPr>
          <p:nvPr/>
        </p:nvSpPr>
        <p:spPr bwMode="auto">
          <a:xfrm>
            <a:off x="6105525" y="4175125"/>
            <a:ext cx="1238250" cy="481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 eaLnBrk="1" hangingPunct="1">
              <a:lnSpc>
                <a:spcPct val="80000"/>
              </a:lnSpc>
            </a:pPr>
            <a:r>
              <a:rPr lang="en-US" altLang="ko-KR" sz="1400" i="0" dirty="0">
                <a:solidFill>
                  <a:srgbClr val="000000"/>
                </a:solidFill>
                <a:latin typeface="Arial" charset="0"/>
                <a:ea typeface="Gulim" charset="0"/>
                <a:cs typeface="Gulim" charset="0"/>
              </a:rPr>
              <a:t>Recomputed </a:t>
            </a:r>
          </a:p>
          <a:p>
            <a:pPr eaLnBrk="1" hangingPunct="1">
              <a:lnSpc>
                <a:spcPct val="80000"/>
              </a:lnSpc>
            </a:pPr>
            <a:r>
              <a:rPr lang="en-US" altLang="ko-KR" sz="1400" i="0" dirty="0">
                <a:solidFill>
                  <a:srgbClr val="000000"/>
                </a:solidFill>
                <a:latin typeface="Arial" charset="0"/>
                <a:ea typeface="Gulim" charset="0"/>
                <a:cs typeface="Gulim" charset="0"/>
              </a:rPr>
              <a:t>CRC</a:t>
            </a:r>
            <a:r>
              <a:rPr lang="en-US" altLang="ko-KR" i="0" dirty="0">
                <a:solidFill>
                  <a:srgbClr val="000000"/>
                </a:solidFill>
                <a:latin typeface="Arial" charset="0"/>
                <a:ea typeface="Gulim" charset="0"/>
                <a:cs typeface="Gulim" charset="0"/>
              </a:rPr>
              <a:t> </a:t>
            </a:r>
          </a:p>
        </p:txBody>
      </p:sp>
      <p:sp>
        <p:nvSpPr>
          <p:cNvPr id="76817" name="Rectangle 27"/>
          <p:cNvSpPr>
            <a:spLocks noChangeArrowheads="1"/>
          </p:cNvSpPr>
          <p:nvPr/>
        </p:nvSpPr>
        <p:spPr bwMode="auto">
          <a:xfrm>
            <a:off x="533400" y="228600"/>
            <a:ext cx="7772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anchor="ctr"/>
          <a:lstStyle/>
          <a:p>
            <a:pPr>
              <a:defRPr/>
            </a:pPr>
            <a:r>
              <a:rPr lang="en-US" sz="4000" i="0" dirty="0">
                <a:solidFill>
                  <a:srgbClr val="000099"/>
                </a:solidFill>
                <a:latin typeface="Gill Sans MT" charset="0"/>
                <a:cs typeface="+mn-cs"/>
              </a:rPr>
              <a:t>802.1Q VLAN frame format</a:t>
            </a:r>
          </a:p>
        </p:txBody>
      </p:sp>
      <p:sp>
        <p:nvSpPr>
          <p:cNvPr id="76818" name="Text Box 28"/>
          <p:cNvSpPr txBox="1">
            <a:spLocks noChangeArrowheads="1"/>
          </p:cNvSpPr>
          <p:nvPr/>
        </p:nvSpPr>
        <p:spPr bwMode="auto">
          <a:xfrm>
            <a:off x="7100888" y="1801813"/>
            <a:ext cx="1550987" cy="400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sz="2000" dirty="0">
                <a:solidFill>
                  <a:srgbClr val="000000"/>
                </a:solidFill>
                <a:latin typeface="Arial" charset="0"/>
                <a:cs typeface="Arial" charset="0"/>
              </a:rPr>
              <a:t>802.1 frame</a:t>
            </a:r>
          </a:p>
        </p:txBody>
      </p:sp>
      <p:sp>
        <p:nvSpPr>
          <p:cNvPr id="76819" name="Text Box 29"/>
          <p:cNvSpPr txBox="1">
            <a:spLocks noChangeArrowheads="1"/>
          </p:cNvSpPr>
          <p:nvPr/>
        </p:nvSpPr>
        <p:spPr bwMode="auto">
          <a:xfrm>
            <a:off x="7104063" y="2967038"/>
            <a:ext cx="1749425" cy="400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sz="2000" dirty="0">
                <a:solidFill>
                  <a:srgbClr val="000000"/>
                </a:solidFill>
                <a:latin typeface="Arial" charset="0"/>
                <a:cs typeface="Arial" charset="0"/>
              </a:rPr>
              <a:t>802.1Q frame</a:t>
            </a:r>
          </a:p>
        </p:txBody>
      </p:sp>
      <p:pic>
        <p:nvPicPr>
          <p:cNvPr id="185363" name="Picture 20" descr="underline_base"/>
          <p:cNvPicPr>
            <a:picLocks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1038" y="1027113"/>
            <a:ext cx="5741987" cy="158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85364" name="Rectangle 1"/>
          <p:cNvSpPr>
            <a:spLocks noChangeArrowheads="1"/>
          </p:cNvSpPr>
          <p:nvPr/>
        </p:nvSpPr>
        <p:spPr bwMode="auto">
          <a:xfrm>
            <a:off x="965200" y="1709738"/>
            <a:ext cx="5140325" cy="406400"/>
          </a:xfrm>
          <a:prstGeom prst="rect">
            <a:avLst/>
          </a:prstGeom>
          <a:solidFill>
            <a:srgbClr val="006633"/>
          </a:solidFill>
          <a:ln w="9525">
            <a:solidFill>
              <a:schemeClr val="bg1"/>
            </a:solidFill>
            <a:round/>
            <a:headEnd/>
            <a:tailEnd/>
          </a:ln>
        </p:spPr>
        <p:txBody>
          <a:bodyPr wrap="none"/>
          <a:lstStyle/>
          <a:p>
            <a:endParaRPr lang="en-US" dirty="0"/>
          </a:p>
        </p:txBody>
      </p:sp>
      <p:cxnSp>
        <p:nvCxnSpPr>
          <p:cNvPr id="76822" name="Straight Connector 3"/>
          <p:cNvCxnSpPr>
            <a:cxnSpLocks noChangeShapeType="1"/>
          </p:cNvCxnSpPr>
          <p:nvPr/>
        </p:nvCxnSpPr>
        <p:spPr bwMode="auto">
          <a:xfrm>
            <a:off x="1958975" y="1700213"/>
            <a:ext cx="0" cy="428625"/>
          </a:xfrm>
          <a:prstGeom prst="line">
            <a:avLst/>
          </a:prstGeom>
          <a:noFill/>
          <a:ln w="19050">
            <a:solidFill>
              <a:schemeClr val="bg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cxnSp>
        <p:nvCxnSpPr>
          <p:cNvPr id="76823" name="Straight Connector 32"/>
          <p:cNvCxnSpPr>
            <a:cxnSpLocks noChangeShapeType="1"/>
          </p:cNvCxnSpPr>
          <p:nvPr/>
        </p:nvCxnSpPr>
        <p:spPr bwMode="auto">
          <a:xfrm>
            <a:off x="2689225" y="1703388"/>
            <a:ext cx="0" cy="428625"/>
          </a:xfrm>
          <a:prstGeom prst="line">
            <a:avLst/>
          </a:prstGeom>
          <a:noFill/>
          <a:ln w="19050">
            <a:solidFill>
              <a:schemeClr val="bg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cxnSp>
        <p:nvCxnSpPr>
          <p:cNvPr id="76824" name="Straight Connector 33"/>
          <p:cNvCxnSpPr>
            <a:cxnSpLocks noChangeShapeType="1"/>
          </p:cNvCxnSpPr>
          <p:nvPr/>
        </p:nvCxnSpPr>
        <p:spPr bwMode="auto">
          <a:xfrm>
            <a:off x="3417888" y="1708150"/>
            <a:ext cx="0" cy="427038"/>
          </a:xfrm>
          <a:prstGeom prst="line">
            <a:avLst/>
          </a:prstGeom>
          <a:noFill/>
          <a:ln w="19050">
            <a:solidFill>
              <a:schemeClr val="bg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cxnSp>
        <p:nvCxnSpPr>
          <p:cNvPr id="76825" name="Straight Connector 34"/>
          <p:cNvCxnSpPr>
            <a:cxnSpLocks noChangeShapeType="1"/>
          </p:cNvCxnSpPr>
          <p:nvPr/>
        </p:nvCxnSpPr>
        <p:spPr bwMode="auto">
          <a:xfrm>
            <a:off x="3671888" y="1703388"/>
            <a:ext cx="0" cy="428625"/>
          </a:xfrm>
          <a:prstGeom prst="line">
            <a:avLst/>
          </a:prstGeom>
          <a:noFill/>
          <a:ln w="19050">
            <a:solidFill>
              <a:schemeClr val="bg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cxnSp>
        <p:nvCxnSpPr>
          <p:cNvPr id="76826" name="Straight Connector 35"/>
          <p:cNvCxnSpPr>
            <a:cxnSpLocks noChangeShapeType="1"/>
          </p:cNvCxnSpPr>
          <p:nvPr/>
        </p:nvCxnSpPr>
        <p:spPr bwMode="auto">
          <a:xfrm>
            <a:off x="5638800" y="1689100"/>
            <a:ext cx="0" cy="428625"/>
          </a:xfrm>
          <a:prstGeom prst="line">
            <a:avLst/>
          </a:prstGeom>
          <a:noFill/>
          <a:ln w="19050">
            <a:solidFill>
              <a:schemeClr val="bg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sp>
        <p:nvSpPr>
          <p:cNvPr id="185370" name="TextBox 5"/>
          <p:cNvSpPr txBox="1">
            <a:spLocks noChangeArrowheads="1"/>
          </p:cNvSpPr>
          <p:nvPr/>
        </p:nvSpPr>
        <p:spPr bwMode="auto">
          <a:xfrm>
            <a:off x="1937401" y="1722438"/>
            <a:ext cx="770225" cy="4052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>
              <a:lnSpc>
                <a:spcPts val="1200"/>
              </a:lnSpc>
            </a:pPr>
            <a:r>
              <a:rPr lang="en-US" sz="1200" dirty="0">
                <a:solidFill>
                  <a:schemeClr val="bg1"/>
                </a:solidFill>
                <a:latin typeface="Arial" charset="0"/>
                <a:cs typeface="Arial" charset="0"/>
              </a:rPr>
              <a:t>dest.</a:t>
            </a:r>
          </a:p>
          <a:p>
            <a:pPr algn="ctr">
              <a:lnSpc>
                <a:spcPts val="1200"/>
              </a:lnSpc>
            </a:pPr>
            <a:r>
              <a:rPr lang="en-US" sz="1200" dirty="0">
                <a:solidFill>
                  <a:schemeClr val="bg1"/>
                </a:solidFill>
                <a:latin typeface="Arial" charset="0"/>
                <a:cs typeface="Arial" charset="0"/>
              </a:rPr>
              <a:t>address</a:t>
            </a:r>
          </a:p>
        </p:txBody>
      </p:sp>
      <p:sp>
        <p:nvSpPr>
          <p:cNvPr id="185371" name="TextBox 37"/>
          <p:cNvSpPr txBox="1">
            <a:spLocks noChangeArrowheads="1"/>
          </p:cNvSpPr>
          <p:nvPr/>
        </p:nvSpPr>
        <p:spPr bwMode="auto">
          <a:xfrm>
            <a:off x="2697163" y="1719263"/>
            <a:ext cx="73025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>
              <a:lnSpc>
                <a:spcPts val="1200"/>
              </a:lnSpc>
            </a:pPr>
            <a:r>
              <a:rPr lang="en-US" sz="1200" dirty="0">
                <a:solidFill>
                  <a:schemeClr val="bg1"/>
                </a:solidFill>
                <a:latin typeface="Arial" charset="0"/>
                <a:cs typeface="Arial" charset="0"/>
              </a:rPr>
              <a:t>source</a:t>
            </a:r>
          </a:p>
          <a:p>
            <a:pPr algn="ctr">
              <a:lnSpc>
                <a:spcPts val="1200"/>
              </a:lnSpc>
            </a:pPr>
            <a:r>
              <a:rPr lang="en-US" sz="1200" dirty="0">
                <a:solidFill>
                  <a:schemeClr val="bg1"/>
                </a:solidFill>
                <a:latin typeface="Arial" charset="0"/>
                <a:cs typeface="Arial" charset="0"/>
              </a:rPr>
              <a:t>address</a:t>
            </a:r>
          </a:p>
        </p:txBody>
      </p:sp>
      <p:sp>
        <p:nvSpPr>
          <p:cNvPr id="185372" name="TextBox 38"/>
          <p:cNvSpPr txBox="1">
            <a:spLocks noChangeArrowheads="1"/>
          </p:cNvSpPr>
          <p:nvPr/>
        </p:nvSpPr>
        <p:spPr bwMode="auto">
          <a:xfrm>
            <a:off x="4041775" y="1790700"/>
            <a:ext cx="1190625" cy="246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>
              <a:lnSpc>
                <a:spcPts val="1200"/>
              </a:lnSpc>
            </a:pPr>
            <a:r>
              <a:rPr lang="en-US" sz="1200" dirty="0">
                <a:solidFill>
                  <a:schemeClr val="bg1"/>
                </a:solidFill>
                <a:latin typeface="Arial" charset="0"/>
                <a:cs typeface="Arial" charset="0"/>
              </a:rPr>
              <a:t>data (payload)</a:t>
            </a:r>
          </a:p>
        </p:txBody>
      </p:sp>
      <p:sp>
        <p:nvSpPr>
          <p:cNvPr id="185373" name="TextBox 39"/>
          <p:cNvSpPr txBox="1">
            <a:spLocks noChangeArrowheads="1"/>
          </p:cNvSpPr>
          <p:nvPr/>
        </p:nvSpPr>
        <p:spPr bwMode="auto">
          <a:xfrm>
            <a:off x="5611813" y="1809750"/>
            <a:ext cx="515937" cy="246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>
              <a:lnSpc>
                <a:spcPts val="1200"/>
              </a:lnSpc>
            </a:pPr>
            <a:r>
              <a:rPr lang="en-US" sz="1200" dirty="0">
                <a:solidFill>
                  <a:schemeClr val="bg1"/>
                </a:solidFill>
                <a:latin typeface="Arial" charset="0"/>
                <a:cs typeface="Arial" charset="0"/>
              </a:rPr>
              <a:t>CRC</a:t>
            </a:r>
          </a:p>
        </p:txBody>
      </p:sp>
      <p:sp>
        <p:nvSpPr>
          <p:cNvPr id="185374" name="TextBox 40"/>
          <p:cNvSpPr txBox="1">
            <a:spLocks noChangeArrowheads="1"/>
          </p:cNvSpPr>
          <p:nvPr/>
        </p:nvSpPr>
        <p:spPr bwMode="auto">
          <a:xfrm>
            <a:off x="1047750" y="1787525"/>
            <a:ext cx="822325" cy="246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>
              <a:lnSpc>
                <a:spcPts val="1200"/>
              </a:lnSpc>
            </a:pPr>
            <a:r>
              <a:rPr lang="en-US" sz="1200" dirty="0">
                <a:solidFill>
                  <a:schemeClr val="bg1"/>
                </a:solidFill>
                <a:latin typeface="Arial" charset="0"/>
                <a:cs typeface="Arial" charset="0"/>
              </a:rPr>
              <a:t>preamble</a:t>
            </a:r>
          </a:p>
        </p:txBody>
      </p:sp>
      <p:grpSp>
        <p:nvGrpSpPr>
          <p:cNvPr id="173087" name="Group 6"/>
          <p:cNvGrpSpPr>
            <a:grpSpLocks/>
          </p:cNvGrpSpPr>
          <p:nvPr/>
        </p:nvGrpSpPr>
        <p:grpSpPr bwMode="auto">
          <a:xfrm>
            <a:off x="992826" y="2949575"/>
            <a:ext cx="2448769" cy="436563"/>
            <a:chOff x="340454" y="5667110"/>
            <a:chExt cx="2448560" cy="435435"/>
          </a:xfrm>
          <a:solidFill>
            <a:srgbClr val="006633"/>
          </a:solidFill>
        </p:grpSpPr>
        <p:sp>
          <p:nvSpPr>
            <p:cNvPr id="173097" name="Rectangle 42"/>
            <p:cNvSpPr>
              <a:spLocks noChangeArrowheads="1"/>
            </p:cNvSpPr>
            <p:nvPr/>
          </p:nvSpPr>
          <p:spPr bwMode="auto">
            <a:xfrm>
              <a:off x="340454" y="5676543"/>
              <a:ext cx="2448560" cy="406400"/>
            </a:xfrm>
            <a:prstGeom prst="rect">
              <a:avLst/>
            </a:prstGeom>
            <a:grpFill/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 wrap="none"/>
            <a:lstStyle/>
            <a:p>
              <a:pPr>
                <a:defRPr/>
              </a:pPr>
              <a:endParaRPr lang="en-US" dirty="0"/>
            </a:p>
          </p:txBody>
        </p:sp>
        <p:cxnSp>
          <p:nvCxnSpPr>
            <p:cNvPr id="76843" name="Straight Connector 43"/>
            <p:cNvCxnSpPr>
              <a:cxnSpLocks noChangeShapeType="1"/>
            </p:cNvCxnSpPr>
            <p:nvPr/>
          </p:nvCxnSpPr>
          <p:spPr bwMode="auto">
            <a:xfrm>
              <a:off x="1314457" y="5667110"/>
              <a:ext cx="0" cy="427518"/>
            </a:xfrm>
            <a:prstGeom prst="line">
              <a:avLst/>
            </a:prstGeom>
            <a:grpFill/>
            <a:ln w="19050">
              <a:solidFill>
                <a:schemeClr val="bg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  <p:cxnSp>
          <p:nvCxnSpPr>
            <p:cNvPr id="76844" name="Straight Connector 44"/>
            <p:cNvCxnSpPr>
              <a:cxnSpLocks noChangeShapeType="1"/>
            </p:cNvCxnSpPr>
            <p:nvPr/>
          </p:nvCxnSpPr>
          <p:spPr bwMode="auto">
            <a:xfrm>
              <a:off x="2044645" y="5670277"/>
              <a:ext cx="0" cy="429101"/>
            </a:xfrm>
            <a:prstGeom prst="line">
              <a:avLst/>
            </a:prstGeom>
            <a:grpFill/>
            <a:ln w="19050">
              <a:solidFill>
                <a:schemeClr val="bg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  <p:cxnSp>
          <p:nvCxnSpPr>
            <p:cNvPr id="76845" name="Straight Connector 45"/>
            <p:cNvCxnSpPr>
              <a:cxnSpLocks noChangeShapeType="1"/>
            </p:cNvCxnSpPr>
            <p:nvPr/>
          </p:nvCxnSpPr>
          <p:spPr bwMode="auto">
            <a:xfrm>
              <a:off x="2773245" y="5675027"/>
              <a:ext cx="0" cy="427518"/>
            </a:xfrm>
            <a:prstGeom prst="line">
              <a:avLst/>
            </a:prstGeom>
            <a:grpFill/>
            <a:ln w="19050">
              <a:solidFill>
                <a:schemeClr val="bg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  <p:sp>
          <p:nvSpPr>
            <p:cNvPr id="173101" name="TextBox 48"/>
            <p:cNvSpPr txBox="1">
              <a:spLocks noChangeArrowheads="1"/>
            </p:cNvSpPr>
            <p:nvPr/>
          </p:nvSpPr>
          <p:spPr bwMode="auto">
            <a:xfrm>
              <a:off x="1292617" y="5688880"/>
              <a:ext cx="770159" cy="40419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>
                <a:lnSpc>
                  <a:spcPts val="1200"/>
                </a:lnSpc>
                <a:defRPr/>
              </a:pPr>
              <a:r>
                <a:rPr lang="en-US" sz="1200" dirty="0">
                  <a:solidFill>
                    <a:schemeClr val="bg1"/>
                  </a:solidFill>
                  <a:latin typeface="Arial" charset="0"/>
                  <a:cs typeface="Arial" charset="0"/>
                </a:rPr>
                <a:t>dest.</a:t>
              </a:r>
            </a:p>
            <a:p>
              <a:pPr algn="ctr">
                <a:lnSpc>
                  <a:spcPts val="1200"/>
                </a:lnSpc>
                <a:defRPr/>
              </a:pPr>
              <a:r>
                <a:rPr lang="en-US" sz="1200" dirty="0">
                  <a:solidFill>
                    <a:schemeClr val="bg1"/>
                  </a:solidFill>
                  <a:latin typeface="Arial" charset="0"/>
                  <a:cs typeface="Arial" charset="0"/>
                </a:rPr>
                <a:t>address</a:t>
              </a:r>
            </a:p>
          </p:txBody>
        </p:sp>
        <p:sp>
          <p:nvSpPr>
            <p:cNvPr id="173102" name="TextBox 49"/>
            <p:cNvSpPr txBox="1">
              <a:spLocks noChangeArrowheads="1"/>
            </p:cNvSpPr>
            <p:nvPr/>
          </p:nvSpPr>
          <p:spPr bwMode="auto">
            <a:xfrm>
              <a:off x="2053082" y="5685251"/>
              <a:ext cx="729687" cy="40011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>
                <a:lnSpc>
                  <a:spcPts val="1200"/>
                </a:lnSpc>
                <a:defRPr/>
              </a:pPr>
              <a:r>
                <a:rPr lang="en-US" sz="1200" dirty="0">
                  <a:solidFill>
                    <a:schemeClr val="bg1"/>
                  </a:solidFill>
                  <a:latin typeface="Arial" charset="0"/>
                  <a:cs typeface="Arial" charset="0"/>
                </a:rPr>
                <a:t>source</a:t>
              </a:r>
            </a:p>
            <a:p>
              <a:pPr algn="ctr">
                <a:lnSpc>
                  <a:spcPts val="1200"/>
                </a:lnSpc>
                <a:defRPr/>
              </a:pPr>
              <a:r>
                <a:rPr lang="en-US" sz="1200" dirty="0">
                  <a:solidFill>
                    <a:schemeClr val="bg1"/>
                  </a:solidFill>
                  <a:latin typeface="Arial" charset="0"/>
                  <a:cs typeface="Arial" charset="0"/>
                </a:rPr>
                <a:t>address</a:t>
              </a:r>
            </a:p>
          </p:txBody>
        </p:sp>
        <p:sp>
          <p:nvSpPr>
            <p:cNvPr id="173103" name="TextBox 52"/>
            <p:cNvSpPr txBox="1">
              <a:spLocks noChangeArrowheads="1"/>
            </p:cNvSpPr>
            <p:nvPr/>
          </p:nvSpPr>
          <p:spPr bwMode="auto">
            <a:xfrm>
              <a:off x="402711" y="5754221"/>
              <a:ext cx="822661" cy="246221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>
                <a:lnSpc>
                  <a:spcPts val="1200"/>
                </a:lnSpc>
                <a:defRPr/>
              </a:pPr>
              <a:r>
                <a:rPr lang="en-US" sz="1200" dirty="0">
                  <a:solidFill>
                    <a:schemeClr val="bg1"/>
                  </a:solidFill>
                  <a:latin typeface="Arial" charset="0"/>
                  <a:cs typeface="Arial" charset="0"/>
                </a:rPr>
                <a:t>preamble</a:t>
              </a:r>
            </a:p>
          </p:txBody>
        </p:sp>
      </p:grpSp>
      <p:sp>
        <p:nvSpPr>
          <p:cNvPr id="185376" name="Rectangle 56"/>
          <p:cNvSpPr>
            <a:spLocks noChangeArrowheads="1"/>
          </p:cNvSpPr>
          <p:nvPr/>
        </p:nvSpPr>
        <p:spPr bwMode="auto">
          <a:xfrm>
            <a:off x="4187825" y="2959100"/>
            <a:ext cx="2659063" cy="406400"/>
          </a:xfrm>
          <a:prstGeom prst="rect">
            <a:avLst/>
          </a:prstGeom>
          <a:solidFill>
            <a:srgbClr val="006633"/>
          </a:solidFill>
          <a:ln w="9525">
            <a:solidFill>
              <a:schemeClr val="bg1"/>
            </a:solidFill>
            <a:round/>
            <a:headEnd/>
            <a:tailEnd/>
          </a:ln>
        </p:spPr>
        <p:txBody>
          <a:bodyPr wrap="none"/>
          <a:lstStyle/>
          <a:p>
            <a:endParaRPr lang="en-US" dirty="0"/>
          </a:p>
        </p:txBody>
      </p:sp>
      <p:cxnSp>
        <p:nvCxnSpPr>
          <p:cNvPr id="76834" name="Straight Connector 60"/>
          <p:cNvCxnSpPr>
            <a:cxnSpLocks noChangeShapeType="1"/>
          </p:cNvCxnSpPr>
          <p:nvPr/>
        </p:nvCxnSpPr>
        <p:spPr bwMode="auto">
          <a:xfrm>
            <a:off x="4411663" y="2954338"/>
            <a:ext cx="0" cy="427037"/>
          </a:xfrm>
          <a:prstGeom prst="line">
            <a:avLst/>
          </a:prstGeom>
          <a:noFill/>
          <a:ln w="19050">
            <a:solidFill>
              <a:schemeClr val="bg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cxnSp>
        <p:nvCxnSpPr>
          <p:cNvPr id="76835" name="Straight Connector 61"/>
          <p:cNvCxnSpPr>
            <a:cxnSpLocks noChangeShapeType="1"/>
          </p:cNvCxnSpPr>
          <p:nvPr/>
        </p:nvCxnSpPr>
        <p:spPr bwMode="auto">
          <a:xfrm>
            <a:off x="6378575" y="2938463"/>
            <a:ext cx="0" cy="428625"/>
          </a:xfrm>
          <a:prstGeom prst="line">
            <a:avLst/>
          </a:prstGeom>
          <a:noFill/>
          <a:ln w="19050">
            <a:solidFill>
              <a:schemeClr val="bg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sp>
        <p:nvSpPr>
          <p:cNvPr id="185379" name="TextBox 64"/>
          <p:cNvSpPr txBox="1">
            <a:spLocks noChangeArrowheads="1"/>
          </p:cNvSpPr>
          <p:nvPr/>
        </p:nvSpPr>
        <p:spPr bwMode="auto">
          <a:xfrm>
            <a:off x="4783138" y="3040063"/>
            <a:ext cx="1189037" cy="247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>
              <a:lnSpc>
                <a:spcPts val="1200"/>
              </a:lnSpc>
            </a:pPr>
            <a:r>
              <a:rPr lang="en-US" sz="1200" dirty="0">
                <a:solidFill>
                  <a:schemeClr val="bg1"/>
                </a:solidFill>
                <a:latin typeface="Arial" charset="0"/>
                <a:cs typeface="Arial" charset="0"/>
              </a:rPr>
              <a:t>data (payload)</a:t>
            </a:r>
          </a:p>
        </p:txBody>
      </p:sp>
      <p:sp>
        <p:nvSpPr>
          <p:cNvPr id="185380" name="TextBox 65"/>
          <p:cNvSpPr txBox="1">
            <a:spLocks noChangeArrowheads="1"/>
          </p:cNvSpPr>
          <p:nvPr/>
        </p:nvSpPr>
        <p:spPr bwMode="auto">
          <a:xfrm>
            <a:off x="6351588" y="3059113"/>
            <a:ext cx="515937" cy="24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>
              <a:lnSpc>
                <a:spcPts val="1200"/>
              </a:lnSpc>
            </a:pPr>
            <a:r>
              <a:rPr lang="en-US" sz="1200" dirty="0">
                <a:solidFill>
                  <a:schemeClr val="bg1"/>
                </a:solidFill>
                <a:latin typeface="Arial" charset="0"/>
                <a:cs typeface="Arial" charset="0"/>
              </a:rPr>
              <a:t>CRC</a:t>
            </a:r>
          </a:p>
        </p:txBody>
      </p:sp>
      <p:sp>
        <p:nvSpPr>
          <p:cNvPr id="185381" name="Text Box 9"/>
          <p:cNvSpPr txBox="1">
            <a:spLocks noChangeArrowheads="1"/>
          </p:cNvSpPr>
          <p:nvPr/>
        </p:nvSpPr>
        <p:spPr bwMode="auto">
          <a:xfrm>
            <a:off x="4095750" y="2659063"/>
            <a:ext cx="474663" cy="277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200" i="0" dirty="0">
                <a:solidFill>
                  <a:srgbClr val="000000"/>
                </a:solidFill>
                <a:latin typeface="Arial" charset="0"/>
              </a:rPr>
              <a:t>type</a:t>
            </a:r>
          </a:p>
        </p:txBody>
      </p:sp>
      <p:sp>
        <p:nvSpPr>
          <p:cNvPr id="185382" name="Line 10"/>
          <p:cNvSpPr>
            <a:spLocks noChangeShapeType="1"/>
          </p:cNvSpPr>
          <p:nvPr/>
        </p:nvSpPr>
        <p:spPr bwMode="auto">
          <a:xfrm>
            <a:off x="4300538" y="2887663"/>
            <a:ext cx="0" cy="177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185383" name="Rectangle 67"/>
          <p:cNvSpPr>
            <a:spLocks noChangeArrowheads="1"/>
          </p:cNvSpPr>
          <p:nvPr/>
        </p:nvSpPr>
        <p:spPr bwMode="auto">
          <a:xfrm>
            <a:off x="3429000" y="2963863"/>
            <a:ext cx="735013" cy="406400"/>
          </a:xfrm>
          <a:prstGeom prst="rect">
            <a:avLst/>
          </a:prstGeom>
          <a:solidFill>
            <a:srgbClr val="006633"/>
          </a:solidFill>
          <a:ln w="9525">
            <a:solidFill>
              <a:schemeClr val="bg1"/>
            </a:solidFill>
            <a:round/>
            <a:headEnd/>
            <a:tailEnd/>
          </a:ln>
        </p:spPr>
        <p:txBody>
          <a:bodyPr wrap="none"/>
          <a:lstStyle/>
          <a:p>
            <a:endParaRPr lang="en-US" dirty="0"/>
          </a:p>
        </p:txBody>
      </p:sp>
      <p:cxnSp>
        <p:nvCxnSpPr>
          <p:cNvPr id="76841" name="Straight Connector 68"/>
          <p:cNvCxnSpPr>
            <a:cxnSpLocks noChangeShapeType="1"/>
          </p:cNvCxnSpPr>
          <p:nvPr/>
        </p:nvCxnSpPr>
        <p:spPr bwMode="auto">
          <a:xfrm>
            <a:off x="3797300" y="2962275"/>
            <a:ext cx="0" cy="427038"/>
          </a:xfrm>
          <a:prstGeom prst="line">
            <a:avLst/>
          </a:prstGeom>
          <a:noFill/>
          <a:ln w="19050">
            <a:solidFill>
              <a:schemeClr val="bg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sp>
        <p:nvSpPr>
          <p:cNvPr id="49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56154" y="6522365"/>
            <a:ext cx="548655" cy="272319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200" dirty="0">
                <a:latin typeface="Tahoma" charset="0"/>
              </a:rPr>
              <a:t>6-</a:t>
            </a:r>
            <a:fld id="{8E8C6E93-DF5B-BC4B-80F9-500DED1EEDCC}" type="slidenum">
              <a:rPr lang="en-US" sz="1200">
                <a:latin typeface="Tahoma" charset="0"/>
              </a:rPr>
              <a:pPr/>
              <a:t>17</a:t>
            </a:fld>
            <a:endParaRPr lang="en-US" sz="1200" dirty="0">
              <a:latin typeface="Tahoma" charset="0"/>
            </a:endParaRPr>
          </a:p>
        </p:txBody>
      </p:sp>
      <p:sp>
        <p:nvSpPr>
          <p:cNvPr id="50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6375496" y="6521551"/>
            <a:ext cx="2177473" cy="241541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Link Layer and LANs</a:t>
            </a:r>
          </a:p>
        </p:txBody>
      </p:sp>
    </p:spTree>
    <p:extLst>
      <p:ext uri="{BB962C8B-B14F-4D97-AF65-F5344CB8AC3E}">
        <p14:creationId xmlns:p14="http://schemas.microsoft.com/office/powerpoint/2010/main" val="303157236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6" name="Rectangle 2"/>
          <p:cNvSpPr>
            <a:spLocks noGrp="1" noChangeArrowheads="1"/>
          </p:cNvSpPr>
          <p:nvPr>
            <p:ph type="title"/>
          </p:nvPr>
        </p:nvSpPr>
        <p:spPr>
          <a:xfrm>
            <a:off x="373063" y="83409"/>
            <a:ext cx="7772400" cy="981075"/>
          </a:xfrm>
        </p:spPr>
        <p:txBody>
          <a:bodyPr/>
          <a:lstStyle/>
          <a:p>
            <a:r>
              <a:rPr lang="en-US" altLang="ko-KR" dirty="0"/>
              <a:t>Q &amp; A</a:t>
            </a:r>
          </a:p>
        </p:txBody>
      </p:sp>
      <p:sp>
        <p:nvSpPr>
          <p:cNvPr id="33797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633413" y="1360488"/>
            <a:ext cx="4398962" cy="3952875"/>
          </a:xfrm>
        </p:spPr>
        <p:txBody>
          <a:bodyPr/>
          <a:lstStyle/>
          <a:p>
            <a:pPr>
              <a:buFont typeface="Wingdings" panose="05000000000000000000" pitchFamily="2" charset="2"/>
              <a:buChar char="§"/>
            </a:pPr>
            <a:r>
              <a:rPr lang="en-US" altLang="ko-KR" dirty="0"/>
              <a:t>Q &amp; A </a:t>
            </a:r>
            <a:r>
              <a:rPr lang="ko-KR" altLang="en-US" dirty="0"/>
              <a:t>게시판</a:t>
            </a:r>
          </a:p>
        </p:txBody>
      </p:sp>
      <p:pic>
        <p:nvPicPr>
          <p:cNvPr id="33798" name="그림 3" descr="그리기이(가) 표시된 사진&#10;&#10;자동 생성된 설명"/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11513" y="1793875"/>
            <a:ext cx="4410075" cy="4408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56154" y="6533627"/>
            <a:ext cx="548655" cy="272319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200" dirty="0">
                <a:latin typeface="Tahoma" charset="0"/>
              </a:rPr>
              <a:t>5-</a:t>
            </a:r>
            <a:fld id="{8E8C6E93-DF5B-BC4B-80F9-500DED1EEDCC}" type="slidenum">
              <a:rPr lang="en-US" sz="1200">
                <a:latin typeface="Tahoma" charset="0"/>
              </a:rPr>
              <a:pPr/>
              <a:t>18</a:t>
            </a:fld>
            <a:endParaRPr lang="en-US" sz="1200" dirty="0">
              <a:latin typeface="Tahoma" charset="0"/>
            </a:endParaRPr>
          </a:p>
        </p:txBody>
      </p:sp>
      <p:sp>
        <p:nvSpPr>
          <p:cNvPr id="8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6375496" y="6532813"/>
            <a:ext cx="2177473" cy="241541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Network Layer: Control Plane</a:t>
            </a:r>
          </a:p>
        </p:txBody>
      </p:sp>
      <p:pic>
        <p:nvPicPr>
          <p:cNvPr id="9" name="Picture 224" descr="underline_base"/>
          <p:cNvPicPr>
            <a:picLocks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8325" y="836613"/>
            <a:ext cx="6856413" cy="173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125414051"/>
      </p:ext>
    </p:extLst>
  </p:cSld>
  <p:clrMapOvr>
    <a:masterClrMapping/>
  </p:clrMapOvr>
  <p:transition spd="slow"/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Gill Sans MT"/>
        <a:ea typeface=""/>
        <a:cs typeface=""/>
      </a:majorFont>
      <a:minorFont>
        <a:latin typeface="Gill Sans M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gradFill>
          <a:gsLst>
            <a:gs pos="0">
              <a:schemeClr val="bg1">
                <a:lumMod val="95000"/>
              </a:schemeClr>
            </a:gs>
            <a:gs pos="100000">
              <a:schemeClr val="accent5">
                <a:lumMod val="75000"/>
              </a:schemeClr>
            </a:gs>
          </a:gsLst>
        </a:gradFill>
        <a:ln>
          <a:noFill/>
        </a:ln>
        <a:effectLst/>
      </a:spPr>
      <a:bodyPr anchor="ctr"/>
      <a:lstStyle>
        <a:defPPr algn="ctr">
          <a:defRPr dirty="0"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18832</TotalTime>
  <Words>1423</Words>
  <Application>Microsoft Office PowerPoint</Application>
  <PresentationFormat>화면 슬라이드 쇼(4:3)</PresentationFormat>
  <Paragraphs>385</Paragraphs>
  <Slides>18</Slides>
  <Notes>11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18</vt:i4>
      </vt:variant>
    </vt:vector>
  </HeadingPairs>
  <TitlesOfParts>
    <vt:vector size="25" baseType="lpstr">
      <vt:lpstr>Arial</vt:lpstr>
      <vt:lpstr>Comic Sans MS</vt:lpstr>
      <vt:lpstr>Gill Sans MT</vt:lpstr>
      <vt:lpstr>Tahoma</vt:lpstr>
      <vt:lpstr>Times New Roman</vt:lpstr>
      <vt:lpstr>Wingdings</vt:lpstr>
      <vt:lpstr>Default Design</vt:lpstr>
      <vt:lpstr>PowerPoint 프레젠테이션</vt:lpstr>
      <vt:lpstr>Link layer, LANs: outline</vt:lpstr>
      <vt:lpstr>Ethernet switch</vt:lpstr>
      <vt:lpstr>Switch: multiple simultaneous transmissions</vt:lpstr>
      <vt:lpstr>Switch forwarding table</vt:lpstr>
      <vt:lpstr>Switch: self-learning</vt:lpstr>
      <vt:lpstr>Switch: frame filtering/forwarding</vt:lpstr>
      <vt:lpstr>Self-learning, forwarding: example</vt:lpstr>
      <vt:lpstr>Interconnecting switches</vt:lpstr>
      <vt:lpstr>Self-learning multi-switch example</vt:lpstr>
      <vt:lpstr>Institutional network</vt:lpstr>
      <vt:lpstr>Switches vs. routers</vt:lpstr>
      <vt:lpstr>VLANs: motivation</vt:lpstr>
      <vt:lpstr>VLANs</vt:lpstr>
      <vt:lpstr>Port-based VLAN</vt:lpstr>
      <vt:lpstr>VLANS spanning multiple switches</vt:lpstr>
      <vt:lpstr>PowerPoint 프레젠테이션</vt:lpstr>
      <vt:lpstr>Q &amp; 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3rd Edition: Chapter 4</dc:title>
  <dc:creator>Jim Kurose and Keith Ross</dc:creator>
  <cp:lastModifiedBy>Seyoung Park</cp:lastModifiedBy>
  <cp:revision>533</cp:revision>
  <dcterms:created xsi:type="dcterms:W3CDTF">1999-10-08T19:08:27Z</dcterms:created>
  <dcterms:modified xsi:type="dcterms:W3CDTF">2020-10-06T07:32:22Z</dcterms:modified>
</cp:coreProperties>
</file>